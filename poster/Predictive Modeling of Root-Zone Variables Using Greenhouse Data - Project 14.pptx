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slideLayouts/slideLayout3.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0" r:id="rId1"/>
    <p:sldMasterId id="2147483660" r:id="rId2"/>
    <p:sldMasterId id="2147483653" r:id="rId3"/>
  </p:sldMasterIdLst>
  <p:notesMasterIdLst>
    <p:notesMasterId r:id="rId5"/>
  </p:notesMasterIdLst>
  <p:handoutMasterIdLst>
    <p:handoutMasterId r:id="rId6"/>
  </p:handoutMasterIdLst>
  <p:sldIdLst>
    <p:sldId id="257" r:id="rId4"/>
  </p:sldIdLst>
  <p:sldSz cx="25192038" cy="35999738"/>
  <p:notesSz cx="6858000" cy="9144000"/>
  <p:defaultTextStyle>
    <a:defPPr>
      <a:defRPr lang="en-US"/>
    </a:defPPr>
    <a:lvl1pPr marL="0" algn="l" defTabSz="3599776" rtl="0" eaLnBrk="1" latinLnBrk="0" hangingPunct="1">
      <a:defRPr sz="7100" kern="1200">
        <a:solidFill>
          <a:schemeClr val="tx1"/>
        </a:solidFill>
        <a:latin typeface="+mn-lt"/>
        <a:ea typeface="+mn-ea"/>
        <a:cs typeface="+mn-cs"/>
      </a:defRPr>
    </a:lvl1pPr>
    <a:lvl2pPr marL="1799889" algn="l" defTabSz="3599776" rtl="0" eaLnBrk="1" latinLnBrk="0" hangingPunct="1">
      <a:defRPr sz="7100" kern="1200">
        <a:solidFill>
          <a:schemeClr val="tx1"/>
        </a:solidFill>
        <a:latin typeface="+mn-lt"/>
        <a:ea typeface="+mn-ea"/>
        <a:cs typeface="+mn-cs"/>
      </a:defRPr>
    </a:lvl2pPr>
    <a:lvl3pPr marL="3599776" algn="l" defTabSz="3599776" rtl="0" eaLnBrk="1" latinLnBrk="0" hangingPunct="1">
      <a:defRPr sz="7100" kern="1200">
        <a:solidFill>
          <a:schemeClr val="tx1"/>
        </a:solidFill>
        <a:latin typeface="+mn-lt"/>
        <a:ea typeface="+mn-ea"/>
        <a:cs typeface="+mn-cs"/>
      </a:defRPr>
    </a:lvl3pPr>
    <a:lvl4pPr marL="5399664" algn="l" defTabSz="3599776" rtl="0" eaLnBrk="1" latinLnBrk="0" hangingPunct="1">
      <a:defRPr sz="7100" kern="1200">
        <a:solidFill>
          <a:schemeClr val="tx1"/>
        </a:solidFill>
        <a:latin typeface="+mn-lt"/>
        <a:ea typeface="+mn-ea"/>
        <a:cs typeface="+mn-cs"/>
      </a:defRPr>
    </a:lvl4pPr>
    <a:lvl5pPr marL="7199552" algn="l" defTabSz="3599776" rtl="0" eaLnBrk="1" latinLnBrk="0" hangingPunct="1">
      <a:defRPr sz="7100" kern="1200">
        <a:solidFill>
          <a:schemeClr val="tx1"/>
        </a:solidFill>
        <a:latin typeface="+mn-lt"/>
        <a:ea typeface="+mn-ea"/>
        <a:cs typeface="+mn-cs"/>
      </a:defRPr>
    </a:lvl5pPr>
    <a:lvl6pPr marL="8999441" algn="l" defTabSz="3599776" rtl="0" eaLnBrk="1" latinLnBrk="0" hangingPunct="1">
      <a:defRPr sz="7100" kern="1200">
        <a:solidFill>
          <a:schemeClr val="tx1"/>
        </a:solidFill>
        <a:latin typeface="+mn-lt"/>
        <a:ea typeface="+mn-ea"/>
        <a:cs typeface="+mn-cs"/>
      </a:defRPr>
    </a:lvl6pPr>
    <a:lvl7pPr marL="10799330" algn="l" defTabSz="3599776" rtl="0" eaLnBrk="1" latinLnBrk="0" hangingPunct="1">
      <a:defRPr sz="7100" kern="1200">
        <a:solidFill>
          <a:schemeClr val="tx1"/>
        </a:solidFill>
        <a:latin typeface="+mn-lt"/>
        <a:ea typeface="+mn-ea"/>
        <a:cs typeface="+mn-cs"/>
      </a:defRPr>
    </a:lvl7pPr>
    <a:lvl8pPr marL="12599217" algn="l" defTabSz="3599776" rtl="0" eaLnBrk="1" latinLnBrk="0" hangingPunct="1">
      <a:defRPr sz="7100" kern="1200">
        <a:solidFill>
          <a:schemeClr val="tx1"/>
        </a:solidFill>
        <a:latin typeface="+mn-lt"/>
        <a:ea typeface="+mn-ea"/>
        <a:cs typeface="+mn-cs"/>
      </a:defRPr>
    </a:lvl8pPr>
    <a:lvl9pPr marL="14399106" algn="l" defTabSz="3599776" rtl="0" eaLnBrk="1" latinLnBrk="0" hangingPunct="1">
      <a:defRPr sz="71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629">
          <p15:clr>
            <a:srgbClr val="A4A3A4"/>
          </p15:clr>
        </p15:guide>
        <p15:guide id="2" orient="horz" pos="315">
          <p15:clr>
            <a:srgbClr val="A4A3A4"/>
          </p15:clr>
        </p15:guide>
        <p15:guide id="3" orient="horz" pos="22047">
          <p15:clr>
            <a:srgbClr val="A4A3A4"/>
          </p15:clr>
        </p15:guide>
        <p15:guide id="4" orient="horz">
          <p15:clr>
            <a:srgbClr val="A4A3A4"/>
          </p15:clr>
        </p15:guide>
        <p15:guide id="5" pos="334">
          <p15:clr>
            <a:srgbClr val="A4A3A4"/>
          </p15:clr>
        </p15:guide>
        <p15:guide id="6" pos="15537">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A.KOTOULAS" initials="AK" lastIdx="2" clrIdx="0"/>
  <p:cmAuthor id="1" name="A.KOTOULAS" initials="HELP" lastIdx="1" clrIdx="1"/>
  <p:cmAuthor id="2" name="A.KOTOULAS" initials="HELP - " lastIdx="1" clrIdx="2"/>
  <p:cmAuthor id="3" name="PosterPresentations.com - 510.649.3001" initials="HELP - " lastIdx="1" clrIdx="3"/>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3F5FA"/>
    <a:srgbClr val="CDD2DE"/>
    <a:srgbClr val="E3E9E5"/>
    <a:srgbClr val="EAEAEA"/>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0658" autoAdjust="0"/>
    <p:restoredTop sz="94694" autoAdjust="0"/>
  </p:normalViewPr>
  <p:slideViewPr>
    <p:cSldViewPr snapToGrid="0" snapToObjects="1" showGuides="1">
      <p:cViewPr>
        <p:scale>
          <a:sx n="33" d="100"/>
          <a:sy n="33" d="100"/>
        </p:scale>
        <p:origin x="4236" y="24"/>
      </p:cViewPr>
      <p:guideLst>
        <p:guide orient="horz" pos="3629"/>
        <p:guide orient="horz" pos="315"/>
        <p:guide orient="horz" pos="22047"/>
        <p:guide orient="horz"/>
        <p:guide pos="334"/>
        <p:guide pos="15537"/>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0"/>
    </p:cViewPr>
  </p:sorterViewPr>
  <p:notesViewPr>
    <p:cSldViewPr snapToGrid="0" snapToObjects="1" showGuides="1">
      <p:cViewPr varScale="1">
        <p:scale>
          <a:sx n="83" d="100"/>
          <a:sy n="83" d="100"/>
        </p:scale>
        <p:origin x="-2730" y="-84"/>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Master" Target="slideMasters/slideMaster3.xml"/><Relationship Id="rId7" Type="http://schemas.openxmlformats.org/officeDocument/2006/relationships/commentAuthors" Target="commentAuthors.xml"/><Relationship Id="rId2" Type="http://schemas.openxmlformats.org/officeDocument/2006/relationships/slideMaster" Target="slideMasters/slideMaster2.xml"/><Relationship Id="rId1" Type="http://schemas.openxmlformats.org/officeDocument/2006/relationships/slideMaster" Target="slideMasters/slideMaster1.xml"/><Relationship Id="rId6" Type="http://schemas.openxmlformats.org/officeDocument/2006/relationships/handoutMaster" Target="handoutMasters/handoutMaster1.xml"/><Relationship Id="rId11" Type="http://schemas.openxmlformats.org/officeDocument/2006/relationships/tableStyles" Target="tableStyles.xml"/><Relationship Id="rId5" Type="http://schemas.openxmlformats.org/officeDocument/2006/relationships/notesMaster" Target="notesMasters/notesMaster1.xml"/><Relationship Id="rId10" Type="http://schemas.openxmlformats.org/officeDocument/2006/relationships/theme" Target="theme/theme1.xml"/><Relationship Id="rId4" Type="http://schemas.openxmlformats.org/officeDocument/2006/relationships/slide" Target="slides/slide1.xml"/><Relationship Id="rId9"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0158C5BC-9A70-462C-B28D-9600239EAC64}" type="datetimeFigureOut">
              <a:rPr lang="en-US" smtClean="0"/>
              <a:pPr/>
              <a:t>5/31/2026</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79C131B7-05CA-4AEE-9267-6D0ED4DC84F3}" type="slidenum">
              <a:rPr lang="en-US" smtClean="0"/>
              <a:pPr/>
              <a:t>‹#›</a:t>
            </a:fld>
            <a:endParaRPr lang="en-US"/>
          </a:p>
        </p:txBody>
      </p:sp>
    </p:spTree>
    <p:extLst>
      <p:ext uri="{BB962C8B-B14F-4D97-AF65-F5344CB8AC3E}">
        <p14:creationId xmlns:p14="http://schemas.microsoft.com/office/powerpoint/2010/main" val="153300662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E6CC2317-6751-4CD4-9995-8782DD78E936}" type="datetimeFigureOut">
              <a:rPr lang="en-US" smtClean="0"/>
              <a:pPr/>
              <a:t>5/31/2026</a:t>
            </a:fld>
            <a:endParaRPr lang="en-US" dirty="0"/>
          </a:p>
        </p:txBody>
      </p:sp>
      <p:sp>
        <p:nvSpPr>
          <p:cNvPr id="4" name="Slide Image Placeholder 3"/>
          <p:cNvSpPr>
            <a:spLocks noGrp="1" noRot="1" noChangeAspect="1"/>
          </p:cNvSpPr>
          <p:nvPr>
            <p:ph type="sldImg" idx="2"/>
          </p:nvPr>
        </p:nvSpPr>
        <p:spPr>
          <a:xfrm>
            <a:off x="2228850" y="685800"/>
            <a:ext cx="2400300" cy="34290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26A1A87D-CAF7-4BDC-A0D3-C0DBEDE81619}" type="slidenum">
              <a:rPr lang="en-US" smtClean="0"/>
              <a:pPr/>
              <a:t>‹#›</a:t>
            </a:fld>
            <a:endParaRPr lang="en-US" dirty="0"/>
          </a:p>
        </p:txBody>
      </p:sp>
    </p:spTree>
    <p:extLst>
      <p:ext uri="{BB962C8B-B14F-4D97-AF65-F5344CB8AC3E}">
        <p14:creationId xmlns:p14="http://schemas.microsoft.com/office/powerpoint/2010/main" val="2675050545"/>
      </p:ext>
    </p:extLst>
  </p:cSld>
  <p:clrMap bg1="lt1" tx1="dk1" bg2="lt2" tx2="dk2" accent1="accent1" accent2="accent2" accent3="accent3" accent4="accent4" accent5="accent5" accent6="accent6" hlink="hlink" folHlink="folHlink"/>
  <p:notesStyle>
    <a:lvl1pPr marL="0" algn="l" defTabSz="3599776" rtl="0" eaLnBrk="1" latinLnBrk="0" hangingPunct="1">
      <a:defRPr sz="4800" kern="1200">
        <a:solidFill>
          <a:schemeClr val="tx1"/>
        </a:solidFill>
        <a:latin typeface="+mn-lt"/>
        <a:ea typeface="+mn-ea"/>
        <a:cs typeface="+mn-cs"/>
      </a:defRPr>
    </a:lvl1pPr>
    <a:lvl2pPr marL="1799889" algn="l" defTabSz="3599776" rtl="0" eaLnBrk="1" latinLnBrk="0" hangingPunct="1">
      <a:defRPr sz="4800" kern="1200">
        <a:solidFill>
          <a:schemeClr val="tx1"/>
        </a:solidFill>
        <a:latin typeface="+mn-lt"/>
        <a:ea typeface="+mn-ea"/>
        <a:cs typeface="+mn-cs"/>
      </a:defRPr>
    </a:lvl2pPr>
    <a:lvl3pPr marL="3599776" algn="l" defTabSz="3599776" rtl="0" eaLnBrk="1" latinLnBrk="0" hangingPunct="1">
      <a:defRPr sz="4800" kern="1200">
        <a:solidFill>
          <a:schemeClr val="tx1"/>
        </a:solidFill>
        <a:latin typeface="+mn-lt"/>
        <a:ea typeface="+mn-ea"/>
        <a:cs typeface="+mn-cs"/>
      </a:defRPr>
    </a:lvl3pPr>
    <a:lvl4pPr marL="5399664" algn="l" defTabSz="3599776" rtl="0" eaLnBrk="1" latinLnBrk="0" hangingPunct="1">
      <a:defRPr sz="4800" kern="1200">
        <a:solidFill>
          <a:schemeClr val="tx1"/>
        </a:solidFill>
        <a:latin typeface="+mn-lt"/>
        <a:ea typeface="+mn-ea"/>
        <a:cs typeface="+mn-cs"/>
      </a:defRPr>
    </a:lvl4pPr>
    <a:lvl5pPr marL="7199552" algn="l" defTabSz="3599776" rtl="0" eaLnBrk="1" latinLnBrk="0" hangingPunct="1">
      <a:defRPr sz="4800" kern="1200">
        <a:solidFill>
          <a:schemeClr val="tx1"/>
        </a:solidFill>
        <a:latin typeface="+mn-lt"/>
        <a:ea typeface="+mn-ea"/>
        <a:cs typeface="+mn-cs"/>
      </a:defRPr>
    </a:lvl5pPr>
    <a:lvl6pPr marL="8999441" algn="l" defTabSz="3599776" rtl="0" eaLnBrk="1" latinLnBrk="0" hangingPunct="1">
      <a:defRPr sz="4800" kern="1200">
        <a:solidFill>
          <a:schemeClr val="tx1"/>
        </a:solidFill>
        <a:latin typeface="+mn-lt"/>
        <a:ea typeface="+mn-ea"/>
        <a:cs typeface="+mn-cs"/>
      </a:defRPr>
    </a:lvl6pPr>
    <a:lvl7pPr marL="10799330" algn="l" defTabSz="3599776" rtl="0" eaLnBrk="1" latinLnBrk="0" hangingPunct="1">
      <a:defRPr sz="4800" kern="1200">
        <a:solidFill>
          <a:schemeClr val="tx1"/>
        </a:solidFill>
        <a:latin typeface="+mn-lt"/>
        <a:ea typeface="+mn-ea"/>
        <a:cs typeface="+mn-cs"/>
      </a:defRPr>
    </a:lvl7pPr>
    <a:lvl8pPr marL="12599217" algn="l" defTabSz="3599776" rtl="0" eaLnBrk="1" latinLnBrk="0" hangingPunct="1">
      <a:defRPr sz="4800" kern="1200">
        <a:solidFill>
          <a:schemeClr val="tx1"/>
        </a:solidFill>
        <a:latin typeface="+mn-lt"/>
        <a:ea typeface="+mn-ea"/>
        <a:cs typeface="+mn-cs"/>
      </a:defRPr>
    </a:lvl8pPr>
    <a:lvl9pPr marL="14399106" algn="l" defTabSz="3599776" rtl="0" eaLnBrk="1" latinLnBrk="0" hangingPunct="1">
      <a:defRPr sz="48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Standard 4 columns">
    <p:spTree>
      <p:nvGrpSpPr>
        <p:cNvPr id="1" name=""/>
        <p:cNvGrpSpPr/>
        <p:nvPr/>
      </p:nvGrpSpPr>
      <p:grpSpPr>
        <a:xfrm>
          <a:off x="0" y="0"/>
          <a:ext cx="0" cy="0"/>
          <a:chOff x="0" y="0"/>
          <a:chExt cx="0" cy="0"/>
        </a:xfrm>
      </p:grpSpPr>
      <p:sp>
        <p:nvSpPr>
          <p:cNvPr id="4" name="Text Placeholder 3"/>
          <p:cNvSpPr>
            <a:spLocks noGrp="1"/>
          </p:cNvSpPr>
          <p:nvPr>
            <p:ph type="body" sz="quarter" idx="10" hasCustomPrompt="1"/>
          </p:nvPr>
        </p:nvSpPr>
        <p:spPr>
          <a:xfrm>
            <a:off x="518974" y="6425827"/>
            <a:ext cx="11898341"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Type in or paste your text here</a:t>
            </a:r>
          </a:p>
        </p:txBody>
      </p:sp>
      <p:sp>
        <p:nvSpPr>
          <p:cNvPr id="6" name="Text Placeholder 5"/>
          <p:cNvSpPr>
            <a:spLocks noGrp="1"/>
          </p:cNvSpPr>
          <p:nvPr>
            <p:ph type="body" sz="quarter" idx="11" hasCustomPrompt="1"/>
          </p:nvPr>
        </p:nvSpPr>
        <p:spPr>
          <a:xfrm>
            <a:off x="529393" y="5804361"/>
            <a:ext cx="11888949"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edit) INTRODUCTION or ABSTRACT</a:t>
            </a:r>
          </a:p>
        </p:txBody>
      </p:sp>
      <p:sp>
        <p:nvSpPr>
          <p:cNvPr id="20" name="Text Placeholder 5"/>
          <p:cNvSpPr>
            <a:spLocks noGrp="1"/>
          </p:cNvSpPr>
          <p:nvPr>
            <p:ph type="body" sz="quarter" idx="20" hasCustomPrompt="1"/>
          </p:nvPr>
        </p:nvSpPr>
        <p:spPr>
          <a:xfrm>
            <a:off x="529391" y="15588601"/>
            <a:ext cx="11891854"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edit)  OBJECTIVES</a:t>
            </a:r>
          </a:p>
        </p:txBody>
      </p:sp>
      <p:sp>
        <p:nvSpPr>
          <p:cNvPr id="25" name="Text Placeholder 5"/>
          <p:cNvSpPr>
            <a:spLocks noGrp="1"/>
          </p:cNvSpPr>
          <p:nvPr>
            <p:ph type="body" sz="quarter" idx="25" hasCustomPrompt="1"/>
          </p:nvPr>
        </p:nvSpPr>
        <p:spPr>
          <a:xfrm>
            <a:off x="12725245" y="5804361"/>
            <a:ext cx="11888795"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edit)  CONCLUSIONS</a:t>
            </a:r>
          </a:p>
        </p:txBody>
      </p:sp>
      <p:sp>
        <p:nvSpPr>
          <p:cNvPr id="26" name="Text Placeholder 3"/>
          <p:cNvSpPr>
            <a:spLocks noGrp="1"/>
          </p:cNvSpPr>
          <p:nvPr>
            <p:ph type="body" sz="quarter" idx="26" hasCustomPrompt="1"/>
          </p:nvPr>
        </p:nvSpPr>
        <p:spPr>
          <a:xfrm>
            <a:off x="12725245" y="6425827"/>
            <a:ext cx="11888795"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Type in or paste your text here</a:t>
            </a:r>
          </a:p>
        </p:txBody>
      </p:sp>
      <p:sp>
        <p:nvSpPr>
          <p:cNvPr id="27" name="Text Placeholder 5"/>
          <p:cNvSpPr>
            <a:spLocks noGrp="1"/>
          </p:cNvSpPr>
          <p:nvPr>
            <p:ph type="body" sz="quarter" idx="27" hasCustomPrompt="1"/>
          </p:nvPr>
        </p:nvSpPr>
        <p:spPr>
          <a:xfrm>
            <a:off x="12725245" y="15607589"/>
            <a:ext cx="11885529"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edit)  REFERENCES</a:t>
            </a:r>
          </a:p>
        </p:txBody>
      </p:sp>
      <p:sp>
        <p:nvSpPr>
          <p:cNvPr id="28" name="Text Placeholder 3"/>
          <p:cNvSpPr>
            <a:spLocks noGrp="1"/>
          </p:cNvSpPr>
          <p:nvPr>
            <p:ph type="body" sz="quarter" idx="28" hasCustomPrompt="1"/>
          </p:nvPr>
        </p:nvSpPr>
        <p:spPr>
          <a:xfrm>
            <a:off x="12725245" y="16274772"/>
            <a:ext cx="11890085"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Type in or paste your text here</a:t>
            </a:r>
          </a:p>
        </p:txBody>
      </p:sp>
      <p:sp>
        <p:nvSpPr>
          <p:cNvPr id="29" name="Text Placeholder 5"/>
          <p:cNvSpPr>
            <a:spLocks noGrp="1"/>
          </p:cNvSpPr>
          <p:nvPr>
            <p:ph type="body" sz="quarter" idx="29" hasCustomPrompt="1"/>
          </p:nvPr>
        </p:nvSpPr>
        <p:spPr>
          <a:xfrm>
            <a:off x="12725245" y="28083131"/>
            <a:ext cx="11879579"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edit)  ACKNOWLEDGEMENTS or  CONTACT</a:t>
            </a:r>
          </a:p>
        </p:txBody>
      </p:sp>
      <p:sp>
        <p:nvSpPr>
          <p:cNvPr id="30" name="Text Placeholder 3"/>
          <p:cNvSpPr>
            <a:spLocks noGrp="1"/>
          </p:cNvSpPr>
          <p:nvPr>
            <p:ph type="body" sz="quarter" idx="30" hasCustomPrompt="1"/>
          </p:nvPr>
        </p:nvSpPr>
        <p:spPr>
          <a:xfrm>
            <a:off x="12725245" y="28767135"/>
            <a:ext cx="11885529"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Type in or paste your text here</a:t>
            </a:r>
          </a:p>
        </p:txBody>
      </p:sp>
      <p:sp>
        <p:nvSpPr>
          <p:cNvPr id="60" name="Text Placeholder 3"/>
          <p:cNvSpPr>
            <a:spLocks noGrp="1"/>
          </p:cNvSpPr>
          <p:nvPr>
            <p:ph type="body" sz="quarter" idx="96" hasCustomPrompt="1"/>
          </p:nvPr>
        </p:nvSpPr>
        <p:spPr>
          <a:xfrm>
            <a:off x="518974" y="16257349"/>
            <a:ext cx="11899368"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Type in or paste your text here</a:t>
            </a:r>
          </a:p>
        </p:txBody>
      </p:sp>
      <p:sp>
        <p:nvSpPr>
          <p:cNvPr id="76" name="Text Placeholder 76"/>
          <p:cNvSpPr>
            <a:spLocks noGrp="1"/>
          </p:cNvSpPr>
          <p:nvPr>
            <p:ph type="body" sz="quarter" idx="150" hasCustomPrompt="1"/>
          </p:nvPr>
        </p:nvSpPr>
        <p:spPr>
          <a:xfrm>
            <a:off x="3219687" y="3498370"/>
            <a:ext cx="18752664" cy="1015663"/>
          </a:xfrm>
          <a:prstGeom prst="rect">
            <a:avLst/>
          </a:prstGeom>
        </p:spPr>
        <p:txBody>
          <a:bodyPr anchor="t" anchorCtr="0">
            <a:spAutoFit/>
          </a:bodyPr>
          <a:lstStyle>
            <a:lvl1pPr marL="0" indent="0" algn="ctr">
              <a:buFontTx/>
              <a:buNone/>
              <a:defRPr sz="6000">
                <a:solidFill>
                  <a:schemeClr val="accent5">
                    <a:lumMod val="50000"/>
                  </a:schemeClr>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affiliations</a:t>
            </a:r>
          </a:p>
        </p:txBody>
      </p:sp>
      <p:sp>
        <p:nvSpPr>
          <p:cNvPr id="79" name="Text Placeholder 76"/>
          <p:cNvSpPr>
            <a:spLocks noGrp="1"/>
          </p:cNvSpPr>
          <p:nvPr>
            <p:ph type="body" sz="quarter" idx="151" hasCustomPrompt="1"/>
          </p:nvPr>
        </p:nvSpPr>
        <p:spPr>
          <a:xfrm>
            <a:off x="3219687" y="2218210"/>
            <a:ext cx="18752664" cy="1446550"/>
          </a:xfrm>
          <a:prstGeom prst="rect">
            <a:avLst/>
          </a:prstGeom>
        </p:spPr>
        <p:txBody>
          <a:bodyPr anchor="t" anchorCtr="0">
            <a:spAutoFit/>
          </a:bodyPr>
          <a:lstStyle>
            <a:lvl1pPr marL="0" indent="0" algn="ctr">
              <a:buFontTx/>
              <a:buNone/>
              <a:defRPr sz="8800">
                <a:solidFill>
                  <a:schemeClr val="accent5">
                    <a:lumMod val="50000"/>
                  </a:schemeClr>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authors</a:t>
            </a:r>
          </a:p>
        </p:txBody>
      </p:sp>
      <p:sp>
        <p:nvSpPr>
          <p:cNvPr id="80" name="Text Placeholder 76"/>
          <p:cNvSpPr>
            <a:spLocks noGrp="1"/>
          </p:cNvSpPr>
          <p:nvPr>
            <p:ph type="body" sz="quarter" idx="153" hasCustomPrompt="1"/>
          </p:nvPr>
        </p:nvSpPr>
        <p:spPr>
          <a:xfrm>
            <a:off x="3219687" y="580236"/>
            <a:ext cx="18752664" cy="1446550"/>
          </a:xfrm>
          <a:prstGeom prst="rect">
            <a:avLst/>
          </a:prstGeom>
        </p:spPr>
        <p:txBody>
          <a:bodyPr anchor="t" anchorCtr="0">
            <a:spAutoFit/>
          </a:bodyPr>
          <a:lstStyle>
            <a:lvl1pPr marL="0" indent="0" algn="ctr">
              <a:buFontTx/>
              <a:buNone/>
              <a:defRPr sz="8800" b="1">
                <a:solidFill>
                  <a:schemeClr val="accent5">
                    <a:lumMod val="50000"/>
                  </a:schemeClr>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title</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Without Quick Guides">
    <p:spTree>
      <p:nvGrpSpPr>
        <p:cNvPr id="1" name=""/>
        <p:cNvGrpSpPr/>
        <p:nvPr/>
      </p:nvGrpSpPr>
      <p:grpSpPr>
        <a:xfrm>
          <a:off x="0" y="0"/>
          <a:ext cx="0" cy="0"/>
          <a:chOff x="0" y="0"/>
          <a:chExt cx="0" cy="0"/>
        </a:xfrm>
      </p:grpSpPr>
      <p:sp>
        <p:nvSpPr>
          <p:cNvPr id="4" name="Text Placeholder 3"/>
          <p:cNvSpPr>
            <a:spLocks noGrp="1"/>
          </p:cNvSpPr>
          <p:nvPr>
            <p:ph type="body" sz="quarter" idx="10" hasCustomPrompt="1"/>
          </p:nvPr>
        </p:nvSpPr>
        <p:spPr>
          <a:xfrm>
            <a:off x="518974" y="6425827"/>
            <a:ext cx="11898341"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Type in or paste your text here</a:t>
            </a:r>
          </a:p>
        </p:txBody>
      </p:sp>
      <p:sp>
        <p:nvSpPr>
          <p:cNvPr id="6" name="Text Placeholder 5"/>
          <p:cNvSpPr>
            <a:spLocks noGrp="1"/>
          </p:cNvSpPr>
          <p:nvPr>
            <p:ph type="body" sz="quarter" idx="11" hasCustomPrompt="1"/>
          </p:nvPr>
        </p:nvSpPr>
        <p:spPr>
          <a:xfrm>
            <a:off x="529393" y="5804361"/>
            <a:ext cx="11888949"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edit) INTRODUCTION or ABSTRACT</a:t>
            </a:r>
          </a:p>
        </p:txBody>
      </p:sp>
      <p:sp>
        <p:nvSpPr>
          <p:cNvPr id="20" name="Text Placeholder 5"/>
          <p:cNvSpPr>
            <a:spLocks noGrp="1"/>
          </p:cNvSpPr>
          <p:nvPr>
            <p:ph type="body" sz="quarter" idx="20" hasCustomPrompt="1"/>
          </p:nvPr>
        </p:nvSpPr>
        <p:spPr>
          <a:xfrm>
            <a:off x="529391" y="15588601"/>
            <a:ext cx="11891854"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edit)  OBJECTIVES</a:t>
            </a:r>
          </a:p>
        </p:txBody>
      </p:sp>
      <p:sp>
        <p:nvSpPr>
          <p:cNvPr id="25" name="Text Placeholder 5"/>
          <p:cNvSpPr>
            <a:spLocks noGrp="1"/>
          </p:cNvSpPr>
          <p:nvPr>
            <p:ph type="body" sz="quarter" idx="25" hasCustomPrompt="1"/>
          </p:nvPr>
        </p:nvSpPr>
        <p:spPr>
          <a:xfrm>
            <a:off x="12725245" y="5804361"/>
            <a:ext cx="11888795"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edit)  CONCLUSIONS</a:t>
            </a:r>
          </a:p>
        </p:txBody>
      </p:sp>
      <p:sp>
        <p:nvSpPr>
          <p:cNvPr id="26" name="Text Placeholder 3"/>
          <p:cNvSpPr>
            <a:spLocks noGrp="1"/>
          </p:cNvSpPr>
          <p:nvPr>
            <p:ph type="body" sz="quarter" idx="26" hasCustomPrompt="1"/>
          </p:nvPr>
        </p:nvSpPr>
        <p:spPr>
          <a:xfrm>
            <a:off x="12725245" y="6425827"/>
            <a:ext cx="11888795"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Type in or paste your text here</a:t>
            </a:r>
          </a:p>
        </p:txBody>
      </p:sp>
      <p:sp>
        <p:nvSpPr>
          <p:cNvPr id="27" name="Text Placeholder 5"/>
          <p:cNvSpPr>
            <a:spLocks noGrp="1"/>
          </p:cNvSpPr>
          <p:nvPr>
            <p:ph type="body" sz="quarter" idx="27" hasCustomPrompt="1"/>
          </p:nvPr>
        </p:nvSpPr>
        <p:spPr>
          <a:xfrm>
            <a:off x="12725245" y="15607589"/>
            <a:ext cx="11885529"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edit)  REFERENCES</a:t>
            </a:r>
          </a:p>
        </p:txBody>
      </p:sp>
      <p:sp>
        <p:nvSpPr>
          <p:cNvPr id="28" name="Text Placeholder 3"/>
          <p:cNvSpPr>
            <a:spLocks noGrp="1"/>
          </p:cNvSpPr>
          <p:nvPr>
            <p:ph type="body" sz="quarter" idx="28" hasCustomPrompt="1"/>
          </p:nvPr>
        </p:nvSpPr>
        <p:spPr>
          <a:xfrm>
            <a:off x="12725245" y="16274772"/>
            <a:ext cx="11890085"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Type in or paste your text here</a:t>
            </a:r>
          </a:p>
        </p:txBody>
      </p:sp>
      <p:sp>
        <p:nvSpPr>
          <p:cNvPr id="29" name="Text Placeholder 5"/>
          <p:cNvSpPr>
            <a:spLocks noGrp="1"/>
          </p:cNvSpPr>
          <p:nvPr>
            <p:ph type="body" sz="quarter" idx="29" hasCustomPrompt="1"/>
          </p:nvPr>
        </p:nvSpPr>
        <p:spPr>
          <a:xfrm>
            <a:off x="12725245" y="28083131"/>
            <a:ext cx="11879579"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edit)  ACKNOWLEDGEMENTS or  CONTACT</a:t>
            </a:r>
          </a:p>
        </p:txBody>
      </p:sp>
      <p:sp>
        <p:nvSpPr>
          <p:cNvPr id="30" name="Text Placeholder 3"/>
          <p:cNvSpPr>
            <a:spLocks noGrp="1"/>
          </p:cNvSpPr>
          <p:nvPr>
            <p:ph type="body" sz="quarter" idx="30" hasCustomPrompt="1"/>
          </p:nvPr>
        </p:nvSpPr>
        <p:spPr>
          <a:xfrm>
            <a:off x="12725245" y="28767135"/>
            <a:ext cx="11885529"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Type in or paste your text here</a:t>
            </a:r>
          </a:p>
        </p:txBody>
      </p:sp>
      <p:sp>
        <p:nvSpPr>
          <p:cNvPr id="60" name="Text Placeholder 3"/>
          <p:cNvSpPr>
            <a:spLocks noGrp="1"/>
          </p:cNvSpPr>
          <p:nvPr>
            <p:ph type="body" sz="quarter" idx="96" hasCustomPrompt="1"/>
          </p:nvPr>
        </p:nvSpPr>
        <p:spPr>
          <a:xfrm>
            <a:off x="518974" y="16257349"/>
            <a:ext cx="11899368"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Type in or paste your text here</a:t>
            </a:r>
          </a:p>
        </p:txBody>
      </p:sp>
      <p:sp>
        <p:nvSpPr>
          <p:cNvPr id="76" name="Text Placeholder 76"/>
          <p:cNvSpPr>
            <a:spLocks noGrp="1"/>
          </p:cNvSpPr>
          <p:nvPr>
            <p:ph type="body" sz="quarter" idx="150" hasCustomPrompt="1"/>
          </p:nvPr>
        </p:nvSpPr>
        <p:spPr>
          <a:xfrm>
            <a:off x="3219687" y="3498370"/>
            <a:ext cx="18752664" cy="1015663"/>
          </a:xfrm>
          <a:prstGeom prst="rect">
            <a:avLst/>
          </a:prstGeom>
        </p:spPr>
        <p:txBody>
          <a:bodyPr anchor="t" anchorCtr="0">
            <a:spAutoFit/>
          </a:bodyPr>
          <a:lstStyle>
            <a:lvl1pPr marL="0" indent="0" algn="ctr">
              <a:buFontTx/>
              <a:buNone/>
              <a:defRPr sz="6000">
                <a:solidFill>
                  <a:schemeClr val="accent5">
                    <a:lumMod val="50000"/>
                  </a:schemeClr>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affiliations</a:t>
            </a:r>
          </a:p>
        </p:txBody>
      </p:sp>
      <p:sp>
        <p:nvSpPr>
          <p:cNvPr id="79" name="Text Placeholder 76"/>
          <p:cNvSpPr>
            <a:spLocks noGrp="1"/>
          </p:cNvSpPr>
          <p:nvPr>
            <p:ph type="body" sz="quarter" idx="151" hasCustomPrompt="1"/>
          </p:nvPr>
        </p:nvSpPr>
        <p:spPr>
          <a:xfrm>
            <a:off x="3219687" y="2218210"/>
            <a:ext cx="18752664" cy="1446550"/>
          </a:xfrm>
          <a:prstGeom prst="rect">
            <a:avLst/>
          </a:prstGeom>
        </p:spPr>
        <p:txBody>
          <a:bodyPr anchor="t" anchorCtr="0">
            <a:spAutoFit/>
          </a:bodyPr>
          <a:lstStyle>
            <a:lvl1pPr marL="0" indent="0" algn="ctr">
              <a:buFontTx/>
              <a:buNone/>
              <a:defRPr sz="8800">
                <a:solidFill>
                  <a:schemeClr val="accent5">
                    <a:lumMod val="50000"/>
                  </a:schemeClr>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authors</a:t>
            </a:r>
          </a:p>
        </p:txBody>
      </p:sp>
      <p:sp>
        <p:nvSpPr>
          <p:cNvPr id="80" name="Text Placeholder 76"/>
          <p:cNvSpPr>
            <a:spLocks noGrp="1"/>
          </p:cNvSpPr>
          <p:nvPr>
            <p:ph type="body" sz="quarter" idx="153" hasCustomPrompt="1"/>
          </p:nvPr>
        </p:nvSpPr>
        <p:spPr>
          <a:xfrm>
            <a:off x="3219687" y="580236"/>
            <a:ext cx="18752664" cy="1446550"/>
          </a:xfrm>
          <a:prstGeom prst="rect">
            <a:avLst/>
          </a:prstGeom>
        </p:spPr>
        <p:txBody>
          <a:bodyPr anchor="t" anchorCtr="0">
            <a:spAutoFit/>
          </a:bodyPr>
          <a:lstStyle>
            <a:lvl1pPr marL="0" indent="0" algn="ctr">
              <a:buFontTx/>
              <a:buNone/>
              <a:defRPr sz="8800" b="1">
                <a:solidFill>
                  <a:schemeClr val="accent5">
                    <a:lumMod val="50000"/>
                  </a:schemeClr>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title</a:t>
            </a:r>
          </a:p>
        </p:txBody>
      </p:sp>
    </p:spTree>
    <p:extLst>
      <p:ext uri="{BB962C8B-B14F-4D97-AF65-F5344CB8AC3E}">
        <p14:creationId xmlns:p14="http://schemas.microsoft.com/office/powerpoint/2010/main" val="127062697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Wide center column">
    <p:spTree>
      <p:nvGrpSpPr>
        <p:cNvPr id="1" name=""/>
        <p:cNvGrpSpPr/>
        <p:nvPr/>
      </p:nvGrpSpPr>
      <p:grpSpPr>
        <a:xfrm>
          <a:off x="0" y="0"/>
          <a:ext cx="0" cy="0"/>
          <a:chOff x="0" y="0"/>
          <a:chExt cx="0" cy="0"/>
        </a:xfrm>
      </p:grpSpPr>
      <p:sp>
        <p:nvSpPr>
          <p:cNvPr id="4" name="Text Placeholder 3"/>
          <p:cNvSpPr>
            <a:spLocks noGrp="1"/>
          </p:cNvSpPr>
          <p:nvPr>
            <p:ph type="body" sz="quarter" idx="10" hasCustomPrompt="1"/>
          </p:nvPr>
        </p:nvSpPr>
        <p:spPr>
          <a:xfrm>
            <a:off x="518974" y="6508586"/>
            <a:ext cx="5772264"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Enter your text here</a:t>
            </a:r>
          </a:p>
        </p:txBody>
      </p:sp>
      <p:sp>
        <p:nvSpPr>
          <p:cNvPr id="6" name="Text Placeholder 5"/>
          <p:cNvSpPr>
            <a:spLocks noGrp="1"/>
          </p:cNvSpPr>
          <p:nvPr>
            <p:ph type="body" sz="quarter" idx="11" hasCustomPrompt="1"/>
          </p:nvPr>
        </p:nvSpPr>
        <p:spPr>
          <a:xfrm>
            <a:off x="529393" y="5758641"/>
            <a:ext cx="5767709" cy="659288"/>
          </a:xfrm>
          <a:prstGeom prst="rect">
            <a:avLst/>
          </a:prstGeom>
          <a:noFill/>
        </p:spPr>
        <p:txBody>
          <a:bodyPr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add) INTRODUCTION</a:t>
            </a:r>
          </a:p>
        </p:txBody>
      </p:sp>
      <p:sp>
        <p:nvSpPr>
          <p:cNvPr id="19" name="Text Placeholder 3"/>
          <p:cNvSpPr>
            <a:spLocks noGrp="1"/>
          </p:cNvSpPr>
          <p:nvPr>
            <p:ph type="body" sz="quarter" idx="19" hasCustomPrompt="1"/>
          </p:nvPr>
        </p:nvSpPr>
        <p:spPr>
          <a:xfrm>
            <a:off x="518060" y="16174952"/>
            <a:ext cx="5773175"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Enter your text here</a:t>
            </a:r>
          </a:p>
        </p:txBody>
      </p:sp>
      <p:sp>
        <p:nvSpPr>
          <p:cNvPr id="20" name="Text Placeholder 5"/>
          <p:cNvSpPr>
            <a:spLocks noGrp="1"/>
          </p:cNvSpPr>
          <p:nvPr>
            <p:ph type="body" sz="quarter" idx="20" hasCustomPrompt="1"/>
          </p:nvPr>
        </p:nvSpPr>
        <p:spPr>
          <a:xfrm>
            <a:off x="529391" y="15542881"/>
            <a:ext cx="5768619"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add)  OBJECTIVES</a:t>
            </a:r>
          </a:p>
        </p:txBody>
      </p:sp>
      <p:sp>
        <p:nvSpPr>
          <p:cNvPr id="21" name="Text Placeholder 3"/>
          <p:cNvSpPr>
            <a:spLocks noGrp="1"/>
          </p:cNvSpPr>
          <p:nvPr>
            <p:ph type="body" sz="quarter" idx="21" hasCustomPrompt="1"/>
          </p:nvPr>
        </p:nvSpPr>
        <p:spPr>
          <a:xfrm>
            <a:off x="6650633" y="6508586"/>
            <a:ext cx="11892594"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Enter your text here</a:t>
            </a:r>
          </a:p>
        </p:txBody>
      </p:sp>
      <p:sp>
        <p:nvSpPr>
          <p:cNvPr id="22" name="Text Placeholder 5"/>
          <p:cNvSpPr>
            <a:spLocks noGrp="1"/>
          </p:cNvSpPr>
          <p:nvPr>
            <p:ph type="body" sz="quarter" idx="22" hasCustomPrompt="1"/>
          </p:nvPr>
        </p:nvSpPr>
        <p:spPr>
          <a:xfrm>
            <a:off x="6650633" y="5758641"/>
            <a:ext cx="11892595"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(header)  MATERIALS &amp; METHODS</a:t>
            </a:r>
          </a:p>
        </p:txBody>
      </p:sp>
      <p:sp>
        <p:nvSpPr>
          <p:cNvPr id="23" name="Text Placeholder 3"/>
          <p:cNvSpPr>
            <a:spLocks noGrp="1"/>
          </p:cNvSpPr>
          <p:nvPr>
            <p:ph type="body" sz="quarter" idx="23" hasCustomPrompt="1"/>
          </p:nvPr>
        </p:nvSpPr>
        <p:spPr>
          <a:xfrm>
            <a:off x="6650633" y="23714639"/>
            <a:ext cx="11892595"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Enter your text here</a:t>
            </a:r>
          </a:p>
        </p:txBody>
      </p:sp>
      <p:sp>
        <p:nvSpPr>
          <p:cNvPr id="24" name="Text Placeholder 5"/>
          <p:cNvSpPr>
            <a:spLocks noGrp="1"/>
          </p:cNvSpPr>
          <p:nvPr>
            <p:ph type="body" sz="quarter" idx="24" hasCustomPrompt="1"/>
          </p:nvPr>
        </p:nvSpPr>
        <p:spPr>
          <a:xfrm>
            <a:off x="6650633" y="23047456"/>
            <a:ext cx="11892595"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add)  RESULTS</a:t>
            </a:r>
          </a:p>
        </p:txBody>
      </p:sp>
      <p:sp>
        <p:nvSpPr>
          <p:cNvPr id="25" name="Text Placeholder 5"/>
          <p:cNvSpPr>
            <a:spLocks noGrp="1"/>
          </p:cNvSpPr>
          <p:nvPr>
            <p:ph type="body" sz="quarter" idx="25" hasCustomPrompt="1"/>
          </p:nvPr>
        </p:nvSpPr>
        <p:spPr>
          <a:xfrm>
            <a:off x="18892159" y="5758641"/>
            <a:ext cx="5766642"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add) CONCLUSIONS</a:t>
            </a:r>
          </a:p>
        </p:txBody>
      </p:sp>
      <p:sp>
        <p:nvSpPr>
          <p:cNvPr id="26" name="Text Placeholder 3"/>
          <p:cNvSpPr>
            <a:spLocks noGrp="1"/>
          </p:cNvSpPr>
          <p:nvPr>
            <p:ph type="body" sz="quarter" idx="26" hasCustomPrompt="1"/>
          </p:nvPr>
        </p:nvSpPr>
        <p:spPr>
          <a:xfrm>
            <a:off x="18892159" y="6508586"/>
            <a:ext cx="5766642"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Enter your text here</a:t>
            </a:r>
          </a:p>
        </p:txBody>
      </p:sp>
      <p:sp>
        <p:nvSpPr>
          <p:cNvPr id="27" name="Text Placeholder 5"/>
          <p:cNvSpPr>
            <a:spLocks noGrp="1"/>
          </p:cNvSpPr>
          <p:nvPr>
            <p:ph type="body" sz="quarter" idx="27" hasCustomPrompt="1"/>
          </p:nvPr>
        </p:nvSpPr>
        <p:spPr>
          <a:xfrm>
            <a:off x="18892159" y="15608744"/>
            <a:ext cx="5766642"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add) REFERENCES</a:t>
            </a:r>
          </a:p>
        </p:txBody>
      </p:sp>
      <p:sp>
        <p:nvSpPr>
          <p:cNvPr id="28" name="Text Placeholder 3"/>
          <p:cNvSpPr>
            <a:spLocks noGrp="1"/>
          </p:cNvSpPr>
          <p:nvPr>
            <p:ph type="body" sz="quarter" idx="28" hasCustomPrompt="1"/>
          </p:nvPr>
        </p:nvSpPr>
        <p:spPr>
          <a:xfrm>
            <a:off x="18913086" y="16275927"/>
            <a:ext cx="5724789"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Enter your text here</a:t>
            </a:r>
          </a:p>
        </p:txBody>
      </p:sp>
      <p:sp>
        <p:nvSpPr>
          <p:cNvPr id="29" name="Text Placeholder 5"/>
          <p:cNvSpPr>
            <a:spLocks noGrp="1"/>
          </p:cNvSpPr>
          <p:nvPr>
            <p:ph type="body" sz="quarter" idx="29" hasCustomPrompt="1"/>
          </p:nvPr>
        </p:nvSpPr>
        <p:spPr>
          <a:xfrm>
            <a:off x="18892159" y="28580547"/>
            <a:ext cx="5766642" cy="659288"/>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add) CONTACT</a:t>
            </a:r>
          </a:p>
        </p:txBody>
      </p:sp>
      <p:sp>
        <p:nvSpPr>
          <p:cNvPr id="30" name="Text Placeholder 3"/>
          <p:cNvSpPr>
            <a:spLocks noGrp="1"/>
          </p:cNvSpPr>
          <p:nvPr>
            <p:ph type="body" sz="quarter" idx="30" hasCustomPrompt="1"/>
          </p:nvPr>
        </p:nvSpPr>
        <p:spPr>
          <a:xfrm>
            <a:off x="18890715" y="29330961"/>
            <a:ext cx="5769531"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Enter your text here</a:t>
            </a:r>
          </a:p>
        </p:txBody>
      </p:sp>
      <p:sp>
        <p:nvSpPr>
          <p:cNvPr id="84" name="Text Placeholder 76"/>
          <p:cNvSpPr>
            <a:spLocks noGrp="1"/>
          </p:cNvSpPr>
          <p:nvPr>
            <p:ph type="body" sz="quarter" idx="150" hasCustomPrompt="1"/>
          </p:nvPr>
        </p:nvSpPr>
        <p:spPr>
          <a:xfrm>
            <a:off x="3219687" y="3498370"/>
            <a:ext cx="18752664" cy="1015663"/>
          </a:xfrm>
          <a:prstGeom prst="rect">
            <a:avLst/>
          </a:prstGeom>
        </p:spPr>
        <p:txBody>
          <a:bodyPr anchor="t" anchorCtr="0">
            <a:spAutoFit/>
          </a:bodyPr>
          <a:lstStyle>
            <a:lvl1pPr marL="0" indent="0" algn="ctr">
              <a:buFontTx/>
              <a:buNone/>
              <a:defRPr sz="6000">
                <a:solidFill>
                  <a:schemeClr val="accent5">
                    <a:lumMod val="50000"/>
                  </a:schemeClr>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affiliations</a:t>
            </a:r>
          </a:p>
        </p:txBody>
      </p:sp>
      <p:sp>
        <p:nvSpPr>
          <p:cNvPr id="85" name="Text Placeholder 76"/>
          <p:cNvSpPr>
            <a:spLocks noGrp="1"/>
          </p:cNvSpPr>
          <p:nvPr>
            <p:ph type="body" sz="quarter" idx="151" hasCustomPrompt="1"/>
          </p:nvPr>
        </p:nvSpPr>
        <p:spPr>
          <a:xfrm>
            <a:off x="3219687" y="2218210"/>
            <a:ext cx="18752664" cy="1446550"/>
          </a:xfrm>
          <a:prstGeom prst="rect">
            <a:avLst/>
          </a:prstGeom>
        </p:spPr>
        <p:txBody>
          <a:bodyPr anchor="t" anchorCtr="0">
            <a:spAutoFit/>
          </a:bodyPr>
          <a:lstStyle>
            <a:lvl1pPr marL="0" indent="0" algn="ctr">
              <a:buFontTx/>
              <a:buNone/>
              <a:defRPr sz="8800">
                <a:solidFill>
                  <a:schemeClr val="accent5">
                    <a:lumMod val="50000"/>
                  </a:schemeClr>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authors</a:t>
            </a:r>
          </a:p>
        </p:txBody>
      </p:sp>
      <p:sp>
        <p:nvSpPr>
          <p:cNvPr id="86" name="Text Placeholder 76"/>
          <p:cNvSpPr>
            <a:spLocks noGrp="1"/>
          </p:cNvSpPr>
          <p:nvPr>
            <p:ph type="body" sz="quarter" idx="178" hasCustomPrompt="1"/>
          </p:nvPr>
        </p:nvSpPr>
        <p:spPr>
          <a:xfrm>
            <a:off x="3219687" y="580236"/>
            <a:ext cx="18752664" cy="1446550"/>
          </a:xfrm>
          <a:prstGeom prst="rect">
            <a:avLst/>
          </a:prstGeom>
        </p:spPr>
        <p:txBody>
          <a:bodyPr anchor="t" anchorCtr="0">
            <a:spAutoFit/>
          </a:bodyPr>
          <a:lstStyle>
            <a:lvl1pPr marL="0" indent="0" algn="ctr">
              <a:buFontTx/>
              <a:buNone/>
              <a:defRPr sz="8800" b="1">
                <a:solidFill>
                  <a:schemeClr val="accent5">
                    <a:lumMod val="50000"/>
                  </a:schemeClr>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title</a:t>
            </a:r>
          </a:p>
        </p:txBody>
      </p:sp>
      <p:sp>
        <p:nvSpPr>
          <p:cNvPr id="31" name="TextBox 30"/>
          <p:cNvSpPr txBox="1"/>
          <p:nvPr userDrawn="1"/>
        </p:nvSpPr>
        <p:spPr>
          <a:xfrm>
            <a:off x="8186057" y="10798629"/>
            <a:ext cx="6357257" cy="461665"/>
          </a:xfrm>
          <a:prstGeom prst="rect">
            <a:avLst/>
          </a:prstGeom>
          <a:noFill/>
        </p:spPr>
        <p:txBody>
          <a:bodyPr wrap="square" rtlCol="0" anchor="t" anchorCtr="0">
            <a:spAutoFit/>
          </a:bodyPr>
          <a:lstStyle/>
          <a:p>
            <a:endParaRPr lang="en-US" sz="2400" dirty="0">
              <a:latin typeface="Times New Roman" panose="02020603050405020304" pitchFamily="18" charset="0"/>
              <a:cs typeface="Times New Roman" panose="02020603050405020304" pitchFamily="18" charset="0"/>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image" Target="../media/image1.png"/><Relationship Id="rId7" Type="http://schemas.openxmlformats.org/officeDocument/2006/relationships/hyperlink" Target="https://www.posterpresentations.com/how-to-change-the-research-poster-template-colors.html" TargetMode="External"/><Relationship Id="rId2"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 Id="rId9" Type="http://schemas.openxmlformats.org/officeDocument/2006/relationships/image" Target="../media/image6.png"/></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2.xml"/></Relationships>
</file>

<file path=ppt/slideMasters/_rels/slideMaster3.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image" Target="../media/image1.png"/><Relationship Id="rId7" Type="http://schemas.openxmlformats.org/officeDocument/2006/relationships/hyperlink" Target="https://www.posterpresentations.com/how-to-change-the-research-poster-template-colors.html" TargetMode="External"/><Relationship Id="rId2" Type="http://schemas.openxmlformats.org/officeDocument/2006/relationships/theme" Target="../theme/theme3.xml"/><Relationship Id="rId1" Type="http://schemas.openxmlformats.org/officeDocument/2006/relationships/slideLayout" Target="../slideLayouts/slideLayout3.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 Id="rId9" Type="http://schemas.openxmlformats.org/officeDocument/2006/relationships/image" Target="../media/image6.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aphicFrame>
        <p:nvGraphicFramePr>
          <p:cNvPr id="36" name="Table 35">
            <a:extLst>
              <a:ext uri="{FF2B5EF4-FFF2-40B4-BE49-F238E27FC236}">
                <a16:creationId xmlns:a16="http://schemas.microsoft.com/office/drawing/2014/main" id="{6CA1A99B-ADFE-0946-BD42-BD5A646350D9}"/>
              </a:ext>
            </a:extLst>
          </p:cNvPr>
          <p:cNvGraphicFramePr>
            <a:graphicFrameLocks noGrp="1"/>
          </p:cNvGraphicFramePr>
          <p:nvPr userDrawn="1">
            <p:extLst>
              <p:ext uri="{D42A27DB-BD31-4B8C-83A1-F6EECF244321}">
                <p14:modId xmlns:p14="http://schemas.microsoft.com/office/powerpoint/2010/main" val="4020684293"/>
              </p:ext>
            </p:extLst>
          </p:nvPr>
        </p:nvGraphicFramePr>
        <p:xfrm>
          <a:off x="-10750964" y="37356"/>
          <a:ext cx="10290587" cy="35976294"/>
        </p:xfrm>
        <a:graphic>
          <a:graphicData uri="http://schemas.openxmlformats.org/drawingml/2006/table">
            <a:tbl>
              <a:tblPr firstRow="1" bandRow="1">
                <a:tableStyleId>{5C22544A-7EE6-4342-B048-85BDC9FD1C3A}</a:tableStyleId>
              </a:tblPr>
              <a:tblGrid>
                <a:gridCol w="4412520">
                  <a:extLst>
                    <a:ext uri="{9D8B030D-6E8A-4147-A177-3AD203B41FA5}">
                      <a16:colId xmlns:a16="http://schemas.microsoft.com/office/drawing/2014/main" val="20000"/>
                    </a:ext>
                  </a:extLst>
                </a:gridCol>
                <a:gridCol w="5878067">
                  <a:extLst>
                    <a:ext uri="{9D8B030D-6E8A-4147-A177-3AD203B41FA5}">
                      <a16:colId xmlns:a16="http://schemas.microsoft.com/office/drawing/2014/main" val="20001"/>
                    </a:ext>
                  </a:extLst>
                </a:gridCol>
              </a:tblGrid>
              <a:tr h="1392775">
                <a:tc gridSpan="2">
                  <a:txBody>
                    <a:bodyPr/>
                    <a:lstStyle/>
                    <a:p>
                      <a:pPr marL="0" marR="0" indent="0" algn="ctr" defTabSz="4388900" rtl="0" eaLnBrk="1" fontAlgn="auto" latinLnBrk="0" hangingPunct="1">
                        <a:lnSpc>
                          <a:spcPct val="100000"/>
                        </a:lnSpc>
                        <a:spcBef>
                          <a:spcPts val="0"/>
                        </a:spcBef>
                        <a:spcAft>
                          <a:spcPts val="0"/>
                        </a:spcAft>
                        <a:buClrTx/>
                        <a:buSzTx/>
                        <a:buFontTx/>
                        <a:buNone/>
                        <a:tabLst/>
                        <a:defRPr/>
                      </a:pPr>
                      <a:r>
                        <a:rPr lang="en-US" sz="4000" b="0" spc="600" dirty="0">
                          <a:solidFill>
                            <a:srgbClr val="1F3A4E"/>
                          </a:solidFill>
                          <a:latin typeface="Arial Black" panose="020B0A04020102020204" pitchFamily="34" charset="0"/>
                        </a:rPr>
                        <a:t>QUICK START GUIDE</a:t>
                      </a:r>
                      <a:br>
                        <a:rPr lang="en-US" sz="4000" b="0" spc="600" dirty="0">
                          <a:solidFill>
                            <a:srgbClr val="1F3A4E"/>
                          </a:solidFill>
                          <a:latin typeface="Arial Black" panose="020B0A04020102020204" pitchFamily="34" charset="0"/>
                        </a:rPr>
                      </a:br>
                      <a:r>
                        <a:rPr lang="en-US" sz="3200" b="1" spc="0" dirty="0">
                          <a:solidFill>
                            <a:srgbClr val="FF0000"/>
                          </a:solidFill>
                          <a:latin typeface="Trebuchet MS" pitchFamily="34" charset="0"/>
                        </a:rPr>
                        <a:t>(THIS SIDEBAR WILL NOT PRINT)</a:t>
                      </a:r>
                      <a:endParaRPr lang="en-US" sz="4000" b="1" spc="600" dirty="0">
                        <a:solidFill>
                          <a:schemeClr val="bg1"/>
                        </a:solidFill>
                        <a:latin typeface="Trebuchet MS" pitchFamily="34" charset="0"/>
                      </a:endParaRPr>
                    </a:p>
                  </a:txBody>
                  <a:tcPr marL="182880" marT="137160">
                    <a:solidFill>
                      <a:srgbClr val="FFC000"/>
                    </a:solidFill>
                  </a:tcPr>
                </a:tc>
                <a:tc hMerge="1">
                  <a:txBody>
                    <a:bodyPr/>
                    <a:lstStyle/>
                    <a:p>
                      <a:endParaRPr lang="en-US" dirty="0"/>
                    </a:p>
                  </a:txBody>
                  <a:tcPr/>
                </a:tc>
                <a:extLst>
                  <a:ext uri="{0D108BD9-81ED-4DB2-BD59-A6C34878D82A}">
                    <a16:rowId xmlns:a16="http://schemas.microsoft.com/office/drawing/2014/main" val="10000"/>
                  </a:ext>
                </a:extLst>
              </a:tr>
              <a:tr h="4281487">
                <a:tc gridSpan="2">
                  <a:txBody>
                    <a:bodyPr/>
                    <a:lstStyle/>
                    <a:p>
                      <a:pPr defTabSz="3765639"/>
                      <a:r>
                        <a:rPr lang="en-US" sz="2400" i="0" dirty="0">
                          <a:solidFill>
                            <a:srgbClr val="D9D9D9"/>
                          </a:solidFill>
                          <a:latin typeface="Arial"/>
                          <a:cs typeface="Arial"/>
                        </a:rPr>
                        <a:t>This PowerPoint template produces a </a:t>
                      </a:r>
                      <a:r>
                        <a:rPr lang="en-US" sz="2400" b="1" i="0" dirty="0">
                          <a:solidFill>
                            <a:srgbClr val="FFC000"/>
                          </a:solidFill>
                          <a:latin typeface="Arial"/>
                          <a:cs typeface="Arial"/>
                        </a:rPr>
                        <a:t>70x100cm</a:t>
                      </a:r>
                      <a:r>
                        <a:rPr lang="en-US" sz="2400" i="0" dirty="0">
                          <a:solidFill>
                            <a:srgbClr val="FFC000"/>
                          </a:solidFill>
                          <a:latin typeface="Arial"/>
                          <a:cs typeface="Arial"/>
                        </a:rPr>
                        <a:t> </a:t>
                      </a:r>
                      <a:r>
                        <a:rPr lang="en-US" sz="2400" i="0" dirty="0">
                          <a:solidFill>
                            <a:srgbClr val="D9D9D9"/>
                          </a:solidFill>
                          <a:latin typeface="Arial"/>
                          <a:cs typeface="Arial"/>
                        </a:rPr>
                        <a:t>presentation poster. You can use it to create your research poster by placing your title, subtitle, text, tables, charts and photos. </a:t>
                      </a:r>
                    </a:p>
                    <a:p>
                      <a:pPr defTabSz="3765639"/>
                      <a:endParaRPr lang="en-US" sz="2400" i="0" dirty="0">
                        <a:solidFill>
                          <a:srgbClr val="D9D9D9"/>
                        </a:solidFill>
                        <a:latin typeface="Arial"/>
                        <a:cs typeface="Arial"/>
                      </a:endParaRPr>
                    </a:p>
                    <a:p>
                      <a:pPr defTabSz="3765639"/>
                      <a:r>
                        <a:rPr lang="en-US" sz="2400" i="0" dirty="0">
                          <a:solidFill>
                            <a:srgbClr val="D9D9D9"/>
                          </a:solidFill>
                          <a:latin typeface="Arial"/>
                          <a:cs typeface="Arial"/>
                        </a:rPr>
                        <a:t>We provide a series of online tutorials that will guide you through the poster design process and answer your poster production questions. For complete template tutorials, go online to </a:t>
                      </a:r>
                      <a:r>
                        <a:rPr lang="en-US" sz="2400" i="0" dirty="0" err="1">
                          <a:solidFill>
                            <a:srgbClr val="FFC000"/>
                          </a:solidFill>
                          <a:latin typeface="Arial"/>
                          <a:cs typeface="Arial"/>
                        </a:rPr>
                        <a:t>PosterPresentations.com</a:t>
                      </a:r>
                      <a:r>
                        <a:rPr lang="en-US" sz="2400" i="0" dirty="0">
                          <a:solidFill>
                            <a:srgbClr val="D9D9D9"/>
                          </a:solidFill>
                          <a:latin typeface="Arial"/>
                          <a:cs typeface="Arial"/>
                        </a:rPr>
                        <a:t> and click on the  </a:t>
                      </a:r>
                      <a:r>
                        <a:rPr lang="en-US" sz="2400" i="0" dirty="0">
                          <a:solidFill>
                            <a:srgbClr val="FFC000"/>
                          </a:solidFill>
                          <a:latin typeface="Arial"/>
                          <a:cs typeface="Arial"/>
                        </a:rPr>
                        <a:t>HELP DESK</a:t>
                      </a:r>
                      <a:r>
                        <a:rPr lang="en-US" sz="2400" i="0" baseline="0" dirty="0">
                          <a:solidFill>
                            <a:srgbClr val="D9D9D9"/>
                          </a:solidFill>
                          <a:latin typeface="Arial"/>
                          <a:cs typeface="Arial"/>
                        </a:rPr>
                        <a:t> </a:t>
                      </a:r>
                      <a:r>
                        <a:rPr lang="en-US" sz="2400" i="0" dirty="0">
                          <a:solidFill>
                            <a:srgbClr val="D9D9D9"/>
                          </a:solidFill>
                          <a:latin typeface="Arial"/>
                          <a:cs typeface="Arial"/>
                        </a:rPr>
                        <a:t>tab.</a:t>
                      </a:r>
                    </a:p>
                    <a:p>
                      <a:pPr defTabSz="3765639"/>
                      <a:endParaRPr lang="en-US" sz="2400" i="0" dirty="0">
                        <a:solidFill>
                          <a:srgbClr val="D9D9D9"/>
                        </a:solidFill>
                        <a:latin typeface="Arial"/>
                        <a:cs typeface="Arial"/>
                      </a:endParaRPr>
                    </a:p>
                    <a:p>
                      <a:pPr defTabSz="3765639"/>
                      <a:r>
                        <a:rPr lang="en-US" sz="2400" i="0" dirty="0">
                          <a:solidFill>
                            <a:srgbClr val="D9D9D9"/>
                          </a:solidFill>
                          <a:latin typeface="Arial"/>
                          <a:cs typeface="Arial"/>
                        </a:rPr>
                        <a:t>To print your poster using our same-day professional printing service, go online to </a:t>
                      </a:r>
                      <a:r>
                        <a:rPr lang="en-US" sz="2400" i="0" dirty="0" err="1">
                          <a:solidFill>
                            <a:srgbClr val="FFC000"/>
                          </a:solidFill>
                          <a:latin typeface="Arial"/>
                          <a:cs typeface="Arial"/>
                        </a:rPr>
                        <a:t>PosterPresentations.com</a:t>
                      </a:r>
                      <a:r>
                        <a:rPr lang="en-US" sz="2400" i="0" dirty="0">
                          <a:solidFill>
                            <a:srgbClr val="D9D9D9"/>
                          </a:solidFill>
                          <a:latin typeface="Arial"/>
                          <a:cs typeface="Arial"/>
                        </a:rPr>
                        <a:t> and click on "</a:t>
                      </a:r>
                      <a:r>
                        <a:rPr lang="en-US" sz="2400" i="0" dirty="0">
                          <a:solidFill>
                            <a:srgbClr val="FFC000"/>
                          </a:solidFill>
                          <a:latin typeface="Arial"/>
                          <a:cs typeface="Arial"/>
                        </a:rPr>
                        <a:t>Order your poster</a:t>
                      </a:r>
                      <a:r>
                        <a:rPr lang="en-US" sz="2400" i="0" dirty="0">
                          <a:solidFill>
                            <a:srgbClr val="D9D9D9"/>
                          </a:solidFill>
                          <a:latin typeface="Arial"/>
                          <a:cs typeface="Arial"/>
                        </a:rPr>
                        <a:t>".</a:t>
                      </a:r>
                      <a:endParaRPr lang="en-US" sz="2400" b="1" dirty="0">
                        <a:solidFill>
                          <a:srgbClr val="D9D9D9"/>
                        </a:solidFill>
                        <a:latin typeface="Arial"/>
                        <a:cs typeface="Arial"/>
                      </a:endParaRPr>
                    </a:p>
                  </a:txBody>
                  <a:tcPr marL="182880" marT="137160">
                    <a:solidFill>
                      <a:srgbClr val="010101"/>
                    </a:solidFill>
                  </a:tcPr>
                </a:tc>
                <a:tc hMerge="1">
                  <a:txBody>
                    <a:bodyPr/>
                    <a:lstStyle/>
                    <a:p>
                      <a:pPr marL="0" indent="0" algn="l" defTabSz="114300"/>
                      <a:endParaRPr lang="en-US" sz="2400" b="0" baseline="0" dirty="0">
                        <a:solidFill>
                          <a:srgbClr val="FFC000"/>
                        </a:solidFill>
                        <a:latin typeface="Arial" panose="020B0604020202020204" pitchFamily="34" charset="0"/>
                        <a:cs typeface="Arial" panose="020B0604020202020204" pitchFamily="34" charset="0"/>
                      </a:endParaRPr>
                    </a:p>
                  </a:txBody>
                  <a:tcPr>
                    <a:solidFill>
                      <a:schemeClr val="tx1">
                        <a:lumMod val="95000"/>
                        <a:lumOff val="5000"/>
                      </a:schemeClr>
                    </a:solidFill>
                  </a:tcPr>
                </a:tc>
                <a:extLst>
                  <a:ext uri="{0D108BD9-81ED-4DB2-BD59-A6C34878D82A}">
                    <a16:rowId xmlns:a16="http://schemas.microsoft.com/office/drawing/2014/main" val="677555919"/>
                  </a:ext>
                </a:extLst>
              </a:tr>
              <a:tr h="5106834">
                <a:tc>
                  <a:txBody>
                    <a:bodyPr/>
                    <a:lstStyle/>
                    <a:p>
                      <a:pPr algn="ctr"/>
                      <a:endParaRPr lang="en-US" sz="2400" dirty="0">
                        <a:solidFill>
                          <a:srgbClr val="1F3A4E"/>
                        </a:solidFill>
                      </a:endParaRPr>
                    </a:p>
                    <a:p>
                      <a:pPr algn="ctr"/>
                      <a:endParaRPr lang="en-US" sz="2400" dirty="0">
                        <a:solidFill>
                          <a:srgbClr val="1F3A4E"/>
                        </a:solidFill>
                      </a:endParaRPr>
                    </a:p>
                    <a:p>
                      <a:pPr algn="ctr"/>
                      <a:r>
                        <a:rPr lang="en-US" sz="2400" dirty="0">
                          <a:solidFill>
                            <a:schemeClr val="bg1"/>
                          </a:solidFill>
                          <a:latin typeface="Arial" panose="020B0604020202020204" pitchFamily="34" charset="0"/>
                          <a:cs typeface="Arial" panose="020B0604020202020204" pitchFamily="34" charset="0"/>
                        </a:rPr>
                        <a:t>This is a template for a </a:t>
                      </a:r>
                    </a:p>
                    <a:p>
                      <a:pPr algn="ctr"/>
                      <a:r>
                        <a:rPr lang="en-US" sz="2400" dirty="0">
                          <a:solidFill>
                            <a:schemeClr val="bg1"/>
                          </a:solidFill>
                          <a:latin typeface="Arial" panose="020B0604020202020204" pitchFamily="34" charset="0"/>
                          <a:cs typeface="Arial" panose="020B0604020202020204" pitchFamily="34" charset="0"/>
                        </a:rPr>
                        <a:t>presentation poster</a:t>
                      </a:r>
                      <a:br>
                        <a:rPr lang="en-US" sz="2400" dirty="0">
                          <a:solidFill>
                            <a:schemeClr val="bg1"/>
                          </a:solidFill>
                          <a:latin typeface="Arial" panose="020B0604020202020204" pitchFamily="34" charset="0"/>
                          <a:cs typeface="Arial" panose="020B0604020202020204" pitchFamily="34" charset="0"/>
                        </a:rPr>
                      </a:br>
                      <a:r>
                        <a:rPr lang="en-US" sz="4000" b="1" dirty="0">
                          <a:solidFill>
                            <a:srgbClr val="FFC000"/>
                          </a:solidFill>
                          <a:latin typeface="Arial" panose="020B0604020202020204" pitchFamily="34" charset="0"/>
                          <a:cs typeface="Arial" panose="020B0604020202020204" pitchFamily="34" charset="0"/>
                        </a:rPr>
                        <a:t>70x100cm</a:t>
                      </a:r>
                      <a:br>
                        <a:rPr lang="en-US" sz="2400" dirty="0">
                          <a:solidFill>
                            <a:schemeClr val="bg1"/>
                          </a:solidFill>
                          <a:latin typeface="Arial" panose="020B0604020202020204" pitchFamily="34" charset="0"/>
                          <a:cs typeface="Arial" panose="020B0604020202020204" pitchFamily="34" charset="0"/>
                        </a:rPr>
                      </a:br>
                      <a:endParaRPr lang="en-US" sz="2400" dirty="0">
                        <a:solidFill>
                          <a:srgbClr val="1F3A4E"/>
                        </a:solidFill>
                      </a:endParaRPr>
                    </a:p>
                  </a:txBody>
                  <a:tcPr>
                    <a:solidFill>
                      <a:srgbClr val="010101"/>
                    </a:solidFill>
                  </a:tcPr>
                </a:tc>
                <a:tc>
                  <a:txBody>
                    <a:bodyPr/>
                    <a:lstStyle/>
                    <a:p>
                      <a:pPr marL="0" marR="0" indent="0" algn="l" defTabSz="4388900" rtl="0" eaLnBrk="1" fontAlgn="auto" latinLnBrk="0" hangingPunct="1">
                        <a:lnSpc>
                          <a:spcPct val="100000"/>
                        </a:lnSpc>
                        <a:spcBef>
                          <a:spcPts val="0"/>
                        </a:spcBef>
                        <a:spcAft>
                          <a:spcPts val="0"/>
                        </a:spcAft>
                        <a:buClrTx/>
                        <a:buSzTx/>
                        <a:buFontTx/>
                        <a:buNone/>
                        <a:tabLst/>
                        <a:defRPr/>
                      </a:pPr>
                      <a:r>
                        <a:rPr lang="en-US" sz="2800" b="1" baseline="0" dirty="0">
                          <a:solidFill>
                            <a:srgbClr val="FFC000"/>
                          </a:solidFill>
                          <a:latin typeface="Arial" panose="020B0604020202020204" pitchFamily="34" charset="0"/>
                          <a:cs typeface="Arial" panose="020B0604020202020204" pitchFamily="34" charset="0"/>
                        </a:rPr>
                        <a:t>Important:</a:t>
                      </a:r>
                      <a:br>
                        <a:rPr lang="en-US" sz="2800" b="1" baseline="0" dirty="0">
                          <a:solidFill>
                            <a:srgbClr val="FFC000"/>
                          </a:solidFill>
                          <a:latin typeface="Arial" panose="020B0604020202020204" pitchFamily="34" charset="0"/>
                          <a:cs typeface="Arial" panose="020B0604020202020204" pitchFamily="34" charset="0"/>
                        </a:rPr>
                      </a:br>
                      <a:r>
                        <a:rPr lang="en-US" sz="2800" b="1" baseline="0" dirty="0">
                          <a:solidFill>
                            <a:srgbClr val="FFC000"/>
                          </a:solidFill>
                          <a:latin typeface="Arial" panose="020B0604020202020204" pitchFamily="34" charset="0"/>
                          <a:cs typeface="Arial" panose="020B0604020202020204" pitchFamily="34" charset="0"/>
                        </a:rPr>
                        <a:t>Check the template size</a:t>
                      </a:r>
                      <a:br>
                        <a:rPr lang="en-US" sz="2400" b="0" baseline="0" dirty="0">
                          <a:solidFill>
                            <a:srgbClr val="FFC000"/>
                          </a:solidFill>
                          <a:latin typeface="Arial" panose="020B0604020202020204" pitchFamily="34" charset="0"/>
                          <a:cs typeface="Arial" panose="020B0604020202020204" pitchFamily="34" charset="0"/>
                        </a:rPr>
                      </a:br>
                      <a:r>
                        <a:rPr lang="en-US" sz="2400" b="0" baseline="0" dirty="0">
                          <a:solidFill>
                            <a:srgbClr val="D9D9D9"/>
                          </a:solidFill>
                          <a:latin typeface="Arial" panose="020B0604020202020204" pitchFamily="34" charset="0"/>
                          <a:cs typeface="Arial" panose="020B0604020202020204" pitchFamily="34" charset="0"/>
                        </a:rPr>
                        <a:t>Before you start working on your poster and to avoid printing problems check that you have downloaded and that you are using the correct size template for your poster presentation.</a:t>
                      </a:r>
                      <a:br>
                        <a:rPr lang="en-US" sz="2400" b="0" baseline="0" dirty="0">
                          <a:solidFill>
                            <a:srgbClr val="D9D9D9"/>
                          </a:solidFill>
                          <a:latin typeface="Arial" panose="020B0604020202020204" pitchFamily="34" charset="0"/>
                          <a:cs typeface="Arial" panose="020B0604020202020204" pitchFamily="34" charset="0"/>
                        </a:rPr>
                      </a:br>
                      <a:r>
                        <a:rPr lang="en-US" sz="2400" b="0" baseline="0" dirty="0">
                          <a:solidFill>
                            <a:srgbClr val="D9D9D9"/>
                          </a:solidFill>
                          <a:latin typeface="Arial" panose="020B0604020202020204" pitchFamily="34" charset="0"/>
                          <a:cs typeface="Arial" panose="020B0604020202020204" pitchFamily="34" charset="0"/>
                        </a:rPr>
                        <a:t>This template can also be printed at the following sizes without distortion and without any additional formatting:</a:t>
                      </a:r>
                      <a:br>
                        <a:rPr lang="en-US" sz="2400" b="0" baseline="0" dirty="0">
                          <a:solidFill>
                            <a:srgbClr val="D9D9D9"/>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100x143 cm</a:t>
                      </a:r>
                      <a:br>
                        <a:rPr lang="en-US" sz="2400" b="0" baseline="0" dirty="0">
                          <a:solidFill>
                            <a:srgbClr val="FFC000"/>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27.5x39.37 inches </a:t>
                      </a:r>
                    </a:p>
                  </a:txBody>
                  <a:tcPr marL="182880" marT="137160">
                    <a:solidFill>
                      <a:srgbClr val="010101"/>
                    </a:solidFill>
                  </a:tcPr>
                </a:tc>
                <a:extLst>
                  <a:ext uri="{0D108BD9-81ED-4DB2-BD59-A6C34878D82A}">
                    <a16:rowId xmlns:a16="http://schemas.microsoft.com/office/drawing/2014/main" val="10008"/>
                  </a:ext>
                </a:extLst>
              </a:tr>
              <a:tr h="5003666">
                <a:tc>
                  <a:txBody>
                    <a:bodyPr/>
                    <a:lstStyle/>
                    <a:p>
                      <a:endParaRPr lang="en-US" sz="2400" dirty="0">
                        <a:solidFill>
                          <a:srgbClr val="1F3A4E"/>
                        </a:solidFill>
                      </a:endParaRPr>
                    </a:p>
                  </a:txBody>
                  <a:tcPr>
                    <a:blipFill rotWithShape="1">
                      <a:blip r:embed="rId3"/>
                      <a:stretch>
                        <a:fillRect/>
                      </a:stretch>
                    </a:blipFill>
                  </a:tcPr>
                </a:tc>
                <a:tc>
                  <a:txBody>
                    <a:bodyPr/>
                    <a:lstStyle/>
                    <a:p>
                      <a:pPr algn="l"/>
                      <a:r>
                        <a:rPr lang="en-US" sz="2800" b="1" baseline="0" dirty="0">
                          <a:solidFill>
                            <a:srgbClr val="FFC000"/>
                          </a:solidFill>
                          <a:latin typeface="Arial" panose="020B0604020202020204" pitchFamily="34" charset="0"/>
                          <a:cs typeface="Arial" panose="020B0604020202020204" pitchFamily="34" charset="0"/>
                        </a:rPr>
                        <a:t>How to </a:t>
                      </a:r>
                      <a:r>
                        <a:rPr lang="en-US" sz="4400" b="1" baseline="0" dirty="0">
                          <a:solidFill>
                            <a:srgbClr val="FFC000"/>
                          </a:solidFill>
                          <a:latin typeface="Arial" panose="020B0604020202020204" pitchFamily="34" charset="0"/>
                          <a:cs typeface="Arial" panose="020B0604020202020204" pitchFamily="34" charset="0"/>
                        </a:rPr>
                        <a:t>Zoom in </a:t>
                      </a:r>
                      <a:r>
                        <a:rPr lang="en-US" sz="2800" b="1" baseline="0" dirty="0">
                          <a:solidFill>
                            <a:srgbClr val="FFC000"/>
                          </a:solidFill>
                          <a:latin typeface="Arial" panose="020B0604020202020204" pitchFamily="34" charset="0"/>
                          <a:cs typeface="Arial" panose="020B0604020202020204" pitchFamily="34" charset="0"/>
                        </a:rPr>
                        <a:t>and </a:t>
                      </a:r>
                      <a:r>
                        <a:rPr lang="en-US" sz="2000" b="1" baseline="0" dirty="0">
                          <a:solidFill>
                            <a:srgbClr val="FFC000"/>
                          </a:solidFill>
                          <a:latin typeface="Arial" panose="020B0604020202020204" pitchFamily="34" charset="0"/>
                          <a:cs typeface="Arial" panose="020B0604020202020204" pitchFamily="34" charset="0"/>
                        </a:rPr>
                        <a:t>out</a:t>
                      </a:r>
                      <a:endParaRPr lang="en-US" sz="2800" b="1" baseline="0" dirty="0">
                        <a:solidFill>
                          <a:srgbClr val="FFC000"/>
                        </a:solidFill>
                        <a:latin typeface="Arial" panose="020B0604020202020204" pitchFamily="34" charset="0"/>
                        <a:cs typeface="Arial" panose="020B0604020202020204" pitchFamily="34" charset="0"/>
                      </a:endParaRPr>
                    </a:p>
                    <a:p>
                      <a:pPr algn="l"/>
                      <a:r>
                        <a:rPr lang="en-US" sz="2400" b="0" baseline="0" dirty="0">
                          <a:solidFill>
                            <a:srgbClr val="D9D9D9"/>
                          </a:solidFill>
                          <a:latin typeface="Arial" panose="020B0604020202020204" pitchFamily="34" charset="0"/>
                          <a:cs typeface="Arial" panose="020B0604020202020204" pitchFamily="34" charset="0"/>
                        </a:rPr>
                        <a:t>Use the PowerPoint zoom tool to adjust the screen magnification to view comfortably. PowerPoint provides 2 ways to zoom: </a:t>
                      </a:r>
                      <a:br>
                        <a:rPr lang="en-US" sz="2400" b="0" baseline="0" dirty="0">
                          <a:solidFill>
                            <a:srgbClr val="D9D9D9"/>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1. </a:t>
                      </a:r>
                      <a:r>
                        <a:rPr lang="en-US" sz="2400" b="0" baseline="0" dirty="0">
                          <a:solidFill>
                            <a:srgbClr val="D9D9D9"/>
                          </a:solidFill>
                          <a:latin typeface="Arial" panose="020B0604020202020204" pitchFamily="34" charset="0"/>
                          <a:cs typeface="Arial" panose="020B0604020202020204" pitchFamily="34" charset="0"/>
                        </a:rPr>
                        <a:t>On the top menu bar click on the VIEW tab and then click on ZOOM. Choose the zoom percentage that works best for you. </a:t>
                      </a:r>
                      <a:br>
                        <a:rPr lang="en-US" sz="2400" b="0" baseline="0" dirty="0">
                          <a:solidFill>
                            <a:srgbClr val="D9D9D9"/>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2. </a:t>
                      </a:r>
                      <a:r>
                        <a:rPr lang="en-US" sz="2400" b="0" baseline="0" dirty="0">
                          <a:solidFill>
                            <a:srgbClr val="D9D9D9"/>
                          </a:solidFill>
                          <a:latin typeface="Arial" panose="020B0604020202020204" pitchFamily="34" charset="0"/>
                          <a:cs typeface="Arial" panose="020B0604020202020204" pitchFamily="34" charset="0"/>
                        </a:rPr>
                        <a:t>For better zoom flexibility, use the zoom slider at the bottom right of the window.</a:t>
                      </a:r>
                    </a:p>
                  </a:txBody>
                  <a:tcPr marL="182880" marT="137160">
                    <a:solidFill>
                      <a:srgbClr val="010101"/>
                    </a:solidFill>
                  </a:tcPr>
                </a:tc>
                <a:extLst>
                  <a:ext uri="{0D108BD9-81ED-4DB2-BD59-A6C34878D82A}">
                    <a16:rowId xmlns:a16="http://schemas.microsoft.com/office/drawing/2014/main" val="10001"/>
                  </a:ext>
                </a:extLst>
              </a:tr>
              <a:tr h="2372872">
                <a:tc gridSpan="2">
                  <a:txBody>
                    <a:bodyPr/>
                    <a:lstStyle/>
                    <a:p>
                      <a:pPr marL="0" marR="0" lvl="0" indent="0" algn="l" defTabSz="4388900" rtl="0" eaLnBrk="1" fontAlgn="auto" latinLnBrk="0" hangingPunct="1">
                        <a:lnSpc>
                          <a:spcPct val="100000"/>
                        </a:lnSpc>
                        <a:spcBef>
                          <a:spcPts val="0"/>
                        </a:spcBef>
                        <a:spcAft>
                          <a:spcPts val="0"/>
                        </a:spcAft>
                        <a:buClrTx/>
                        <a:buSzTx/>
                        <a:buFontTx/>
                        <a:buNone/>
                        <a:tabLst/>
                        <a:defRPr/>
                      </a:pPr>
                      <a:r>
                        <a:rPr lang="en-US" sz="2800" b="1" baseline="0" dirty="0">
                          <a:solidFill>
                            <a:srgbClr val="FFC000"/>
                          </a:solidFill>
                          <a:latin typeface="Arial" panose="020B0604020202020204" pitchFamily="34" charset="0"/>
                          <a:cs typeface="Arial" panose="020B0604020202020204" pitchFamily="34" charset="0"/>
                        </a:rPr>
                        <a:t>Ruler and Guides</a:t>
                      </a:r>
                      <a:br>
                        <a:rPr lang="en-US" sz="2400" b="0" baseline="0" dirty="0">
                          <a:solidFill>
                            <a:srgbClr val="FFC000"/>
                          </a:solidFill>
                          <a:latin typeface="Arial" panose="020B0604020202020204" pitchFamily="34" charset="0"/>
                          <a:cs typeface="Arial" panose="020B0604020202020204" pitchFamily="34" charset="0"/>
                        </a:rPr>
                      </a:br>
                      <a:r>
                        <a:rPr lang="en-US" sz="2400" b="0" baseline="0" dirty="0">
                          <a:solidFill>
                            <a:srgbClr val="D9D9D9"/>
                          </a:solidFill>
                          <a:latin typeface="Arial" panose="020B0604020202020204" pitchFamily="34" charset="0"/>
                          <a:cs typeface="Arial" panose="020B0604020202020204" pitchFamily="34" charset="0"/>
                        </a:rPr>
                        <a:t>The dotted lines on his poster template are guides.  The horizontal and vertical guides will help you align your poster elements accurately. Text boxes and other elements will ”snap” to the guides and stay within the boundaries of the columns. To hide the guides go to VIEW and uncheck the Guides box.</a:t>
                      </a:r>
                    </a:p>
                  </a:txBody>
                  <a:tcPr>
                    <a:solidFill>
                      <a:srgbClr val="010101"/>
                    </a:solidFill>
                  </a:tcPr>
                </a:tc>
                <a:tc hMerge="1">
                  <a:txBody>
                    <a:bodyPr/>
                    <a:lstStyle/>
                    <a:p>
                      <a:endParaRPr lang="en-US" sz="2400" b="0" baseline="0" dirty="0">
                        <a:solidFill>
                          <a:schemeClr val="bg1"/>
                        </a:solidFill>
                        <a:latin typeface="Arial" panose="020B0604020202020204" pitchFamily="34" charset="0"/>
                        <a:cs typeface="Arial" panose="020B0604020202020204" pitchFamily="34" charset="0"/>
                      </a:endParaRPr>
                    </a:p>
                  </a:txBody>
                  <a:tcPr marL="182880" marT="137160">
                    <a:solidFill>
                      <a:schemeClr val="tx1">
                        <a:lumMod val="95000"/>
                        <a:lumOff val="5000"/>
                      </a:schemeClr>
                    </a:solidFill>
                  </a:tcPr>
                </a:tc>
                <a:extLst>
                  <a:ext uri="{0D108BD9-81ED-4DB2-BD59-A6C34878D82A}">
                    <a16:rowId xmlns:a16="http://schemas.microsoft.com/office/drawing/2014/main" val="10002"/>
                  </a:ext>
                </a:extLst>
              </a:tr>
              <a:tr h="4694162">
                <a:tc>
                  <a:txBody>
                    <a:bodyPr/>
                    <a:lstStyle/>
                    <a:p>
                      <a:endParaRPr lang="en-US" sz="2400" dirty="0">
                        <a:solidFill>
                          <a:srgbClr val="1F3A4E"/>
                        </a:solidFill>
                      </a:endParaRPr>
                    </a:p>
                  </a:txBody>
                  <a:tcPr>
                    <a:blipFill rotWithShape="1">
                      <a:blip r:embed="rId4"/>
                      <a:stretch>
                        <a:fillRect/>
                      </a:stretch>
                    </a:blipFill>
                  </a:tcPr>
                </a:tc>
                <a:tc>
                  <a:txBody>
                    <a:bodyPr/>
                    <a:lstStyle/>
                    <a:p>
                      <a:pPr marL="0" lvl="1" indent="0" algn="l" defTabSz="114300"/>
                      <a:r>
                        <a:rPr lang="en-US" sz="2800" b="1" baseline="0" dirty="0">
                          <a:solidFill>
                            <a:srgbClr val="FFC000"/>
                          </a:solidFill>
                          <a:latin typeface="Arial" panose="020B0604020202020204" pitchFamily="34" charset="0"/>
                          <a:cs typeface="Arial" panose="020B0604020202020204" pitchFamily="34" charset="0"/>
                        </a:rPr>
                        <a:t>Headers and text containers</a:t>
                      </a:r>
                      <a:br>
                        <a:rPr lang="en-US" sz="2400" b="0" baseline="0" dirty="0">
                          <a:solidFill>
                            <a:schemeClr val="bg1"/>
                          </a:solidFill>
                          <a:latin typeface="Arial" panose="020B0604020202020204" pitchFamily="34" charset="0"/>
                          <a:cs typeface="Arial" panose="020B0604020202020204" pitchFamily="34" charset="0"/>
                        </a:rPr>
                      </a:br>
                      <a:r>
                        <a:rPr lang="en-US" sz="2400" b="0" baseline="0" dirty="0">
                          <a:solidFill>
                            <a:srgbClr val="D9D9D9"/>
                          </a:solidFill>
                          <a:latin typeface="Arial" panose="020B0604020202020204" pitchFamily="34" charset="0"/>
                          <a:cs typeface="Arial" panose="020B0604020202020204" pitchFamily="34" charset="0"/>
                        </a:rPr>
                        <a:t>Included in this template are commonly used section headers such as Abstract, Objectives, Methods, Results, etc. </a:t>
                      </a:r>
                      <a:br>
                        <a:rPr lang="en-US" sz="2400" b="0" baseline="0" dirty="0">
                          <a:solidFill>
                            <a:schemeClr val="bg1"/>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a:t>
                      </a:r>
                      <a:r>
                        <a:rPr lang="en-US" sz="2400" b="0" baseline="0" dirty="0">
                          <a:solidFill>
                            <a:schemeClr val="bg1"/>
                          </a:solidFill>
                          <a:latin typeface="Arial" panose="020B0604020202020204" pitchFamily="34" charset="0"/>
                          <a:cs typeface="Arial" panose="020B0604020202020204" pitchFamily="34" charset="0"/>
                        </a:rPr>
                        <a:t> </a:t>
                      </a:r>
                      <a:r>
                        <a:rPr lang="en-US" sz="2400" b="0" baseline="0" dirty="0">
                          <a:solidFill>
                            <a:srgbClr val="D9D9D9"/>
                          </a:solidFill>
                          <a:latin typeface="Arial" panose="020B0604020202020204" pitchFamily="34" charset="0"/>
                          <a:cs typeface="Arial" panose="020B0604020202020204" pitchFamily="34" charset="0"/>
                        </a:rPr>
                        <a:t>Click inside a section header to add its text. </a:t>
                      </a:r>
                      <a:br>
                        <a:rPr lang="en-US" sz="2400" b="0" baseline="0" dirty="0">
                          <a:solidFill>
                            <a:schemeClr val="bg1"/>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a:t>
                      </a:r>
                      <a:r>
                        <a:rPr lang="en-US" sz="2400" b="0" baseline="0" dirty="0">
                          <a:solidFill>
                            <a:schemeClr val="bg1"/>
                          </a:solidFill>
                          <a:latin typeface="Arial" panose="020B0604020202020204" pitchFamily="34" charset="0"/>
                          <a:cs typeface="Arial" panose="020B0604020202020204" pitchFamily="34" charset="0"/>
                        </a:rPr>
                        <a:t> </a:t>
                      </a:r>
                      <a:r>
                        <a:rPr lang="en-US" sz="2400" b="0" baseline="0" dirty="0">
                          <a:solidFill>
                            <a:srgbClr val="D9D9D9"/>
                          </a:solidFill>
                          <a:latin typeface="Arial" panose="020B0604020202020204" pitchFamily="34" charset="0"/>
                          <a:cs typeface="Arial" panose="020B0604020202020204" pitchFamily="34" charset="0"/>
                        </a:rPr>
                        <a:t>To add another header, click on edge of the section box so that it is outlined. Copy and paste it. </a:t>
                      </a:r>
                      <a:br>
                        <a:rPr lang="en-US" sz="2400" b="0" baseline="0" dirty="0">
                          <a:solidFill>
                            <a:schemeClr val="bg1"/>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a:t>
                      </a:r>
                      <a:r>
                        <a:rPr lang="en-US" sz="2400" b="0" baseline="0" dirty="0">
                          <a:solidFill>
                            <a:schemeClr val="bg1"/>
                          </a:solidFill>
                          <a:latin typeface="Arial" panose="020B0604020202020204" pitchFamily="34" charset="0"/>
                          <a:cs typeface="Arial" panose="020B0604020202020204" pitchFamily="34" charset="0"/>
                        </a:rPr>
                        <a:t> </a:t>
                      </a:r>
                      <a:r>
                        <a:rPr lang="en-US" sz="2400" b="0" baseline="0" dirty="0">
                          <a:solidFill>
                            <a:srgbClr val="D9D9D9"/>
                          </a:solidFill>
                          <a:latin typeface="Arial" panose="020B0604020202020204" pitchFamily="34" charset="0"/>
                          <a:cs typeface="Arial" panose="020B0604020202020204" pitchFamily="34" charset="0"/>
                        </a:rPr>
                        <a:t>To increase its size, click on the white circles and expand to the the desired size.</a:t>
                      </a:r>
                    </a:p>
                  </a:txBody>
                  <a:tcPr marL="182880" marT="137160">
                    <a:solidFill>
                      <a:srgbClr val="010101"/>
                    </a:solidFill>
                  </a:tcPr>
                </a:tc>
                <a:extLst>
                  <a:ext uri="{0D108BD9-81ED-4DB2-BD59-A6C34878D82A}">
                    <a16:rowId xmlns:a16="http://schemas.microsoft.com/office/drawing/2014/main" val="10003"/>
                  </a:ext>
                </a:extLst>
              </a:tr>
              <a:tr h="3817230">
                <a:tc gridSpan="2">
                  <a:txBody>
                    <a:bodyPr/>
                    <a:lstStyle/>
                    <a:p>
                      <a:r>
                        <a:rPr lang="en-US" sz="2800" b="1" dirty="0">
                          <a:solidFill>
                            <a:srgbClr val="FFC000"/>
                          </a:solidFill>
                          <a:latin typeface="Arial" panose="020B0604020202020204" pitchFamily="34" charset="0"/>
                          <a:cs typeface="Arial" panose="020B0604020202020204" pitchFamily="34" charset="0"/>
                        </a:rPr>
                        <a:t>Adding content to the poster</a:t>
                      </a:r>
                    </a:p>
                    <a:p>
                      <a:r>
                        <a:rPr lang="en-US" sz="2400" baseline="0" dirty="0">
                          <a:solidFill>
                            <a:srgbClr val="D9D9D9"/>
                          </a:solidFill>
                          <a:latin typeface="Arial" panose="020B0604020202020204" pitchFamily="34" charset="0"/>
                          <a:cs typeface="Arial" panose="020B0604020202020204" pitchFamily="34" charset="0"/>
                        </a:rPr>
                        <a:t>Start by adding your text to each section without spending too much time with formatting. Use the default font size even if your text extends beyond the bottom of the poster. Continue until you have added all your content including text, graphics, photos, etc. Once you finish adding your content you can go back and format your text as needed.</a:t>
                      </a:r>
                    </a:p>
                    <a:p>
                      <a:pPr marL="342900" indent="-342900">
                        <a:buFontTx/>
                        <a:buChar char="-"/>
                      </a:pPr>
                      <a:r>
                        <a:rPr lang="en-US" sz="2400" baseline="0" dirty="0">
                          <a:solidFill>
                            <a:srgbClr val="D9D9D9"/>
                          </a:solidFill>
                          <a:latin typeface="Arial" panose="020B0604020202020204" pitchFamily="34" charset="0"/>
                          <a:cs typeface="Arial" panose="020B0604020202020204" pitchFamily="34" charset="0"/>
                        </a:rPr>
                        <a:t>If you run out of room, try to reduce the size of your fonts and/or the size of your graphics. If there is a lot of empty space try to increase your font sizes and the size of your graphics. The font used for references can be smaller.</a:t>
                      </a:r>
                      <a:endParaRPr lang="en-US" sz="2400" dirty="0">
                        <a:solidFill>
                          <a:srgbClr val="D9D9D9"/>
                        </a:solidFill>
                        <a:latin typeface="Arial" panose="020B0604020202020204" pitchFamily="34" charset="0"/>
                        <a:cs typeface="Arial" panose="020B0604020202020204" pitchFamily="34" charset="0"/>
                      </a:endParaRPr>
                    </a:p>
                  </a:txBody>
                  <a:tcPr>
                    <a:solidFill>
                      <a:srgbClr val="010101"/>
                    </a:solidFill>
                  </a:tcPr>
                </a:tc>
                <a:tc hMerge="1">
                  <a:txBody>
                    <a:bodyPr/>
                    <a:lstStyle/>
                    <a:p>
                      <a:endParaRPr lang="en-US" sz="2400" dirty="0">
                        <a:solidFill>
                          <a:schemeClr val="bg1"/>
                        </a:solidFill>
                        <a:latin typeface="Arial" panose="020B0604020202020204" pitchFamily="34" charset="0"/>
                        <a:cs typeface="Arial" panose="020B0604020202020204" pitchFamily="34" charset="0"/>
                      </a:endParaRPr>
                    </a:p>
                  </a:txBody>
                  <a:tcPr marL="182880" marT="137160">
                    <a:solidFill>
                      <a:srgbClr val="010101"/>
                    </a:solidFill>
                  </a:tcPr>
                </a:tc>
                <a:extLst>
                  <a:ext uri="{0D108BD9-81ED-4DB2-BD59-A6C34878D82A}">
                    <a16:rowId xmlns:a16="http://schemas.microsoft.com/office/drawing/2014/main" val="10004"/>
                  </a:ext>
                </a:extLst>
              </a:tr>
              <a:tr h="2527626">
                <a:tc gridSpan="2">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r>
                        <a:rPr lang="en-US" sz="2800" b="1" noProof="0" dirty="0">
                          <a:solidFill>
                            <a:srgbClr val="FFC000"/>
                          </a:solidFill>
                          <a:latin typeface="Arial" panose="020B0604020202020204" pitchFamily="34" charset="0"/>
                          <a:cs typeface="Arial" panose="020B0604020202020204" pitchFamily="34" charset="0"/>
                        </a:rPr>
                        <a:t>Photos</a:t>
                      </a:r>
                    </a:p>
                    <a:p>
                      <a:pPr marL="0" marR="0" lvl="0" indent="0" algn="l" defTabSz="9779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D9D9D9"/>
                          </a:solidFill>
                          <a:effectLst/>
                          <a:uLnTx/>
                          <a:uFillTx/>
                          <a:latin typeface="Arial"/>
                          <a:ea typeface="+mn-ea"/>
                          <a:cs typeface="Arial"/>
                        </a:rPr>
                        <a:t>You can add photos by dragging and dropping from your desktop, copy and paste, or by going to INSERT &gt; PICTURES. Resize images proportionally by holding down the SHIFT key and dragging one of the white corner handles (dots). For a professional-looking poster, do not distort your images by stretching them disproportionally.</a:t>
                      </a:r>
                    </a:p>
                  </a:txBody>
                  <a:tcPr marL="182880" marT="137160">
                    <a:solidFill>
                      <a:srgbClr val="010101"/>
                    </a:solidFill>
                  </a:tcPr>
                </a:tc>
                <a:tc hMerge="1">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endParaRPr lang="en-US" sz="2200" noProof="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0005"/>
                  </a:ext>
                </a:extLst>
              </a:tr>
              <a:tr h="2223088">
                <a:tc gridSpan="2">
                  <a:txBody>
                    <a:bodyPr/>
                    <a:lstStyle/>
                    <a:p>
                      <a:endParaRPr lang="en-US" sz="2400" dirty="0">
                        <a:solidFill>
                          <a:schemeClr val="bg1"/>
                        </a:solidFill>
                        <a:latin typeface="Arial" panose="020B0604020202020204" pitchFamily="34" charset="0"/>
                        <a:cs typeface="Arial" panose="020B0604020202020204" pitchFamily="34" charset="0"/>
                      </a:endParaRPr>
                    </a:p>
                  </a:txBody>
                  <a:tcPr marL="182880" marT="137160">
                    <a:blipFill rotWithShape="1">
                      <a:blip r:embed="rId5"/>
                      <a:stretch>
                        <a:fillRect/>
                      </a:stretch>
                    </a:blipFill>
                  </a:tcPr>
                </a:tc>
                <a:tc hMerge="1">
                  <a:txBody>
                    <a:bodyPr/>
                    <a:lstStyle/>
                    <a:p>
                      <a:endParaRPr lang="en-US" sz="2400" dirty="0">
                        <a:solidFill>
                          <a:srgbClr val="1F3A4E"/>
                        </a:solidFill>
                      </a:endParaRPr>
                    </a:p>
                  </a:txBody>
                  <a:tcPr/>
                </a:tc>
                <a:extLst>
                  <a:ext uri="{0D108BD9-81ED-4DB2-BD59-A6C34878D82A}">
                    <a16:rowId xmlns:a16="http://schemas.microsoft.com/office/drawing/2014/main" val="10006"/>
                  </a:ext>
                </a:extLst>
              </a:tr>
              <a:tr h="1466691">
                <a:tc gridSpan="2">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r>
                        <a:rPr lang="en-US" sz="2800" b="1" noProof="0" dirty="0">
                          <a:solidFill>
                            <a:srgbClr val="FFC000"/>
                          </a:solidFill>
                          <a:latin typeface="Arial"/>
                          <a:cs typeface="Arial"/>
                        </a:rPr>
                        <a:t>Quality check your graphics</a:t>
                      </a:r>
                    </a:p>
                    <a:p>
                      <a:pPr marL="0" marR="0" lvl="0" indent="0" algn="l" defTabSz="1518341" rtl="0" eaLnBrk="1" fontAlgn="auto" latinLnBrk="0" hangingPunct="1">
                        <a:lnSpc>
                          <a:spcPct val="100000"/>
                        </a:lnSpc>
                        <a:spcBef>
                          <a:spcPts val="0"/>
                        </a:spcBef>
                        <a:spcAft>
                          <a:spcPts val="0"/>
                        </a:spcAft>
                        <a:buClrTx/>
                        <a:buSzTx/>
                        <a:buFontTx/>
                        <a:buNone/>
                        <a:tabLst/>
                        <a:defRPr/>
                      </a:pPr>
                      <a:r>
                        <a:rPr lang="en-US" sz="2400" noProof="0" dirty="0">
                          <a:solidFill>
                            <a:srgbClr val="D9D9D9"/>
                          </a:solidFill>
                          <a:latin typeface="Arial"/>
                          <a:cs typeface="Arial"/>
                        </a:rPr>
                        <a:t>Zoom in and look at your images at 100%-200% magnification. If they look clear, they will print well. </a:t>
                      </a:r>
                    </a:p>
                  </a:txBody>
                  <a:tcPr marL="182880" marT="137160">
                    <a:solidFill>
                      <a:srgbClr val="010101"/>
                    </a:solidFill>
                  </a:tcPr>
                </a:tc>
                <a:tc hMerge="1">
                  <a:txBody>
                    <a:bodyPr/>
                    <a:lstStyle/>
                    <a:p>
                      <a:endParaRPr lang="en-US" sz="2400" dirty="0">
                        <a:solidFill>
                          <a:srgbClr val="1F3A4E"/>
                        </a:solidFill>
                      </a:endParaRPr>
                    </a:p>
                  </a:txBody>
                  <a:tcPr>
                    <a:solidFill>
                      <a:schemeClr val="tx1">
                        <a:lumMod val="95000"/>
                        <a:lumOff val="5000"/>
                      </a:schemeClr>
                    </a:solidFill>
                  </a:tcPr>
                </a:tc>
                <a:extLst>
                  <a:ext uri="{0D108BD9-81ED-4DB2-BD59-A6C34878D82A}">
                    <a16:rowId xmlns:a16="http://schemas.microsoft.com/office/drawing/2014/main" val="10007"/>
                  </a:ext>
                </a:extLst>
              </a:tr>
              <a:tr h="3089863">
                <a:tc gridSpan="2">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endParaRPr lang="en-US" sz="2400" noProof="0" dirty="0">
                        <a:solidFill>
                          <a:schemeClr val="bg1"/>
                        </a:solidFill>
                        <a:latin typeface="Arial"/>
                        <a:cs typeface="Arial"/>
                      </a:endParaRPr>
                    </a:p>
                  </a:txBody>
                  <a:tcPr marL="182880" marT="137160">
                    <a:blipFill rotWithShape="1">
                      <a:blip r:embed="rId6"/>
                      <a:stretch>
                        <a:fillRect/>
                      </a:stretch>
                    </a:blipFill>
                  </a:tcPr>
                </a:tc>
                <a:tc hMerge="1">
                  <a:txBody>
                    <a:bodyPr/>
                    <a:lstStyle/>
                    <a:p>
                      <a:endParaRPr lang="en-US"/>
                    </a:p>
                  </a:txBody>
                  <a:tcPr/>
                </a:tc>
                <a:extLst>
                  <a:ext uri="{0D108BD9-81ED-4DB2-BD59-A6C34878D82A}">
                    <a16:rowId xmlns:a16="http://schemas.microsoft.com/office/drawing/2014/main" val="10010"/>
                  </a:ext>
                </a:extLst>
              </a:tr>
            </a:tbl>
          </a:graphicData>
        </a:graphic>
      </p:graphicFrame>
      <p:grpSp>
        <p:nvGrpSpPr>
          <p:cNvPr id="9" name="Group 8">
            <a:extLst>
              <a:ext uri="{FF2B5EF4-FFF2-40B4-BE49-F238E27FC236}">
                <a16:creationId xmlns:a16="http://schemas.microsoft.com/office/drawing/2014/main" id="{08DEEC71-333C-EB4F-94EA-63CA80BD11AC}"/>
              </a:ext>
            </a:extLst>
          </p:cNvPr>
          <p:cNvGrpSpPr/>
          <p:nvPr userDrawn="1"/>
        </p:nvGrpSpPr>
        <p:grpSpPr>
          <a:xfrm>
            <a:off x="0" y="0"/>
            <a:ext cx="25192038" cy="36013650"/>
            <a:chOff x="-282256" y="-251209"/>
            <a:chExt cx="25648282" cy="36391624"/>
          </a:xfrm>
        </p:grpSpPr>
        <p:sp>
          <p:nvSpPr>
            <p:cNvPr id="10" name="Freeform 9">
              <a:extLst>
                <a:ext uri="{FF2B5EF4-FFF2-40B4-BE49-F238E27FC236}">
                  <a16:creationId xmlns:a16="http://schemas.microsoft.com/office/drawing/2014/main" id="{DACE849D-9518-E947-B822-CB297FE580F1}"/>
                </a:ext>
              </a:extLst>
            </p:cNvPr>
            <p:cNvSpPr/>
            <p:nvPr userDrawn="1"/>
          </p:nvSpPr>
          <p:spPr>
            <a:xfrm>
              <a:off x="-240584" y="-231258"/>
              <a:ext cx="25606610" cy="36371673"/>
            </a:xfrm>
            <a:custGeom>
              <a:avLst/>
              <a:gdLst>
                <a:gd name="connsiteX0" fmla="*/ 0 w 44005500"/>
                <a:gd name="connsiteY0" fmla="*/ 0 h 32956500"/>
                <a:gd name="connsiteX1" fmla="*/ 44005500 w 44005500"/>
                <a:gd name="connsiteY1" fmla="*/ 32956500 h 32956500"/>
                <a:gd name="connsiteX2" fmla="*/ 38100 w 44005500"/>
                <a:gd name="connsiteY2" fmla="*/ 32918400 h 32956500"/>
                <a:gd name="connsiteX3" fmla="*/ 0 w 44005500"/>
                <a:gd name="connsiteY3" fmla="*/ 0 h 32956500"/>
              </a:gdLst>
              <a:ahLst/>
              <a:cxnLst>
                <a:cxn ang="0">
                  <a:pos x="connsiteX0" y="connsiteY0"/>
                </a:cxn>
                <a:cxn ang="0">
                  <a:pos x="connsiteX1" y="connsiteY1"/>
                </a:cxn>
                <a:cxn ang="0">
                  <a:pos x="connsiteX2" y="connsiteY2"/>
                </a:cxn>
                <a:cxn ang="0">
                  <a:pos x="connsiteX3" y="connsiteY3"/>
                </a:cxn>
              </a:cxnLst>
              <a:rect l="l" t="t" r="r" b="b"/>
              <a:pathLst>
                <a:path w="44005500" h="32956500">
                  <a:moveTo>
                    <a:pt x="0" y="0"/>
                  </a:moveTo>
                  <a:lnTo>
                    <a:pt x="44005500" y="32956500"/>
                  </a:lnTo>
                  <a:lnTo>
                    <a:pt x="38100" y="32918400"/>
                  </a:lnTo>
                  <a:lnTo>
                    <a:pt x="0" y="0"/>
                  </a:lnTo>
                  <a:close/>
                </a:path>
              </a:pathLst>
            </a:custGeom>
            <a:gradFill>
              <a:gsLst>
                <a:gs pos="79000">
                  <a:schemeClr val="accent1">
                    <a:lumMod val="40000"/>
                    <a:lumOff val="60000"/>
                  </a:schemeClr>
                </a:gs>
                <a:gs pos="13000">
                  <a:schemeClr val="accent1">
                    <a:lumMod val="30000"/>
                    <a:lumOff val="7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Freeform 10">
              <a:extLst>
                <a:ext uri="{FF2B5EF4-FFF2-40B4-BE49-F238E27FC236}">
                  <a16:creationId xmlns:a16="http://schemas.microsoft.com/office/drawing/2014/main" id="{82ACFDD4-76B9-7B48-B709-EADB21739772}"/>
                </a:ext>
              </a:extLst>
            </p:cNvPr>
            <p:cNvSpPr/>
            <p:nvPr userDrawn="1"/>
          </p:nvSpPr>
          <p:spPr>
            <a:xfrm flipH="1" flipV="1">
              <a:off x="-240585" y="-231258"/>
              <a:ext cx="25606609" cy="36352958"/>
            </a:xfrm>
            <a:custGeom>
              <a:avLst/>
              <a:gdLst>
                <a:gd name="connsiteX0" fmla="*/ 0 w 44005500"/>
                <a:gd name="connsiteY0" fmla="*/ 0 h 32956500"/>
                <a:gd name="connsiteX1" fmla="*/ 44005500 w 44005500"/>
                <a:gd name="connsiteY1" fmla="*/ 32956500 h 32956500"/>
                <a:gd name="connsiteX2" fmla="*/ 38100 w 44005500"/>
                <a:gd name="connsiteY2" fmla="*/ 32918400 h 32956500"/>
                <a:gd name="connsiteX3" fmla="*/ 0 w 44005500"/>
                <a:gd name="connsiteY3" fmla="*/ 0 h 32956500"/>
              </a:gdLst>
              <a:ahLst/>
              <a:cxnLst>
                <a:cxn ang="0">
                  <a:pos x="connsiteX0" y="connsiteY0"/>
                </a:cxn>
                <a:cxn ang="0">
                  <a:pos x="connsiteX1" y="connsiteY1"/>
                </a:cxn>
                <a:cxn ang="0">
                  <a:pos x="connsiteX2" y="connsiteY2"/>
                </a:cxn>
                <a:cxn ang="0">
                  <a:pos x="connsiteX3" y="connsiteY3"/>
                </a:cxn>
              </a:cxnLst>
              <a:rect l="l" t="t" r="r" b="b"/>
              <a:pathLst>
                <a:path w="44005500" h="32956500">
                  <a:moveTo>
                    <a:pt x="0" y="0"/>
                  </a:moveTo>
                  <a:lnTo>
                    <a:pt x="44005500" y="32956500"/>
                  </a:lnTo>
                  <a:lnTo>
                    <a:pt x="38100" y="32918400"/>
                  </a:lnTo>
                  <a:lnTo>
                    <a:pt x="0" y="0"/>
                  </a:lnTo>
                  <a:close/>
                </a:path>
              </a:pathLst>
            </a:custGeom>
            <a:gradFill>
              <a:gsLst>
                <a:gs pos="41000">
                  <a:schemeClr val="bg2"/>
                </a:gs>
                <a:gs pos="100000">
                  <a:schemeClr val="accent1">
                    <a:lumMod val="30000"/>
                    <a:lumOff val="7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11">
              <a:extLst>
                <a:ext uri="{FF2B5EF4-FFF2-40B4-BE49-F238E27FC236}">
                  <a16:creationId xmlns:a16="http://schemas.microsoft.com/office/drawing/2014/main" id="{DFE4A334-6B3E-114C-A46F-86084BCD00CB}"/>
                </a:ext>
              </a:extLst>
            </p:cNvPr>
            <p:cNvSpPr/>
            <p:nvPr userDrawn="1"/>
          </p:nvSpPr>
          <p:spPr>
            <a:xfrm>
              <a:off x="-282256" y="-251209"/>
              <a:ext cx="25648281" cy="36391624"/>
            </a:xfrm>
            <a:custGeom>
              <a:avLst/>
              <a:gdLst>
                <a:gd name="connsiteX0" fmla="*/ 36576 w 39026592"/>
                <a:gd name="connsiteY0" fmla="*/ 0 h 30614112"/>
                <a:gd name="connsiteX1" fmla="*/ 15837408 w 39026592"/>
                <a:gd name="connsiteY1" fmla="*/ 30614112 h 30614112"/>
                <a:gd name="connsiteX2" fmla="*/ 39026592 w 39026592"/>
                <a:gd name="connsiteY2" fmla="*/ 13350240 h 30614112"/>
                <a:gd name="connsiteX3" fmla="*/ 0 w 39026592"/>
                <a:gd name="connsiteY3" fmla="*/ 73152 h 30614112"/>
                <a:gd name="connsiteX4" fmla="*/ 109728 w 39026592"/>
                <a:gd name="connsiteY4" fmla="*/ 146304 h 306141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026592" h="30614112">
                  <a:moveTo>
                    <a:pt x="36576" y="0"/>
                  </a:moveTo>
                  <a:lnTo>
                    <a:pt x="15837408" y="30614112"/>
                  </a:lnTo>
                  <a:lnTo>
                    <a:pt x="39026592" y="13350240"/>
                  </a:lnTo>
                  <a:lnTo>
                    <a:pt x="0" y="73152"/>
                  </a:lnTo>
                  <a:lnTo>
                    <a:pt x="109728" y="146304"/>
                  </a:lnTo>
                </a:path>
              </a:pathLst>
            </a:custGeom>
            <a:gradFill flip="none" rotWithShape="1">
              <a:gsLst>
                <a:gs pos="0">
                  <a:schemeClr val="bg1"/>
                </a:gs>
                <a:gs pos="76000">
                  <a:schemeClr val="accent1">
                    <a:lumMod val="30000"/>
                    <a:lumOff val="70000"/>
                    <a:alpha val="0"/>
                  </a:schemeClr>
                </a:gs>
              </a:gsLst>
              <a:path path="rect">
                <a:fillToRect r="100000" b="100000"/>
              </a:path>
              <a:tileRect l="-100000" t="-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aphicFrame>
        <p:nvGraphicFramePr>
          <p:cNvPr id="14" name="Table 13">
            <a:extLst>
              <a:ext uri="{FF2B5EF4-FFF2-40B4-BE49-F238E27FC236}">
                <a16:creationId xmlns:a16="http://schemas.microsoft.com/office/drawing/2014/main" id="{1505E797-B9BB-BF41-8A6D-FBBD7110479D}"/>
              </a:ext>
            </a:extLst>
          </p:cNvPr>
          <p:cNvGraphicFramePr>
            <a:graphicFrameLocks noGrp="1"/>
          </p:cNvGraphicFramePr>
          <p:nvPr userDrawn="1">
            <p:extLst>
              <p:ext uri="{D42A27DB-BD31-4B8C-83A1-F6EECF244321}">
                <p14:modId xmlns:p14="http://schemas.microsoft.com/office/powerpoint/2010/main" val="1760322990"/>
              </p:ext>
            </p:extLst>
          </p:nvPr>
        </p:nvGraphicFramePr>
        <p:xfrm>
          <a:off x="25652414" y="37356"/>
          <a:ext cx="10290587" cy="35957775"/>
        </p:xfrm>
        <a:graphic>
          <a:graphicData uri="http://schemas.openxmlformats.org/drawingml/2006/table">
            <a:tbl>
              <a:tblPr firstRow="1" bandRow="1">
                <a:tableStyleId>{5C22544A-7EE6-4342-B048-85BDC9FD1C3A}</a:tableStyleId>
              </a:tblPr>
              <a:tblGrid>
                <a:gridCol w="4899938">
                  <a:extLst>
                    <a:ext uri="{9D8B030D-6E8A-4147-A177-3AD203B41FA5}">
                      <a16:colId xmlns:a16="http://schemas.microsoft.com/office/drawing/2014/main" val="20000"/>
                    </a:ext>
                  </a:extLst>
                </a:gridCol>
                <a:gridCol w="351173">
                  <a:extLst>
                    <a:ext uri="{9D8B030D-6E8A-4147-A177-3AD203B41FA5}">
                      <a16:colId xmlns:a16="http://schemas.microsoft.com/office/drawing/2014/main" val="764104496"/>
                    </a:ext>
                  </a:extLst>
                </a:gridCol>
                <a:gridCol w="5039476">
                  <a:extLst>
                    <a:ext uri="{9D8B030D-6E8A-4147-A177-3AD203B41FA5}">
                      <a16:colId xmlns:a16="http://schemas.microsoft.com/office/drawing/2014/main" val="4164475170"/>
                    </a:ext>
                  </a:extLst>
                </a:gridCol>
              </a:tblGrid>
              <a:tr h="1768730">
                <a:tc gridSpan="3">
                  <a:txBody>
                    <a:bodyPr/>
                    <a:lstStyle/>
                    <a:p>
                      <a:pPr marL="0" marR="0" indent="0" algn="ctr" defTabSz="4388900" rtl="0" eaLnBrk="1" fontAlgn="auto" latinLnBrk="0" hangingPunct="1">
                        <a:lnSpc>
                          <a:spcPct val="100000"/>
                        </a:lnSpc>
                        <a:spcBef>
                          <a:spcPts val="0"/>
                        </a:spcBef>
                        <a:spcAft>
                          <a:spcPts val="0"/>
                        </a:spcAft>
                        <a:buClrTx/>
                        <a:buSzTx/>
                        <a:buFontTx/>
                        <a:buNone/>
                        <a:tabLst/>
                        <a:defRPr/>
                      </a:pPr>
                      <a:r>
                        <a:rPr lang="en-US" sz="4000" b="0" spc="600" dirty="0">
                          <a:solidFill>
                            <a:srgbClr val="1F3A4E"/>
                          </a:solidFill>
                          <a:latin typeface="Arial Black" panose="020B0A04020102020204" pitchFamily="34" charset="0"/>
                        </a:rPr>
                        <a:t>QUICK START GUIDE</a:t>
                      </a:r>
                      <a:br>
                        <a:rPr lang="en-US" sz="4000" b="0" spc="600" dirty="0">
                          <a:solidFill>
                            <a:srgbClr val="1F3A4E"/>
                          </a:solidFill>
                          <a:latin typeface="Arial Black" panose="020B0A04020102020204" pitchFamily="34" charset="0"/>
                        </a:rPr>
                      </a:br>
                      <a:r>
                        <a:rPr lang="en-US" sz="3200" b="1" spc="0" dirty="0">
                          <a:solidFill>
                            <a:srgbClr val="FF0000"/>
                          </a:solidFill>
                          <a:latin typeface="Trebuchet MS" pitchFamily="34" charset="0"/>
                        </a:rPr>
                        <a:t>(THIS SIDEBAR WILL NOT PRINT)</a:t>
                      </a:r>
                      <a:endParaRPr lang="en-US" sz="4000" b="1" spc="600" dirty="0">
                        <a:solidFill>
                          <a:schemeClr val="bg1"/>
                        </a:solidFill>
                        <a:latin typeface="Trebuchet MS" pitchFamily="34" charset="0"/>
                      </a:endParaRPr>
                    </a:p>
                  </a:txBody>
                  <a:tcPr marL="182880" marT="137160">
                    <a:solidFill>
                      <a:srgbClr val="FFC000"/>
                    </a:solid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0"/>
                  </a:ext>
                </a:extLst>
              </a:tr>
              <a:tr h="6906470">
                <a:tc gridSpan="3">
                  <a:txBody>
                    <a:bodyPr/>
                    <a:lstStyle/>
                    <a:p>
                      <a:pPr algn="l"/>
                      <a:r>
                        <a:rPr lang="en-US" sz="2800" b="1" baseline="0" dirty="0">
                          <a:solidFill>
                            <a:srgbClr val="FFC000"/>
                          </a:solidFill>
                          <a:latin typeface="Arial" panose="020B0604020202020204" pitchFamily="34" charset="0"/>
                          <a:cs typeface="Arial" panose="020B0604020202020204" pitchFamily="34" charset="0"/>
                        </a:rPr>
                        <a:t>How to change the template colors</a:t>
                      </a:r>
                    </a:p>
                    <a:p>
                      <a:pPr marL="0" indent="0" algn="l" defTabSz="114300"/>
                      <a:r>
                        <a:rPr lang="en-US" sz="2400" b="0" baseline="0" dirty="0">
                          <a:solidFill>
                            <a:srgbClr val="D9D9D9"/>
                          </a:solidFill>
                          <a:latin typeface="Arial" panose="020B0604020202020204" pitchFamily="34" charset="0"/>
                          <a:cs typeface="Arial" panose="020B0604020202020204" pitchFamily="34" charset="0"/>
                        </a:rPr>
                        <a:t>You can change the overall template color theme by clicking on the COLORS dropdown menu under the DESIGN tab. You can see a tutorial here: </a:t>
                      </a:r>
                      <a:r>
                        <a:rPr lang="en-US" sz="2400" dirty="0">
                          <a:solidFill>
                            <a:srgbClr val="FFC000"/>
                          </a:solidFill>
                          <a:hlinkClick r:id="rId7">
                            <a:extLst>
                              <a:ext uri="{A12FA001-AC4F-418D-AE19-62706E023703}">
                                <ahyp:hlinkClr xmlns:ahyp="http://schemas.microsoft.com/office/drawing/2018/hyperlinkcolor" val="tx"/>
                              </a:ext>
                            </a:extLst>
                          </a:hlinkClick>
                        </a:rPr>
                        <a:t>https://www.posterpresentations.com/how-to-change-the-research-poster-template-colors.html</a:t>
                      </a:r>
                      <a:endParaRPr lang="en-US" sz="2400" dirty="0">
                        <a:solidFill>
                          <a:srgbClr val="FFC000"/>
                        </a:solidFill>
                      </a:endParaRPr>
                    </a:p>
                    <a:p>
                      <a:pPr marL="0" indent="0" algn="l" defTabSz="114300"/>
                      <a:endParaRPr lang="en-US" sz="2400" b="0" baseline="0" dirty="0">
                        <a:solidFill>
                          <a:srgbClr val="D9D9D9"/>
                        </a:solidFill>
                        <a:latin typeface="Arial" panose="020B0604020202020204" pitchFamily="34" charset="0"/>
                        <a:cs typeface="Arial" panose="020B0604020202020204" pitchFamily="34" charset="0"/>
                      </a:endParaRPr>
                    </a:p>
                    <a:p>
                      <a:pPr marL="0" indent="0" algn="l" defTabSz="114300"/>
                      <a:r>
                        <a:rPr lang="en-US" sz="2400" b="0" baseline="0" dirty="0">
                          <a:solidFill>
                            <a:srgbClr val="D9D9D9"/>
                          </a:solidFill>
                          <a:latin typeface="Arial" panose="020B0604020202020204" pitchFamily="34" charset="0"/>
                          <a:cs typeface="Arial" panose="020B0604020202020204" pitchFamily="34" charset="0"/>
                        </a:rPr>
                        <a:t>You can also manually change the color of individual elements by going to VIEW &gt; SLIDE MASTER. On the left side of your screen select the background master where you can change the template background, column sizes, etc. </a:t>
                      </a:r>
                    </a:p>
                    <a:p>
                      <a:pPr marL="0" indent="0" algn="l" defTabSz="114300"/>
                      <a:endParaRPr lang="en-US" sz="2400" b="0" baseline="0" dirty="0">
                        <a:solidFill>
                          <a:srgbClr val="D9D9D9"/>
                        </a:solidFill>
                        <a:latin typeface="Arial" panose="020B0604020202020204" pitchFamily="34" charset="0"/>
                        <a:cs typeface="Arial" panose="020B0604020202020204" pitchFamily="34" charset="0"/>
                      </a:endParaRPr>
                    </a:p>
                    <a:p>
                      <a:pPr marL="0" indent="0" algn="l" defTabSz="114300"/>
                      <a:r>
                        <a:rPr lang="en-US" sz="2400" b="0" baseline="0" dirty="0">
                          <a:solidFill>
                            <a:srgbClr val="D9D9D9"/>
                          </a:solidFill>
                          <a:latin typeface="Arial" panose="020B0604020202020204" pitchFamily="34" charset="0"/>
                          <a:cs typeface="Arial" panose="020B0604020202020204" pitchFamily="34" charset="0"/>
                        </a:rPr>
                        <a:t>After you finish working on the SLIDE MASTER, it is important that you go to VIEW &gt; NORMAL to continue working on your poster. </a:t>
                      </a:r>
                    </a:p>
                  </a:txBody>
                  <a:tcPr marL="182880" marT="137160">
                    <a:solidFill>
                      <a:schemeClr val="tx1"/>
                    </a:solid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1"/>
                  </a:ext>
                </a:extLst>
              </a:tr>
              <a:tr h="3733058">
                <a:tc gridSpan="3">
                  <a:txBody>
                    <a:bodyPr/>
                    <a:lstStyle/>
                    <a:p>
                      <a:r>
                        <a:rPr lang="en-US" sz="2800" b="1" dirty="0">
                          <a:solidFill>
                            <a:srgbClr val="FFC000"/>
                          </a:solidFill>
                          <a:latin typeface="Arial" panose="020B0604020202020204" pitchFamily="34" charset="0"/>
                          <a:cs typeface="Arial" panose="020B0604020202020204" pitchFamily="34" charset="0"/>
                        </a:rPr>
                        <a:t>How to change the column layout configuration</a:t>
                      </a:r>
                    </a:p>
                    <a:p>
                      <a:r>
                        <a:rPr lang="en-US" sz="2400" dirty="0">
                          <a:solidFill>
                            <a:srgbClr val="D9D9D9"/>
                          </a:solidFill>
                          <a:latin typeface="Arial" panose="020B0604020202020204" pitchFamily="34" charset="0"/>
                          <a:cs typeface="Arial" panose="020B0604020202020204" pitchFamily="34" charset="0"/>
                        </a:rPr>
                        <a:t>You can manually change the configuration on the columns by going to VIEW &gt; SLIDE MASTER. You can delete columns, resize them or modify them as needed for your layout. </a:t>
                      </a:r>
                    </a:p>
                    <a:p>
                      <a:pPr marL="0" marR="0" indent="0" algn="l" defTabSz="3765366" rtl="0" eaLnBrk="1" fontAlgn="auto" latinLnBrk="0" hangingPunct="1">
                        <a:lnSpc>
                          <a:spcPct val="100000"/>
                        </a:lnSpc>
                        <a:spcBef>
                          <a:spcPts val="0"/>
                        </a:spcBef>
                        <a:spcAft>
                          <a:spcPts val="0"/>
                        </a:spcAft>
                        <a:buClrTx/>
                        <a:buSzTx/>
                        <a:buFontTx/>
                        <a:buNone/>
                        <a:tabLst/>
                        <a:defRPr/>
                      </a:pPr>
                      <a:r>
                        <a:rPr lang="en-US" sz="2400" dirty="0">
                          <a:solidFill>
                            <a:srgbClr val="D9D9D9"/>
                          </a:solidFill>
                          <a:latin typeface="Arial" panose="020B0604020202020204" pitchFamily="34" charset="0"/>
                          <a:cs typeface="Arial" panose="020B0604020202020204" pitchFamily="34" charset="0"/>
                        </a:rPr>
                        <a:t>You can see a tutorial here: </a:t>
                      </a:r>
                      <a:r>
                        <a:rPr lang="en-US" sz="2400" u="sng" dirty="0">
                          <a:solidFill>
                            <a:srgbClr val="FFC000"/>
                          </a:solidFill>
                          <a:latin typeface="Arial" panose="020B0604020202020204" pitchFamily="34" charset="0"/>
                          <a:cs typeface="Arial" panose="020B0604020202020204" pitchFamily="34" charset="0"/>
                        </a:rPr>
                        <a:t>https://</a:t>
                      </a:r>
                      <a:r>
                        <a:rPr lang="en-US" sz="2400" u="sng" dirty="0" err="1">
                          <a:solidFill>
                            <a:srgbClr val="FFC000"/>
                          </a:solidFill>
                          <a:latin typeface="Arial" panose="020B0604020202020204" pitchFamily="34" charset="0"/>
                          <a:cs typeface="Arial" panose="020B0604020202020204" pitchFamily="34" charset="0"/>
                        </a:rPr>
                        <a:t>www.posterpresentations.com</a:t>
                      </a:r>
                      <a:r>
                        <a:rPr lang="en-US" sz="2400" u="sng" dirty="0">
                          <a:solidFill>
                            <a:srgbClr val="FFC000"/>
                          </a:solidFill>
                          <a:latin typeface="Arial" panose="020B0604020202020204" pitchFamily="34" charset="0"/>
                          <a:cs typeface="Arial" panose="020B0604020202020204" pitchFamily="34" charset="0"/>
                        </a:rPr>
                        <a:t>/how-to-change-the-column-</a:t>
                      </a:r>
                      <a:r>
                        <a:rPr lang="en-US" sz="2400" u="sng" dirty="0" err="1">
                          <a:solidFill>
                            <a:srgbClr val="FFC000"/>
                          </a:solidFill>
                          <a:latin typeface="Arial" panose="020B0604020202020204" pitchFamily="34" charset="0"/>
                          <a:cs typeface="Arial" panose="020B0604020202020204" pitchFamily="34" charset="0"/>
                        </a:rPr>
                        <a:t>configuration.html</a:t>
                      </a:r>
                      <a:endParaRPr lang="en-US" sz="5400" u="sng" dirty="0">
                        <a:solidFill>
                          <a:srgbClr val="FFC000"/>
                        </a:solidFill>
                      </a:endParaRPr>
                    </a:p>
                  </a:txBody>
                  <a:tcPr marL="182880" marT="137160">
                    <a:solidFill>
                      <a:schemeClr val="tx1"/>
                    </a:solidFill>
                  </a:tcPr>
                </a:tc>
                <a:tc hMerge="1">
                  <a:txBody>
                    <a:bodyPr/>
                    <a:lstStyle/>
                    <a:p>
                      <a:endParaRPr lang="en-US"/>
                    </a:p>
                  </a:txBody>
                  <a:tcPr/>
                </a:tc>
                <a:tc hMerge="1">
                  <a:txBody>
                    <a:bodyPr/>
                    <a:lstStyle/>
                    <a:p>
                      <a:endParaRPr lang="en-US" dirty="0"/>
                    </a:p>
                  </a:txBody>
                  <a:tcPr marL="182880" marT="137160">
                    <a:solidFill>
                      <a:srgbClr val="010101"/>
                    </a:solidFill>
                  </a:tcPr>
                </a:tc>
                <a:extLst>
                  <a:ext uri="{0D108BD9-81ED-4DB2-BD59-A6C34878D82A}">
                    <a16:rowId xmlns:a16="http://schemas.microsoft.com/office/drawing/2014/main" val="10004"/>
                  </a:ext>
                </a:extLst>
              </a:tr>
              <a:tr h="2023905">
                <a:tc>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endParaRPr lang="en-US" sz="2400" noProof="0" dirty="0">
                        <a:solidFill>
                          <a:srgbClr val="D9D9D9"/>
                        </a:solidFill>
                        <a:latin typeface="Arial" panose="020B0604020202020204" pitchFamily="34" charset="0"/>
                        <a:cs typeface="Arial" panose="020B0604020202020204" pitchFamily="34" charset="0"/>
                      </a:endParaRPr>
                    </a:p>
                  </a:txBody>
                  <a:tcPr marL="182880" marT="137160">
                    <a:blipFill dpi="0" rotWithShape="1">
                      <a:blip r:embed="rId8">
                        <a:extLst>
                          <a:ext uri="{28A0092B-C50C-407E-A947-70E740481C1C}">
                            <a14:useLocalDpi xmlns:a14="http://schemas.microsoft.com/office/drawing/2010/main" val="0"/>
                          </a:ext>
                        </a:extLst>
                      </a:blip>
                      <a:srcRect/>
                      <a:stretch>
                        <a:fillRect/>
                      </a:stretch>
                    </a:blipFill>
                  </a:tcPr>
                </a:tc>
                <a:tc rowSpan="2" gridSpan="2">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r>
                        <a:rPr lang="en-US" sz="2800" b="1" noProof="0" dirty="0">
                          <a:solidFill>
                            <a:srgbClr val="FFC000"/>
                          </a:solidFill>
                          <a:latin typeface="Arial" panose="020B0604020202020204" pitchFamily="34" charset="0"/>
                          <a:cs typeface="Arial" panose="020B0604020202020204" pitchFamily="34" charset="0"/>
                        </a:rPr>
                        <a:t>How to hide the QUICK START GUIDE bars from the sides of the template</a:t>
                      </a:r>
                    </a:p>
                    <a:p>
                      <a:pPr marL="0" marR="0" lvl="0" indent="0" algn="l" defTabSz="114300" rtl="0" eaLnBrk="1" fontAlgn="auto" latinLnBrk="0" hangingPunct="1">
                        <a:lnSpc>
                          <a:spcPct val="100000"/>
                        </a:lnSpc>
                        <a:spcBef>
                          <a:spcPts val="0"/>
                        </a:spcBef>
                        <a:spcAft>
                          <a:spcPts val="0"/>
                        </a:spcAft>
                        <a:buClrTx/>
                        <a:buSzTx/>
                        <a:buFontTx/>
                        <a:buNone/>
                        <a:tabLst/>
                        <a:defRPr/>
                      </a:pPr>
                      <a:r>
                        <a:rPr lang="en-US" sz="2400" noProof="0" dirty="0">
                          <a:solidFill>
                            <a:srgbClr val="D9D9D9"/>
                          </a:solidFill>
                          <a:latin typeface="Arial" panose="020B0604020202020204" pitchFamily="34" charset="0"/>
                          <a:cs typeface="Arial" panose="020B0604020202020204" pitchFamily="34" charset="0"/>
                        </a:rPr>
                        <a:t>The Quick Start</a:t>
                      </a:r>
                      <a:r>
                        <a:rPr lang="en-US" sz="2400" baseline="0" noProof="0" dirty="0">
                          <a:solidFill>
                            <a:srgbClr val="D9D9D9"/>
                          </a:solidFill>
                          <a:latin typeface="Arial" panose="020B0604020202020204" pitchFamily="34" charset="0"/>
                          <a:cs typeface="Arial" panose="020B0604020202020204" pitchFamily="34" charset="0"/>
                        </a:rPr>
                        <a:t> Guides</a:t>
                      </a:r>
                      <a:r>
                        <a:rPr lang="en-US" sz="2400" noProof="0" dirty="0">
                          <a:solidFill>
                            <a:srgbClr val="D9D9D9"/>
                          </a:solidFill>
                          <a:latin typeface="Arial" panose="020B0604020202020204" pitchFamily="34" charset="0"/>
                          <a:cs typeface="Arial" panose="020B0604020202020204" pitchFamily="34" charset="0"/>
                        </a:rPr>
                        <a:t> </a:t>
                      </a:r>
                      <a:r>
                        <a:rPr lang="en-US" sz="2400" u="sng" noProof="0" dirty="0">
                          <a:solidFill>
                            <a:srgbClr val="D9D9D9"/>
                          </a:solidFill>
                          <a:latin typeface="Arial" panose="020B0604020202020204" pitchFamily="34" charset="0"/>
                          <a:cs typeface="Arial" panose="020B0604020202020204" pitchFamily="34" charset="0"/>
                        </a:rPr>
                        <a:t>are outside the template’s printable area</a:t>
                      </a:r>
                      <a:r>
                        <a:rPr lang="en-US" sz="2400" noProof="0" dirty="0">
                          <a:solidFill>
                            <a:srgbClr val="D9D9D9"/>
                          </a:solidFill>
                          <a:latin typeface="Arial" panose="020B0604020202020204" pitchFamily="34" charset="0"/>
                          <a:cs typeface="Arial" panose="020B0604020202020204" pitchFamily="34" charset="0"/>
                        </a:rPr>
                        <a:t> and they will not be on the printed poster</a:t>
                      </a:r>
                      <a:r>
                        <a:rPr lang="en-US" sz="2400" baseline="0" noProof="0" dirty="0">
                          <a:solidFill>
                            <a:srgbClr val="D9D9D9"/>
                          </a:solidFill>
                          <a:latin typeface="Arial" panose="020B0604020202020204" pitchFamily="34" charset="0"/>
                          <a:cs typeface="Arial" panose="020B0604020202020204" pitchFamily="34" charset="0"/>
                        </a:rPr>
                        <a:t>. </a:t>
                      </a:r>
                    </a:p>
                    <a:p>
                      <a:pPr marL="0" marR="0" lvl="0" indent="0" algn="l" defTabSz="114300" rtl="0" eaLnBrk="1" fontAlgn="auto" latinLnBrk="0" hangingPunct="1">
                        <a:lnSpc>
                          <a:spcPct val="100000"/>
                        </a:lnSpc>
                        <a:spcBef>
                          <a:spcPts val="0"/>
                        </a:spcBef>
                        <a:spcAft>
                          <a:spcPts val="0"/>
                        </a:spcAft>
                        <a:buClrTx/>
                        <a:buSzTx/>
                        <a:buFontTx/>
                        <a:buNone/>
                        <a:tabLst/>
                        <a:defRPr/>
                      </a:pPr>
                      <a:endParaRPr lang="en-US" sz="2400" baseline="0" noProof="0" dirty="0">
                        <a:solidFill>
                          <a:srgbClr val="D9D9D9"/>
                        </a:solidFill>
                        <a:latin typeface="Arial" panose="020B0604020202020204" pitchFamily="34" charset="0"/>
                        <a:cs typeface="Arial" panose="020B0604020202020204" pitchFamily="34" charset="0"/>
                      </a:endParaRPr>
                    </a:p>
                    <a:p>
                      <a:pPr marL="0" marR="0" lvl="0" indent="0" algn="l" defTabSz="114300" rtl="0" eaLnBrk="1" fontAlgn="auto" latinLnBrk="0" hangingPunct="1">
                        <a:lnSpc>
                          <a:spcPct val="100000"/>
                        </a:lnSpc>
                        <a:spcBef>
                          <a:spcPts val="0"/>
                        </a:spcBef>
                        <a:spcAft>
                          <a:spcPts val="0"/>
                        </a:spcAft>
                        <a:buClrTx/>
                        <a:buSzTx/>
                        <a:buFontTx/>
                        <a:buNone/>
                        <a:tabLst/>
                        <a:defRPr/>
                      </a:pPr>
                      <a:r>
                        <a:rPr lang="en-US" sz="2400" baseline="0" noProof="0" dirty="0">
                          <a:solidFill>
                            <a:srgbClr val="D9D9D9"/>
                          </a:solidFill>
                          <a:latin typeface="Arial" panose="020B0604020202020204" pitchFamily="34" charset="0"/>
                          <a:cs typeface="Arial" panose="020B0604020202020204" pitchFamily="34" charset="0"/>
                        </a:rPr>
                        <a:t>If you create a PDF file from your template, the guides will not be included.</a:t>
                      </a:r>
                    </a:p>
                    <a:p>
                      <a:pPr marL="0" marR="0" lvl="0" indent="0" algn="l" defTabSz="114300" rtl="0" eaLnBrk="1" fontAlgn="auto" latinLnBrk="0" hangingPunct="1">
                        <a:lnSpc>
                          <a:spcPct val="100000"/>
                        </a:lnSpc>
                        <a:spcBef>
                          <a:spcPts val="0"/>
                        </a:spcBef>
                        <a:spcAft>
                          <a:spcPts val="0"/>
                        </a:spcAft>
                        <a:buClrTx/>
                        <a:buSzTx/>
                        <a:buFontTx/>
                        <a:buNone/>
                        <a:tabLst/>
                        <a:defRPr/>
                      </a:pPr>
                      <a:endParaRPr lang="en-US" sz="2400" baseline="0" noProof="0" dirty="0">
                        <a:solidFill>
                          <a:srgbClr val="D9D9D9"/>
                        </a:solidFill>
                        <a:latin typeface="Arial" panose="020B0604020202020204" pitchFamily="34" charset="0"/>
                        <a:cs typeface="Arial" panose="020B0604020202020204" pitchFamily="34" charset="0"/>
                      </a:endParaRPr>
                    </a:p>
                    <a:p>
                      <a:pPr marL="0" marR="0" lvl="0" indent="0" algn="l" defTabSz="114300" rtl="0" eaLnBrk="1" fontAlgn="auto" latinLnBrk="0" hangingPunct="1">
                        <a:lnSpc>
                          <a:spcPct val="100000"/>
                        </a:lnSpc>
                        <a:spcBef>
                          <a:spcPts val="0"/>
                        </a:spcBef>
                        <a:spcAft>
                          <a:spcPts val="0"/>
                        </a:spcAft>
                        <a:buClrTx/>
                        <a:buSzTx/>
                        <a:buFontTx/>
                        <a:buNone/>
                        <a:tabLst/>
                        <a:defRPr/>
                      </a:pPr>
                      <a:r>
                        <a:rPr lang="en-US" sz="2400" baseline="0" noProof="0" dirty="0">
                          <a:solidFill>
                            <a:srgbClr val="D9D9D9"/>
                          </a:solidFill>
                          <a:latin typeface="Arial" panose="020B0604020202020204" pitchFamily="34" charset="0"/>
                          <a:cs typeface="Arial" panose="020B0604020202020204" pitchFamily="34" charset="0"/>
                        </a:rPr>
                        <a:t>To hide the guides click on the </a:t>
                      </a:r>
                      <a:r>
                        <a:rPr lang="en-US" sz="2400" b="1" baseline="0" noProof="0" dirty="0">
                          <a:solidFill>
                            <a:srgbClr val="D9D9D9"/>
                          </a:solidFill>
                          <a:latin typeface="Arial" panose="020B0604020202020204" pitchFamily="34" charset="0"/>
                          <a:cs typeface="Arial" panose="020B0604020202020204" pitchFamily="34" charset="0"/>
                        </a:rPr>
                        <a:t>Home</a:t>
                      </a:r>
                      <a:r>
                        <a:rPr lang="en-US" sz="2400" baseline="0" noProof="0" dirty="0">
                          <a:solidFill>
                            <a:srgbClr val="D9D9D9"/>
                          </a:solidFill>
                          <a:latin typeface="Arial" panose="020B0604020202020204" pitchFamily="34" charset="0"/>
                          <a:cs typeface="Arial" panose="020B0604020202020204" pitchFamily="34" charset="0"/>
                        </a:rPr>
                        <a:t> tab (top of the screen) and then click on the </a:t>
                      </a:r>
                      <a:r>
                        <a:rPr lang="en-US" sz="2400" b="1" baseline="0" noProof="0" dirty="0">
                          <a:solidFill>
                            <a:srgbClr val="D9D9D9"/>
                          </a:solidFill>
                          <a:latin typeface="Arial" panose="020B0604020202020204" pitchFamily="34" charset="0"/>
                          <a:cs typeface="Arial" panose="020B0604020202020204" pitchFamily="34" charset="0"/>
                        </a:rPr>
                        <a:t>Layout</a:t>
                      </a:r>
                      <a:r>
                        <a:rPr lang="en-US" sz="2400" baseline="0" noProof="0" dirty="0">
                          <a:solidFill>
                            <a:srgbClr val="D9D9D9"/>
                          </a:solidFill>
                          <a:latin typeface="Arial" panose="020B0604020202020204" pitchFamily="34" charset="0"/>
                          <a:cs typeface="Arial" panose="020B0604020202020204" pitchFamily="34" charset="0"/>
                        </a:rPr>
                        <a:t> button below to see the available layouts. Choose the </a:t>
                      </a:r>
                      <a:r>
                        <a:rPr lang="en-US" sz="2400" b="1" baseline="0" noProof="0" dirty="0">
                          <a:solidFill>
                            <a:srgbClr val="D9D9D9"/>
                          </a:solidFill>
                          <a:latin typeface="Arial" panose="020B0604020202020204" pitchFamily="34" charset="0"/>
                          <a:cs typeface="Arial" panose="020B0604020202020204" pitchFamily="34" charset="0"/>
                        </a:rPr>
                        <a:t>Without Guides </a:t>
                      </a:r>
                      <a:r>
                        <a:rPr lang="en-US" sz="2400" b="0" baseline="0" noProof="0" dirty="0">
                          <a:solidFill>
                            <a:srgbClr val="D9D9D9"/>
                          </a:solidFill>
                          <a:latin typeface="Arial" panose="020B0604020202020204" pitchFamily="34" charset="0"/>
                          <a:cs typeface="Arial" panose="020B0604020202020204" pitchFamily="34" charset="0"/>
                        </a:rPr>
                        <a:t>layout</a:t>
                      </a:r>
                      <a:r>
                        <a:rPr lang="en-US" sz="2400" baseline="0" noProof="0" dirty="0">
                          <a:solidFill>
                            <a:srgbClr val="D9D9D9"/>
                          </a:solidFill>
                          <a:latin typeface="Arial" panose="020B0604020202020204" pitchFamily="34" charset="0"/>
                          <a:cs typeface="Arial" panose="020B0604020202020204" pitchFamily="34" charset="0"/>
                        </a:rPr>
                        <a:t>.</a:t>
                      </a:r>
                      <a:endParaRPr lang="en-US" sz="2400" noProof="0" dirty="0">
                        <a:solidFill>
                          <a:srgbClr val="D9D9D9"/>
                        </a:solidFill>
                        <a:latin typeface="Arial" panose="020B0604020202020204" pitchFamily="34" charset="0"/>
                        <a:cs typeface="Arial" panose="020B0604020202020204" pitchFamily="34" charset="0"/>
                      </a:endParaRPr>
                    </a:p>
                  </a:txBody>
                  <a:tcPr marL="182880" marT="137160">
                    <a:solidFill>
                      <a:srgbClr val="010101"/>
                    </a:solidFill>
                  </a:tcPr>
                </a:tc>
                <a:tc rowSpan="2" hMerge="1">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r>
                        <a:rPr lang="en-US" sz="3200" b="1" noProof="0">
                          <a:solidFill>
                            <a:srgbClr val="FFC000"/>
                          </a:solidFill>
                          <a:latin typeface="Arial" panose="020B0604020202020204" pitchFamily="34" charset="0"/>
                          <a:cs typeface="Arial" panose="020B0604020202020204" pitchFamily="34" charset="0"/>
                        </a:rPr>
                        <a:t>How to hide the QUICK START GUIDE bars from the sides of the template</a:t>
                      </a:r>
                    </a:p>
                    <a:p>
                      <a:pPr marL="0" marR="0" lvl="0" indent="0" algn="l" defTabSz="114300" rtl="0" eaLnBrk="1" fontAlgn="auto" latinLnBrk="0" hangingPunct="1">
                        <a:lnSpc>
                          <a:spcPct val="100000"/>
                        </a:lnSpc>
                        <a:spcBef>
                          <a:spcPts val="0"/>
                        </a:spcBef>
                        <a:spcAft>
                          <a:spcPts val="0"/>
                        </a:spcAft>
                        <a:buClrTx/>
                        <a:buSzTx/>
                        <a:buFontTx/>
                        <a:buNone/>
                        <a:tabLst/>
                        <a:defRPr/>
                      </a:pPr>
                      <a:r>
                        <a:rPr lang="en-US" sz="2800" noProof="0">
                          <a:solidFill>
                            <a:srgbClr val="D9D9D9"/>
                          </a:solidFill>
                          <a:latin typeface="Arial" panose="020B0604020202020204" pitchFamily="34" charset="0"/>
                          <a:cs typeface="Arial" panose="020B0604020202020204" pitchFamily="34" charset="0"/>
                        </a:rPr>
                        <a:t>The Quick Start</a:t>
                      </a:r>
                      <a:r>
                        <a:rPr lang="en-US" sz="2800" baseline="0" noProof="0">
                          <a:solidFill>
                            <a:srgbClr val="D9D9D9"/>
                          </a:solidFill>
                          <a:latin typeface="Arial" panose="020B0604020202020204" pitchFamily="34" charset="0"/>
                          <a:cs typeface="Arial" panose="020B0604020202020204" pitchFamily="34" charset="0"/>
                        </a:rPr>
                        <a:t> Guides</a:t>
                      </a:r>
                      <a:r>
                        <a:rPr lang="en-US" sz="2800" noProof="0">
                          <a:solidFill>
                            <a:srgbClr val="D9D9D9"/>
                          </a:solidFill>
                          <a:latin typeface="Arial" panose="020B0604020202020204" pitchFamily="34" charset="0"/>
                          <a:cs typeface="Arial" panose="020B0604020202020204" pitchFamily="34" charset="0"/>
                        </a:rPr>
                        <a:t> </a:t>
                      </a:r>
                      <a:r>
                        <a:rPr lang="en-US" sz="2800" u="sng" noProof="0">
                          <a:solidFill>
                            <a:srgbClr val="D9D9D9"/>
                          </a:solidFill>
                          <a:latin typeface="Arial" panose="020B0604020202020204" pitchFamily="34" charset="0"/>
                          <a:cs typeface="Arial" panose="020B0604020202020204" pitchFamily="34" charset="0"/>
                        </a:rPr>
                        <a:t>are outside the template’s printable area</a:t>
                      </a:r>
                      <a:r>
                        <a:rPr lang="en-US" sz="2800" noProof="0">
                          <a:solidFill>
                            <a:srgbClr val="D9D9D9"/>
                          </a:solidFill>
                          <a:latin typeface="Arial" panose="020B0604020202020204" pitchFamily="34" charset="0"/>
                          <a:cs typeface="Arial" panose="020B0604020202020204" pitchFamily="34" charset="0"/>
                        </a:rPr>
                        <a:t> and they will not be on the printed poster</a:t>
                      </a:r>
                      <a:r>
                        <a:rPr lang="en-US" sz="2800" baseline="0" noProof="0">
                          <a:solidFill>
                            <a:srgbClr val="D9D9D9"/>
                          </a:solidFill>
                          <a:latin typeface="Arial" panose="020B0604020202020204" pitchFamily="34" charset="0"/>
                          <a:cs typeface="Arial" panose="020B0604020202020204" pitchFamily="34" charset="0"/>
                        </a:rPr>
                        <a:t>. </a:t>
                      </a:r>
                    </a:p>
                    <a:p>
                      <a:pPr marL="0" marR="0" lvl="0" indent="0" algn="l" defTabSz="114300" rtl="0" eaLnBrk="1" fontAlgn="auto" latinLnBrk="0" hangingPunct="1">
                        <a:lnSpc>
                          <a:spcPct val="100000"/>
                        </a:lnSpc>
                        <a:spcBef>
                          <a:spcPts val="0"/>
                        </a:spcBef>
                        <a:spcAft>
                          <a:spcPts val="0"/>
                        </a:spcAft>
                        <a:buClrTx/>
                        <a:buSzTx/>
                        <a:buFontTx/>
                        <a:buNone/>
                        <a:tabLst/>
                        <a:defRPr/>
                      </a:pPr>
                      <a:endParaRPr lang="en-US" sz="2800" baseline="0" noProof="0">
                        <a:solidFill>
                          <a:srgbClr val="D9D9D9"/>
                        </a:solidFill>
                        <a:latin typeface="Arial" panose="020B0604020202020204" pitchFamily="34" charset="0"/>
                        <a:cs typeface="Arial" panose="020B0604020202020204" pitchFamily="34" charset="0"/>
                      </a:endParaRPr>
                    </a:p>
                    <a:p>
                      <a:pPr marL="0" marR="0" lvl="0" indent="0" algn="l" defTabSz="114300" rtl="0" eaLnBrk="1" fontAlgn="auto" latinLnBrk="0" hangingPunct="1">
                        <a:lnSpc>
                          <a:spcPct val="100000"/>
                        </a:lnSpc>
                        <a:spcBef>
                          <a:spcPts val="0"/>
                        </a:spcBef>
                        <a:spcAft>
                          <a:spcPts val="0"/>
                        </a:spcAft>
                        <a:buClrTx/>
                        <a:buSzTx/>
                        <a:buFontTx/>
                        <a:buNone/>
                        <a:tabLst/>
                        <a:defRPr/>
                      </a:pPr>
                      <a:r>
                        <a:rPr lang="en-US" sz="2800" baseline="0" noProof="0">
                          <a:solidFill>
                            <a:srgbClr val="D9D9D9"/>
                          </a:solidFill>
                          <a:latin typeface="Arial" panose="020B0604020202020204" pitchFamily="34" charset="0"/>
                          <a:cs typeface="Arial" panose="020B0604020202020204" pitchFamily="34" charset="0"/>
                        </a:rPr>
                        <a:t>If you create a PDF file from your template, the guides will not be included.</a:t>
                      </a:r>
                    </a:p>
                    <a:p>
                      <a:pPr marL="0" marR="0" lvl="0" indent="0" algn="l" defTabSz="114300" rtl="0" eaLnBrk="1" fontAlgn="auto" latinLnBrk="0" hangingPunct="1">
                        <a:lnSpc>
                          <a:spcPct val="100000"/>
                        </a:lnSpc>
                        <a:spcBef>
                          <a:spcPts val="0"/>
                        </a:spcBef>
                        <a:spcAft>
                          <a:spcPts val="0"/>
                        </a:spcAft>
                        <a:buClrTx/>
                        <a:buSzTx/>
                        <a:buFontTx/>
                        <a:buNone/>
                        <a:tabLst/>
                        <a:defRPr/>
                      </a:pPr>
                      <a:endParaRPr lang="en-US" sz="2800" baseline="0" noProof="0">
                        <a:solidFill>
                          <a:srgbClr val="D9D9D9"/>
                        </a:solidFill>
                        <a:latin typeface="Arial" panose="020B0604020202020204" pitchFamily="34" charset="0"/>
                        <a:cs typeface="Arial" panose="020B0604020202020204" pitchFamily="34" charset="0"/>
                      </a:endParaRPr>
                    </a:p>
                    <a:p>
                      <a:pPr marL="0" marR="0" lvl="0" indent="0" algn="l" defTabSz="114300" rtl="0" eaLnBrk="1" fontAlgn="auto" latinLnBrk="0" hangingPunct="1">
                        <a:lnSpc>
                          <a:spcPct val="100000"/>
                        </a:lnSpc>
                        <a:spcBef>
                          <a:spcPts val="0"/>
                        </a:spcBef>
                        <a:spcAft>
                          <a:spcPts val="0"/>
                        </a:spcAft>
                        <a:buClrTx/>
                        <a:buSzTx/>
                        <a:buFontTx/>
                        <a:buNone/>
                        <a:tabLst/>
                        <a:defRPr/>
                      </a:pPr>
                      <a:r>
                        <a:rPr lang="en-US" sz="2800" baseline="0" noProof="0">
                          <a:solidFill>
                            <a:srgbClr val="D9D9D9"/>
                          </a:solidFill>
                          <a:latin typeface="Arial" panose="020B0604020202020204" pitchFamily="34" charset="0"/>
                          <a:cs typeface="Arial" panose="020B0604020202020204" pitchFamily="34" charset="0"/>
                        </a:rPr>
                        <a:t>To hide the guides click on the </a:t>
                      </a:r>
                      <a:r>
                        <a:rPr lang="en-US" sz="2800" b="1" baseline="0" noProof="0">
                          <a:solidFill>
                            <a:srgbClr val="D9D9D9"/>
                          </a:solidFill>
                          <a:latin typeface="Arial" panose="020B0604020202020204" pitchFamily="34" charset="0"/>
                          <a:cs typeface="Arial" panose="020B0604020202020204" pitchFamily="34" charset="0"/>
                        </a:rPr>
                        <a:t>Home</a:t>
                      </a:r>
                      <a:r>
                        <a:rPr lang="en-US" sz="2800" baseline="0" noProof="0">
                          <a:solidFill>
                            <a:srgbClr val="D9D9D9"/>
                          </a:solidFill>
                          <a:latin typeface="Arial" panose="020B0604020202020204" pitchFamily="34" charset="0"/>
                          <a:cs typeface="Arial" panose="020B0604020202020204" pitchFamily="34" charset="0"/>
                        </a:rPr>
                        <a:t> tab (top of the screen) and then click on the </a:t>
                      </a:r>
                      <a:r>
                        <a:rPr lang="en-US" sz="2800" b="1" baseline="0" noProof="0">
                          <a:solidFill>
                            <a:srgbClr val="D9D9D9"/>
                          </a:solidFill>
                          <a:latin typeface="Arial" panose="020B0604020202020204" pitchFamily="34" charset="0"/>
                          <a:cs typeface="Arial" panose="020B0604020202020204" pitchFamily="34" charset="0"/>
                        </a:rPr>
                        <a:t>Layout</a:t>
                      </a:r>
                      <a:r>
                        <a:rPr lang="en-US" sz="2800" baseline="0" noProof="0">
                          <a:solidFill>
                            <a:srgbClr val="D9D9D9"/>
                          </a:solidFill>
                          <a:latin typeface="Arial" panose="020B0604020202020204" pitchFamily="34" charset="0"/>
                          <a:cs typeface="Arial" panose="020B0604020202020204" pitchFamily="34" charset="0"/>
                        </a:rPr>
                        <a:t> button below to see the available layouts. Choose the </a:t>
                      </a:r>
                      <a:r>
                        <a:rPr lang="en-US" sz="2800" b="1" baseline="0" noProof="0">
                          <a:solidFill>
                            <a:srgbClr val="D9D9D9"/>
                          </a:solidFill>
                          <a:latin typeface="Arial" panose="020B0604020202020204" pitchFamily="34" charset="0"/>
                          <a:cs typeface="Arial" panose="020B0604020202020204" pitchFamily="34" charset="0"/>
                        </a:rPr>
                        <a:t>Without Guides </a:t>
                      </a:r>
                      <a:r>
                        <a:rPr lang="en-US" sz="2800" b="0" baseline="0" noProof="0">
                          <a:solidFill>
                            <a:srgbClr val="D9D9D9"/>
                          </a:solidFill>
                          <a:latin typeface="Arial" panose="020B0604020202020204" pitchFamily="34" charset="0"/>
                          <a:cs typeface="Arial" panose="020B0604020202020204" pitchFamily="34" charset="0"/>
                        </a:rPr>
                        <a:t>layout</a:t>
                      </a:r>
                      <a:r>
                        <a:rPr lang="en-US" sz="2800" baseline="0" noProof="0">
                          <a:solidFill>
                            <a:srgbClr val="D9D9D9"/>
                          </a:solidFill>
                          <a:latin typeface="Arial" panose="020B0604020202020204" pitchFamily="34" charset="0"/>
                          <a:cs typeface="Arial" panose="020B0604020202020204" pitchFamily="34" charset="0"/>
                        </a:rPr>
                        <a:t>.</a:t>
                      </a:r>
                      <a:endParaRPr lang="en-US" sz="2800" noProof="0" dirty="0">
                        <a:solidFill>
                          <a:srgbClr val="D9D9D9"/>
                        </a:solidFill>
                        <a:latin typeface="Arial" panose="020B0604020202020204" pitchFamily="34" charset="0"/>
                        <a:cs typeface="Arial" panose="020B0604020202020204" pitchFamily="34" charset="0"/>
                      </a:endParaRPr>
                    </a:p>
                  </a:txBody>
                  <a:tcPr marL="182880" marT="137160">
                    <a:solidFill>
                      <a:srgbClr val="010101"/>
                    </a:solidFill>
                  </a:tcPr>
                </a:tc>
                <a:extLst>
                  <a:ext uri="{0D108BD9-81ED-4DB2-BD59-A6C34878D82A}">
                    <a16:rowId xmlns:a16="http://schemas.microsoft.com/office/drawing/2014/main" val="10005"/>
                  </a:ext>
                </a:extLst>
              </a:tr>
              <a:tr h="6567070">
                <a:tc>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endParaRPr lang="en-US" sz="2400" noProof="0" dirty="0">
                        <a:solidFill>
                          <a:srgbClr val="D9D9D9"/>
                        </a:solidFill>
                        <a:latin typeface="Arial" panose="020B0604020202020204" pitchFamily="34" charset="0"/>
                        <a:cs typeface="Arial" panose="020B0604020202020204" pitchFamily="34" charset="0"/>
                      </a:endParaRPr>
                    </a:p>
                  </a:txBody>
                  <a:tcPr marL="182880" marT="137160">
                    <a:solidFill>
                      <a:srgbClr val="010101"/>
                    </a:solidFill>
                  </a:tcPr>
                </a:tc>
                <a:tc gridSpan="2" vMerge="1">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endParaRPr lang="en-US" sz="2800" noProof="0" dirty="0">
                        <a:solidFill>
                          <a:srgbClr val="D9D9D9"/>
                        </a:solidFill>
                        <a:latin typeface="Arial" panose="020B0604020202020204" pitchFamily="34" charset="0"/>
                        <a:cs typeface="Arial" panose="020B0604020202020204" pitchFamily="34" charset="0"/>
                      </a:endParaRPr>
                    </a:p>
                  </a:txBody>
                  <a:tcPr marL="182880" marT="137160">
                    <a:solidFill>
                      <a:srgbClr val="010101"/>
                    </a:solidFill>
                  </a:tcPr>
                </a:tc>
                <a:tc hMerge="1" vMerge="1">
                  <a:txBody>
                    <a:bodyPr/>
                    <a:lstStyle/>
                    <a:p>
                      <a:endParaRPr lang="en-US"/>
                    </a:p>
                  </a:txBody>
                  <a:tcPr/>
                </a:tc>
                <a:extLst>
                  <a:ext uri="{0D108BD9-81ED-4DB2-BD59-A6C34878D82A}">
                    <a16:rowId xmlns:a16="http://schemas.microsoft.com/office/drawing/2014/main" val="1766341567"/>
                  </a:ext>
                </a:extLst>
              </a:tr>
              <a:tr h="5578616">
                <a:tc>
                  <a:txBody>
                    <a:bodyPr/>
                    <a:lstStyle/>
                    <a:p>
                      <a:pPr rtl="0"/>
                      <a:r>
                        <a:rPr lang="en-US" sz="2800" b="1" dirty="0">
                          <a:solidFill>
                            <a:srgbClr val="FFC000"/>
                          </a:solidFill>
                          <a:latin typeface="Arial" panose="020B0604020202020204" pitchFamily="34" charset="0"/>
                          <a:cs typeface="Arial" panose="020B0604020202020204" pitchFamily="34" charset="0"/>
                        </a:rPr>
                        <a:t>How to</a:t>
                      </a:r>
                      <a:r>
                        <a:rPr lang="en-US" sz="2800" b="1" baseline="0" dirty="0">
                          <a:solidFill>
                            <a:srgbClr val="FFC000"/>
                          </a:solidFill>
                          <a:latin typeface="Arial" panose="020B0604020202020204" pitchFamily="34" charset="0"/>
                          <a:cs typeface="Arial" panose="020B0604020202020204" pitchFamily="34" charset="0"/>
                        </a:rPr>
                        <a:t> preview your poster prior to printing</a:t>
                      </a:r>
                      <a:endParaRPr lang="en-US" sz="2800" b="1" dirty="0">
                        <a:solidFill>
                          <a:srgbClr val="FFC000"/>
                        </a:solidFill>
                        <a:latin typeface="Arial" panose="020B0604020202020204" pitchFamily="34" charset="0"/>
                        <a:cs typeface="Arial" panose="020B0604020202020204" pitchFamily="34" charset="0"/>
                      </a:endParaRPr>
                    </a:p>
                    <a:p>
                      <a:pPr rtl="0"/>
                      <a:r>
                        <a:rPr lang="en-US" sz="2400" dirty="0">
                          <a:solidFill>
                            <a:srgbClr val="D9D9D9"/>
                          </a:solidFill>
                          <a:latin typeface="Arial" panose="020B0604020202020204" pitchFamily="34" charset="0"/>
                          <a:cs typeface="Arial" panose="020B0604020202020204" pitchFamily="34" charset="0"/>
                        </a:rPr>
                        <a:t>You can preview your poster at any time by pressing the </a:t>
                      </a:r>
                      <a:r>
                        <a:rPr lang="en-US" sz="2400" dirty="0">
                          <a:solidFill>
                            <a:srgbClr val="FFC000"/>
                          </a:solidFill>
                          <a:latin typeface="Arial" panose="020B0604020202020204" pitchFamily="34" charset="0"/>
                          <a:cs typeface="Arial" panose="020B0604020202020204" pitchFamily="34" charset="0"/>
                        </a:rPr>
                        <a:t>F5 key</a:t>
                      </a:r>
                      <a:r>
                        <a:rPr lang="en-US" sz="2400" dirty="0">
                          <a:solidFill>
                            <a:srgbClr val="D9D9D9"/>
                          </a:solidFill>
                          <a:latin typeface="Arial" panose="020B0604020202020204" pitchFamily="34" charset="0"/>
                          <a:cs typeface="Arial" panose="020B0604020202020204" pitchFamily="34" charset="0"/>
                        </a:rPr>
                        <a:t> on your keyboard. You will see on the screen what's on your poster and how it should look when printed. Press the </a:t>
                      </a:r>
                      <a:r>
                        <a:rPr lang="en-US" sz="2400" dirty="0">
                          <a:solidFill>
                            <a:srgbClr val="FFC000"/>
                          </a:solidFill>
                          <a:latin typeface="Arial" panose="020B0604020202020204" pitchFamily="34" charset="0"/>
                          <a:cs typeface="Arial" panose="020B0604020202020204" pitchFamily="34" charset="0"/>
                        </a:rPr>
                        <a:t>ESC key </a:t>
                      </a:r>
                      <a:r>
                        <a:rPr lang="en-US" sz="2400" dirty="0">
                          <a:solidFill>
                            <a:srgbClr val="D9D9D9"/>
                          </a:solidFill>
                          <a:latin typeface="Arial" panose="020B0604020202020204" pitchFamily="34" charset="0"/>
                          <a:cs typeface="Arial" panose="020B0604020202020204" pitchFamily="34" charset="0"/>
                        </a:rPr>
                        <a:t>to exit Preview.</a:t>
                      </a:r>
                    </a:p>
                  </a:txBody>
                  <a:tcPr marL="182880" marT="137160">
                    <a:solidFill>
                      <a:srgbClr val="010101"/>
                    </a:solidFill>
                  </a:tcPr>
                </a:tc>
                <a:tc gridSpan="2">
                  <a:txBody>
                    <a:bodyPr/>
                    <a:lstStyle/>
                    <a:p>
                      <a:pPr rtl="0"/>
                      <a:r>
                        <a:rPr lang="en-US" sz="11500" b="1" dirty="0">
                          <a:solidFill>
                            <a:srgbClr val="D9D9D9"/>
                          </a:solidFill>
                          <a:latin typeface="Arial" panose="020B0604020202020204" pitchFamily="34" charset="0"/>
                          <a:cs typeface="Arial" panose="020B0604020202020204" pitchFamily="34" charset="0"/>
                        </a:rPr>
                        <a:t>F5</a:t>
                      </a:r>
                      <a:r>
                        <a:rPr lang="en-US" sz="2400" baseline="0" dirty="0">
                          <a:solidFill>
                            <a:srgbClr val="D9D9D9"/>
                          </a:solidFill>
                          <a:latin typeface="Arial" panose="020B0604020202020204" pitchFamily="34" charset="0"/>
                          <a:cs typeface="Arial" panose="020B0604020202020204" pitchFamily="34" charset="0"/>
                        </a:rPr>
                        <a:t> </a:t>
                      </a:r>
                      <a:endParaRPr lang="en-US" sz="2400" dirty="0">
                        <a:solidFill>
                          <a:srgbClr val="D9D9D9"/>
                        </a:solidFill>
                        <a:latin typeface="Arial" panose="020B0604020202020204" pitchFamily="34" charset="0"/>
                        <a:cs typeface="Arial" panose="020B0604020202020204" pitchFamily="34" charset="0"/>
                      </a:endParaRPr>
                    </a:p>
                  </a:txBody>
                  <a:tcPr marL="182880" marT="137160">
                    <a:solidFill>
                      <a:schemeClr val="tx1">
                        <a:lumMod val="95000"/>
                        <a:lumOff val="5000"/>
                      </a:schemeClr>
                    </a:solidFill>
                  </a:tcPr>
                </a:tc>
                <a:tc hMerge="1">
                  <a:txBody>
                    <a:bodyPr/>
                    <a:lstStyle/>
                    <a:p>
                      <a:pPr algn="ctr"/>
                      <a:r>
                        <a:rPr lang="en-US" sz="13800" b="1" dirty="0">
                          <a:solidFill>
                            <a:srgbClr val="D9D9D9"/>
                          </a:solidFill>
                          <a:latin typeface="Arial" panose="020B0604020202020204" pitchFamily="34" charset="0"/>
                          <a:cs typeface="Arial" panose="020B0604020202020204" pitchFamily="34" charset="0"/>
                        </a:rPr>
                        <a:t>F5</a:t>
                      </a:r>
                      <a:r>
                        <a:rPr lang="en-US" sz="2800" baseline="0" dirty="0">
                          <a:solidFill>
                            <a:srgbClr val="D9D9D9"/>
                          </a:solidFill>
                          <a:latin typeface="Arial" panose="020B0604020202020204" pitchFamily="34" charset="0"/>
                          <a:cs typeface="Arial" panose="020B0604020202020204" pitchFamily="34" charset="0"/>
                        </a:rPr>
                        <a:t> </a:t>
                      </a:r>
                      <a:endParaRPr lang="en-US" sz="6000" dirty="0"/>
                    </a:p>
                  </a:txBody>
                  <a:tcPr marL="182880" marT="137160" anchor="ctr">
                    <a:solidFill>
                      <a:schemeClr val="tx1">
                        <a:lumMod val="95000"/>
                        <a:lumOff val="5000"/>
                      </a:schemeClr>
                    </a:solidFill>
                  </a:tcPr>
                </a:tc>
                <a:extLst>
                  <a:ext uri="{0D108BD9-81ED-4DB2-BD59-A6C34878D82A}">
                    <a16:rowId xmlns:a16="http://schemas.microsoft.com/office/drawing/2014/main" val="10006"/>
                  </a:ext>
                </a:extLst>
              </a:tr>
              <a:tr h="6401119">
                <a:tc gridSpan="3">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r>
                        <a:rPr lang="en-US" sz="2800" b="1" noProof="0" dirty="0">
                          <a:solidFill>
                            <a:srgbClr val="FFC000"/>
                          </a:solidFill>
                          <a:latin typeface="Arial"/>
                          <a:cs typeface="Arial"/>
                        </a:rPr>
                        <a:t>How to print your poster</a:t>
                      </a:r>
                    </a:p>
                    <a:p>
                      <a:pPr marL="0" marR="0" lvl="0" indent="0" algn="l" defTabSz="114300" rtl="0" eaLnBrk="1" fontAlgn="auto" latinLnBrk="0" hangingPunct="1">
                        <a:lnSpc>
                          <a:spcPct val="100000"/>
                        </a:lnSpc>
                        <a:spcBef>
                          <a:spcPts val="0"/>
                        </a:spcBef>
                        <a:spcAft>
                          <a:spcPts val="0"/>
                        </a:spcAft>
                        <a:buClrTx/>
                        <a:buSzTx/>
                        <a:buFontTx/>
                        <a:buNone/>
                        <a:tabLst/>
                        <a:defRPr/>
                      </a:pPr>
                      <a:r>
                        <a:rPr lang="en-US" sz="2400" noProof="0" dirty="0">
                          <a:solidFill>
                            <a:srgbClr val="D9D9D9"/>
                          </a:solidFill>
                          <a:latin typeface="Arial"/>
                          <a:cs typeface="Arial"/>
                        </a:rPr>
                        <a:t>When you are ready to have your poster printed go online to </a:t>
                      </a:r>
                      <a:r>
                        <a:rPr lang="en-US" sz="2400" noProof="0" dirty="0" err="1">
                          <a:solidFill>
                            <a:srgbClr val="FFC000"/>
                          </a:solidFill>
                          <a:latin typeface="Arial"/>
                          <a:cs typeface="Arial"/>
                        </a:rPr>
                        <a:t>PosterPresentations.com</a:t>
                      </a:r>
                      <a:r>
                        <a:rPr lang="en-US" sz="2400" noProof="0" dirty="0">
                          <a:solidFill>
                            <a:srgbClr val="D9D9D9"/>
                          </a:solidFill>
                          <a:latin typeface="Arial"/>
                          <a:cs typeface="Arial"/>
                        </a:rPr>
                        <a:t> and click on the "</a:t>
                      </a:r>
                      <a:r>
                        <a:rPr lang="en-US" sz="2400" noProof="0" dirty="0">
                          <a:solidFill>
                            <a:srgbClr val="FFC000"/>
                          </a:solidFill>
                          <a:latin typeface="Arial"/>
                          <a:cs typeface="Arial"/>
                        </a:rPr>
                        <a:t>Order Your Poster</a:t>
                      </a:r>
                      <a:r>
                        <a:rPr lang="en-US" sz="2400" noProof="0" dirty="0">
                          <a:solidFill>
                            <a:srgbClr val="D9D9D9"/>
                          </a:solidFill>
                          <a:latin typeface="Arial"/>
                          <a:cs typeface="Arial"/>
                        </a:rPr>
                        <a:t>" button. You can have your poster printed on professional papers, fabric for easy traveling and a variety of other materials. </a:t>
                      </a:r>
                    </a:p>
                    <a:p>
                      <a:pPr marL="0" marR="0" lvl="0" indent="0" algn="l" defTabSz="114300" rtl="0" eaLnBrk="1" fontAlgn="auto" latinLnBrk="0" hangingPunct="1">
                        <a:lnSpc>
                          <a:spcPct val="100000"/>
                        </a:lnSpc>
                        <a:spcBef>
                          <a:spcPts val="0"/>
                        </a:spcBef>
                        <a:spcAft>
                          <a:spcPts val="0"/>
                        </a:spcAft>
                        <a:buClrTx/>
                        <a:buSzTx/>
                        <a:buFontTx/>
                        <a:buNone/>
                        <a:tabLst/>
                        <a:defRPr/>
                      </a:pPr>
                      <a:r>
                        <a:rPr lang="en-US" sz="2400" noProof="0" dirty="0">
                          <a:solidFill>
                            <a:srgbClr val="D9D9D9"/>
                          </a:solidFill>
                          <a:latin typeface="Arial"/>
                          <a:cs typeface="Arial"/>
                        </a:rPr>
                        <a:t>If you submit a PowerPoint document, you will be receiving a PDF proof for your approval prior to printing. If your order is placed and paid for before noon (Pacific time) Monday-Friday, your order will ship out that same day. FedEx Next day, Second day, Third day, and Free Ground services are offered. </a:t>
                      </a:r>
                    </a:p>
                    <a:p>
                      <a:pPr marL="0" marR="0" lvl="0" indent="0" algn="l" defTabSz="114300" rtl="0" eaLnBrk="1" fontAlgn="auto" latinLnBrk="0" hangingPunct="1">
                        <a:lnSpc>
                          <a:spcPct val="100000"/>
                        </a:lnSpc>
                        <a:spcBef>
                          <a:spcPts val="0"/>
                        </a:spcBef>
                        <a:spcAft>
                          <a:spcPts val="0"/>
                        </a:spcAft>
                        <a:buClrTx/>
                        <a:buSzTx/>
                        <a:buFontTx/>
                        <a:buNone/>
                        <a:tabLst/>
                        <a:defRPr/>
                      </a:pPr>
                      <a:br>
                        <a:rPr lang="en-US" sz="2400" noProof="0" dirty="0">
                          <a:solidFill>
                            <a:srgbClr val="D9D9D9"/>
                          </a:solidFill>
                          <a:latin typeface="Arial"/>
                          <a:cs typeface="Arial"/>
                        </a:rPr>
                      </a:br>
                      <a:r>
                        <a:rPr lang="en-US" sz="2400" noProof="0" dirty="0">
                          <a:solidFill>
                            <a:srgbClr val="D9D9D9"/>
                          </a:solidFill>
                          <a:latin typeface="Arial"/>
                          <a:cs typeface="Arial"/>
                        </a:rPr>
                        <a:t>Go to </a:t>
                      </a:r>
                      <a:r>
                        <a:rPr lang="en-US" sz="2400" noProof="0" dirty="0" err="1">
                          <a:solidFill>
                            <a:srgbClr val="FFC000"/>
                          </a:solidFill>
                          <a:latin typeface="Arial"/>
                          <a:cs typeface="Arial"/>
                        </a:rPr>
                        <a:t>PosterPresentations.com</a:t>
                      </a:r>
                      <a:r>
                        <a:rPr lang="en-US" sz="2400" noProof="0" dirty="0">
                          <a:solidFill>
                            <a:srgbClr val="D9D9D9"/>
                          </a:solidFill>
                          <a:latin typeface="Arial"/>
                          <a:cs typeface="Arial"/>
                        </a:rPr>
                        <a:t> for more information.</a:t>
                      </a:r>
                    </a:p>
                  </a:txBody>
                  <a:tcPr marL="182880" marT="137160">
                    <a:solidFill>
                      <a:srgbClr val="010101"/>
                    </a:solid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7"/>
                  </a:ext>
                </a:extLst>
              </a:tr>
              <a:tr h="1262579">
                <a:tc gridSpan="3">
                  <a:txBody>
                    <a:bodyPr/>
                    <a:lstStyle/>
                    <a:p>
                      <a:endParaRPr lang="en-US" sz="2400" dirty="0">
                        <a:solidFill>
                          <a:srgbClr val="1F3A4E"/>
                        </a:solidFill>
                      </a:endParaRPr>
                    </a:p>
                  </a:txBody>
                  <a:tcPr marL="182880" marT="137160">
                    <a:blipFill dpi="0" rotWithShape="1">
                      <a:blip r:embed="rId9">
                        <a:extLst>
                          <a:ext uri="{28A0092B-C50C-407E-A947-70E740481C1C}">
                            <a14:useLocalDpi xmlns:a14="http://schemas.microsoft.com/office/drawing/2010/main" val="0"/>
                          </a:ext>
                        </a:extLst>
                      </a:blip>
                      <a:srcRect/>
                      <a:stretch>
                        <a:fillRect/>
                      </a:stretch>
                    </a:blip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8"/>
                  </a:ext>
                </a:extLst>
              </a:tr>
              <a:tr h="1716228">
                <a:tc gridSpan="2">
                  <a:txBody>
                    <a:bodyPr/>
                    <a:lstStyle/>
                    <a:p>
                      <a:pPr>
                        <a:lnSpc>
                          <a:spcPts val="2600"/>
                        </a:lnSpc>
                      </a:pPr>
                      <a:r>
                        <a:rPr lang="en-US" sz="2000" dirty="0">
                          <a:solidFill>
                            <a:schemeClr val="bg1">
                              <a:lumMod val="85000"/>
                            </a:schemeClr>
                          </a:solidFill>
                          <a:latin typeface="Arial"/>
                          <a:cs typeface="Arial"/>
                        </a:rPr>
                        <a:t>© 2019</a:t>
                      </a:r>
                      <a:r>
                        <a:rPr lang="en-US" sz="2000" baseline="0" dirty="0">
                          <a:solidFill>
                            <a:schemeClr val="bg1">
                              <a:lumMod val="85000"/>
                            </a:schemeClr>
                          </a:solidFill>
                          <a:latin typeface="Arial"/>
                          <a:cs typeface="Arial"/>
                        </a:rPr>
                        <a:t> </a:t>
                      </a:r>
                      <a:r>
                        <a:rPr lang="en-US" sz="2000" dirty="0" err="1">
                          <a:solidFill>
                            <a:schemeClr val="bg1">
                              <a:lumMod val="85000"/>
                            </a:schemeClr>
                          </a:solidFill>
                          <a:latin typeface="Arial"/>
                          <a:cs typeface="Arial"/>
                        </a:rPr>
                        <a:t>PosterPresentations.com</a:t>
                      </a:r>
                      <a:br>
                        <a:rPr lang="en-US" sz="2000" dirty="0">
                          <a:solidFill>
                            <a:schemeClr val="bg1">
                              <a:lumMod val="85000"/>
                            </a:schemeClr>
                          </a:solidFill>
                          <a:latin typeface="Arial"/>
                          <a:cs typeface="Arial"/>
                        </a:rPr>
                      </a:br>
                      <a:r>
                        <a:rPr lang="en-US" sz="2000" dirty="0">
                          <a:solidFill>
                            <a:schemeClr val="bg1">
                              <a:lumMod val="85000"/>
                            </a:schemeClr>
                          </a:solidFill>
                          <a:latin typeface="Arial"/>
                          <a:cs typeface="Arial"/>
                        </a:rPr>
                        <a:t>2117 Fourth Street ,</a:t>
                      </a:r>
                      <a:r>
                        <a:rPr lang="en-US" sz="2000" baseline="0" dirty="0">
                          <a:solidFill>
                            <a:schemeClr val="bg1">
                              <a:lumMod val="85000"/>
                            </a:schemeClr>
                          </a:solidFill>
                          <a:latin typeface="Arial"/>
                          <a:cs typeface="Arial"/>
                        </a:rPr>
                        <a:t> STE C        </a:t>
                      </a:r>
                    </a:p>
                    <a:p>
                      <a:pPr>
                        <a:lnSpc>
                          <a:spcPts val="2600"/>
                        </a:lnSpc>
                      </a:pPr>
                      <a:r>
                        <a:rPr lang="en-US" sz="2000" baseline="0" dirty="0">
                          <a:solidFill>
                            <a:schemeClr val="bg1">
                              <a:lumMod val="85000"/>
                            </a:schemeClr>
                          </a:solidFill>
                          <a:latin typeface="Arial"/>
                          <a:cs typeface="Arial"/>
                        </a:rPr>
                        <a:t>Berkeley CA 94710 USA</a:t>
                      </a:r>
                      <a:endParaRPr lang="en-US" sz="2000" dirty="0">
                        <a:solidFill>
                          <a:schemeClr val="bg1">
                            <a:lumMod val="85000"/>
                          </a:schemeClr>
                        </a:solidFill>
                        <a:latin typeface="Arial"/>
                        <a:cs typeface="Arial"/>
                      </a:endParaRPr>
                    </a:p>
                  </a:txBody>
                  <a:tcPr marL="182880" marT="137160">
                    <a:solidFill>
                      <a:srgbClr val="010101"/>
                    </a:solidFill>
                  </a:tcPr>
                </a:tc>
                <a:tc hMerge="1">
                  <a:txBody>
                    <a:bodyPr/>
                    <a:lstStyle/>
                    <a:p>
                      <a:pPr>
                        <a:lnSpc>
                          <a:spcPts val="2600"/>
                        </a:lnSpc>
                      </a:pPr>
                      <a:endParaRPr lang="en-US" sz="2400" dirty="0">
                        <a:solidFill>
                          <a:schemeClr val="bg1">
                            <a:lumMod val="85000"/>
                          </a:schemeClr>
                        </a:solidFill>
                        <a:latin typeface="Arial"/>
                        <a:cs typeface="Arial"/>
                      </a:endParaRPr>
                    </a:p>
                  </a:txBody>
                  <a:tcPr marL="182880" marT="137160">
                    <a:solidFill>
                      <a:srgbClr val="010101"/>
                    </a:solidFill>
                  </a:tcPr>
                </a:tc>
                <a:tc>
                  <a:txBody>
                    <a:bodyPr/>
                    <a:lstStyle/>
                    <a:p>
                      <a:pPr marL="0" marR="0" indent="0" algn="l" defTabSz="4388900" rtl="0" eaLnBrk="1" fontAlgn="auto" latinLnBrk="0" hangingPunct="1">
                        <a:lnSpc>
                          <a:spcPct val="100000"/>
                        </a:lnSpc>
                        <a:spcBef>
                          <a:spcPts val="0"/>
                        </a:spcBef>
                        <a:spcAft>
                          <a:spcPts val="0"/>
                        </a:spcAft>
                        <a:buClrTx/>
                        <a:buSzTx/>
                        <a:buFontTx/>
                        <a:buNone/>
                        <a:tabLst/>
                        <a:defRPr/>
                      </a:pPr>
                      <a:r>
                        <a:rPr lang="en-US" sz="2400" b="1" dirty="0">
                          <a:solidFill>
                            <a:srgbClr val="D0D0D0"/>
                          </a:solidFill>
                          <a:latin typeface="Arial"/>
                          <a:cs typeface="Arial"/>
                        </a:rPr>
                        <a:t>For complete tutorials</a:t>
                      </a:r>
                      <a:r>
                        <a:rPr lang="en-US" sz="2400" b="1" baseline="0" dirty="0">
                          <a:solidFill>
                            <a:srgbClr val="D0D0D0"/>
                          </a:solidFill>
                          <a:latin typeface="Arial"/>
                          <a:cs typeface="Arial"/>
                        </a:rPr>
                        <a:t> visit:</a:t>
                      </a:r>
                    </a:p>
                    <a:p>
                      <a:pPr marL="0" marR="0" indent="0" algn="l" defTabSz="4388900" rtl="0" eaLnBrk="1" fontAlgn="auto" latinLnBrk="0" hangingPunct="1">
                        <a:lnSpc>
                          <a:spcPct val="100000"/>
                        </a:lnSpc>
                        <a:spcBef>
                          <a:spcPts val="0"/>
                        </a:spcBef>
                        <a:spcAft>
                          <a:spcPts val="0"/>
                        </a:spcAft>
                        <a:buClrTx/>
                        <a:buSzTx/>
                        <a:buFontTx/>
                        <a:buNone/>
                        <a:tabLst/>
                        <a:defRPr/>
                      </a:pPr>
                      <a:r>
                        <a:rPr lang="en-US" sz="1800" b="1" dirty="0">
                          <a:solidFill>
                            <a:srgbClr val="FFC000"/>
                          </a:solidFill>
                          <a:latin typeface="Arial"/>
                          <a:cs typeface="Arial"/>
                        </a:rPr>
                        <a:t>https://</a:t>
                      </a:r>
                      <a:r>
                        <a:rPr lang="en-US" sz="1800" b="1" dirty="0" err="1">
                          <a:solidFill>
                            <a:srgbClr val="FFC000"/>
                          </a:solidFill>
                          <a:latin typeface="Arial"/>
                          <a:cs typeface="Arial"/>
                        </a:rPr>
                        <a:t>www.posterpresentations.com</a:t>
                      </a:r>
                      <a:r>
                        <a:rPr lang="en-US" sz="1800" b="1" dirty="0">
                          <a:solidFill>
                            <a:srgbClr val="FFC000"/>
                          </a:solidFill>
                          <a:latin typeface="Arial"/>
                          <a:cs typeface="Arial"/>
                        </a:rPr>
                        <a:t>/</a:t>
                      </a:r>
                      <a:r>
                        <a:rPr lang="en-US" sz="1800" b="1" dirty="0" err="1">
                          <a:solidFill>
                            <a:srgbClr val="FFC000"/>
                          </a:solidFill>
                          <a:latin typeface="Arial"/>
                          <a:cs typeface="Arial"/>
                        </a:rPr>
                        <a:t>helpdesk.html</a:t>
                      </a:r>
                      <a:endParaRPr lang="en-US" sz="13800" dirty="0"/>
                    </a:p>
                  </a:txBody>
                  <a:tcPr marL="182880" marT="137160">
                    <a:solidFill>
                      <a:srgbClr val="010101"/>
                    </a:solidFill>
                  </a:tcPr>
                </a:tc>
                <a:extLst>
                  <a:ext uri="{0D108BD9-81ED-4DB2-BD59-A6C34878D82A}">
                    <a16:rowId xmlns:a16="http://schemas.microsoft.com/office/drawing/2014/main" val="10009"/>
                  </a:ext>
                </a:extLst>
              </a:tr>
            </a:tbl>
          </a:graphicData>
        </a:graphic>
      </p:graphicFrame>
    </p:spTree>
  </p:cSld>
  <p:clrMap bg1="lt1" tx1="dk1" bg2="lt2" tx2="dk2" accent1="accent1" accent2="accent2" accent3="accent3" accent4="accent4" accent5="accent5" accent6="accent6" hlink="hlink" folHlink="folHlink"/>
  <p:sldLayoutIdLst>
    <p:sldLayoutId id="2147483659" r:id="rId1"/>
  </p:sldLayoutIdLst>
  <p:txStyles>
    <p:titleStyle>
      <a:lvl1pPr algn="ctr" defTabSz="3599776" rtl="0" eaLnBrk="1" latinLnBrk="0" hangingPunct="1">
        <a:spcBef>
          <a:spcPct val="0"/>
        </a:spcBef>
        <a:buNone/>
        <a:defRPr sz="7200" kern="1200">
          <a:solidFill>
            <a:schemeClr val="bg1"/>
          </a:solidFill>
          <a:latin typeface="Trebuchet MS" pitchFamily="34" charset="0"/>
          <a:ea typeface="+mj-ea"/>
          <a:cs typeface="+mj-cs"/>
        </a:defRPr>
      </a:lvl1pPr>
    </p:titleStyle>
    <p:bodyStyle>
      <a:lvl1pPr marL="1349916" indent="-1349916" algn="l" defTabSz="3599776" rtl="0" eaLnBrk="1" latinLnBrk="0" hangingPunct="1">
        <a:spcBef>
          <a:spcPct val="20000"/>
        </a:spcBef>
        <a:buFont typeface="Arial" pitchFamily="34" charset="0"/>
        <a:buChar char="•"/>
        <a:defRPr sz="12600" kern="1200">
          <a:solidFill>
            <a:schemeClr val="tx1"/>
          </a:solidFill>
          <a:latin typeface="+mn-lt"/>
          <a:ea typeface="+mn-ea"/>
          <a:cs typeface="+mn-cs"/>
        </a:defRPr>
      </a:lvl1pPr>
      <a:lvl2pPr marL="2924818" indent="-1124930" algn="l" defTabSz="3599776" rtl="0" eaLnBrk="1" latinLnBrk="0" hangingPunct="1">
        <a:spcBef>
          <a:spcPct val="20000"/>
        </a:spcBef>
        <a:buFont typeface="Arial" pitchFamily="34" charset="0"/>
        <a:buChar char="–"/>
        <a:defRPr sz="11100" kern="1200">
          <a:solidFill>
            <a:schemeClr val="tx1"/>
          </a:solidFill>
          <a:latin typeface="+mn-lt"/>
          <a:ea typeface="+mn-ea"/>
          <a:cs typeface="+mn-cs"/>
        </a:defRPr>
      </a:lvl2pPr>
      <a:lvl3pPr marL="4499721" indent="-899945" algn="l" defTabSz="3599776" rtl="0" eaLnBrk="1" latinLnBrk="0" hangingPunct="1">
        <a:spcBef>
          <a:spcPct val="20000"/>
        </a:spcBef>
        <a:buFont typeface="Arial" pitchFamily="34" charset="0"/>
        <a:buChar char="•"/>
        <a:defRPr sz="9500" kern="1200">
          <a:solidFill>
            <a:schemeClr val="tx1"/>
          </a:solidFill>
          <a:latin typeface="+mn-lt"/>
          <a:ea typeface="+mn-ea"/>
          <a:cs typeface="+mn-cs"/>
        </a:defRPr>
      </a:lvl3pPr>
      <a:lvl4pPr marL="6299609"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4pPr>
      <a:lvl5pPr marL="8099496"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5pPr>
      <a:lvl6pPr marL="9899385"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6pPr>
      <a:lvl7pPr marL="11699272"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7pPr>
      <a:lvl8pPr marL="13499161"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8pPr>
      <a:lvl9pPr marL="15299049"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9pPr>
    </p:bodyStyle>
    <p:otherStyle>
      <a:defPPr>
        <a:defRPr lang="en-US"/>
      </a:defPPr>
      <a:lvl1pPr marL="0" algn="l" defTabSz="3599776" rtl="0" eaLnBrk="1" latinLnBrk="0" hangingPunct="1">
        <a:defRPr sz="7100" kern="1200">
          <a:solidFill>
            <a:schemeClr val="tx1"/>
          </a:solidFill>
          <a:latin typeface="+mn-lt"/>
          <a:ea typeface="+mn-ea"/>
          <a:cs typeface="+mn-cs"/>
        </a:defRPr>
      </a:lvl1pPr>
      <a:lvl2pPr marL="1799889" algn="l" defTabSz="3599776" rtl="0" eaLnBrk="1" latinLnBrk="0" hangingPunct="1">
        <a:defRPr sz="7100" kern="1200">
          <a:solidFill>
            <a:schemeClr val="tx1"/>
          </a:solidFill>
          <a:latin typeface="+mn-lt"/>
          <a:ea typeface="+mn-ea"/>
          <a:cs typeface="+mn-cs"/>
        </a:defRPr>
      </a:lvl2pPr>
      <a:lvl3pPr marL="3599776" algn="l" defTabSz="3599776" rtl="0" eaLnBrk="1" latinLnBrk="0" hangingPunct="1">
        <a:defRPr sz="7100" kern="1200">
          <a:solidFill>
            <a:schemeClr val="tx1"/>
          </a:solidFill>
          <a:latin typeface="+mn-lt"/>
          <a:ea typeface="+mn-ea"/>
          <a:cs typeface="+mn-cs"/>
        </a:defRPr>
      </a:lvl3pPr>
      <a:lvl4pPr marL="5399664" algn="l" defTabSz="3599776" rtl="0" eaLnBrk="1" latinLnBrk="0" hangingPunct="1">
        <a:defRPr sz="7100" kern="1200">
          <a:solidFill>
            <a:schemeClr val="tx1"/>
          </a:solidFill>
          <a:latin typeface="+mn-lt"/>
          <a:ea typeface="+mn-ea"/>
          <a:cs typeface="+mn-cs"/>
        </a:defRPr>
      </a:lvl4pPr>
      <a:lvl5pPr marL="7199552" algn="l" defTabSz="3599776" rtl="0" eaLnBrk="1" latinLnBrk="0" hangingPunct="1">
        <a:defRPr sz="7100" kern="1200">
          <a:solidFill>
            <a:schemeClr val="tx1"/>
          </a:solidFill>
          <a:latin typeface="+mn-lt"/>
          <a:ea typeface="+mn-ea"/>
          <a:cs typeface="+mn-cs"/>
        </a:defRPr>
      </a:lvl5pPr>
      <a:lvl6pPr marL="8999441" algn="l" defTabSz="3599776" rtl="0" eaLnBrk="1" latinLnBrk="0" hangingPunct="1">
        <a:defRPr sz="7100" kern="1200">
          <a:solidFill>
            <a:schemeClr val="tx1"/>
          </a:solidFill>
          <a:latin typeface="+mn-lt"/>
          <a:ea typeface="+mn-ea"/>
          <a:cs typeface="+mn-cs"/>
        </a:defRPr>
      </a:lvl6pPr>
      <a:lvl7pPr marL="10799330" algn="l" defTabSz="3599776" rtl="0" eaLnBrk="1" latinLnBrk="0" hangingPunct="1">
        <a:defRPr sz="7100" kern="1200">
          <a:solidFill>
            <a:schemeClr val="tx1"/>
          </a:solidFill>
          <a:latin typeface="+mn-lt"/>
          <a:ea typeface="+mn-ea"/>
          <a:cs typeface="+mn-cs"/>
        </a:defRPr>
      </a:lvl7pPr>
      <a:lvl8pPr marL="12599217" algn="l" defTabSz="3599776" rtl="0" eaLnBrk="1" latinLnBrk="0" hangingPunct="1">
        <a:defRPr sz="7100" kern="1200">
          <a:solidFill>
            <a:schemeClr val="tx1"/>
          </a:solidFill>
          <a:latin typeface="+mn-lt"/>
          <a:ea typeface="+mn-ea"/>
          <a:cs typeface="+mn-cs"/>
        </a:defRPr>
      </a:lvl8pPr>
      <a:lvl9pPr marL="14399106" algn="l" defTabSz="3599776" rtl="0" eaLnBrk="1" latinLnBrk="0" hangingPunct="1">
        <a:defRPr sz="71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4F5351D2-4B9C-6B4B-AC02-8BA80ECA0317}"/>
              </a:ext>
            </a:extLst>
          </p:cNvPr>
          <p:cNvGrpSpPr/>
          <p:nvPr userDrawn="1"/>
        </p:nvGrpSpPr>
        <p:grpSpPr>
          <a:xfrm>
            <a:off x="-282256" y="-251209"/>
            <a:ext cx="25648282" cy="36391624"/>
            <a:chOff x="-282256" y="-251209"/>
            <a:chExt cx="25648282" cy="36391624"/>
          </a:xfrm>
        </p:grpSpPr>
        <p:sp>
          <p:nvSpPr>
            <p:cNvPr id="40" name="Freeform 39"/>
            <p:cNvSpPr/>
            <p:nvPr userDrawn="1"/>
          </p:nvSpPr>
          <p:spPr>
            <a:xfrm>
              <a:off x="-240584" y="-231258"/>
              <a:ext cx="25606610" cy="36371673"/>
            </a:xfrm>
            <a:custGeom>
              <a:avLst/>
              <a:gdLst>
                <a:gd name="connsiteX0" fmla="*/ 0 w 44005500"/>
                <a:gd name="connsiteY0" fmla="*/ 0 h 32956500"/>
                <a:gd name="connsiteX1" fmla="*/ 44005500 w 44005500"/>
                <a:gd name="connsiteY1" fmla="*/ 32956500 h 32956500"/>
                <a:gd name="connsiteX2" fmla="*/ 38100 w 44005500"/>
                <a:gd name="connsiteY2" fmla="*/ 32918400 h 32956500"/>
                <a:gd name="connsiteX3" fmla="*/ 0 w 44005500"/>
                <a:gd name="connsiteY3" fmla="*/ 0 h 32956500"/>
              </a:gdLst>
              <a:ahLst/>
              <a:cxnLst>
                <a:cxn ang="0">
                  <a:pos x="connsiteX0" y="connsiteY0"/>
                </a:cxn>
                <a:cxn ang="0">
                  <a:pos x="connsiteX1" y="connsiteY1"/>
                </a:cxn>
                <a:cxn ang="0">
                  <a:pos x="connsiteX2" y="connsiteY2"/>
                </a:cxn>
                <a:cxn ang="0">
                  <a:pos x="connsiteX3" y="connsiteY3"/>
                </a:cxn>
              </a:cxnLst>
              <a:rect l="l" t="t" r="r" b="b"/>
              <a:pathLst>
                <a:path w="44005500" h="32956500">
                  <a:moveTo>
                    <a:pt x="0" y="0"/>
                  </a:moveTo>
                  <a:lnTo>
                    <a:pt x="44005500" y="32956500"/>
                  </a:lnTo>
                  <a:lnTo>
                    <a:pt x="38100" y="32918400"/>
                  </a:lnTo>
                  <a:lnTo>
                    <a:pt x="0" y="0"/>
                  </a:lnTo>
                  <a:close/>
                </a:path>
              </a:pathLst>
            </a:custGeom>
            <a:gradFill>
              <a:gsLst>
                <a:gs pos="79000">
                  <a:schemeClr val="accent1">
                    <a:lumMod val="40000"/>
                    <a:lumOff val="60000"/>
                  </a:schemeClr>
                </a:gs>
                <a:gs pos="13000">
                  <a:schemeClr val="accent1">
                    <a:lumMod val="30000"/>
                    <a:lumOff val="7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Freeform 41"/>
            <p:cNvSpPr/>
            <p:nvPr userDrawn="1"/>
          </p:nvSpPr>
          <p:spPr>
            <a:xfrm flipH="1" flipV="1">
              <a:off x="-240585" y="-231258"/>
              <a:ext cx="25606609" cy="36352958"/>
            </a:xfrm>
            <a:custGeom>
              <a:avLst/>
              <a:gdLst>
                <a:gd name="connsiteX0" fmla="*/ 0 w 44005500"/>
                <a:gd name="connsiteY0" fmla="*/ 0 h 32956500"/>
                <a:gd name="connsiteX1" fmla="*/ 44005500 w 44005500"/>
                <a:gd name="connsiteY1" fmla="*/ 32956500 h 32956500"/>
                <a:gd name="connsiteX2" fmla="*/ 38100 w 44005500"/>
                <a:gd name="connsiteY2" fmla="*/ 32918400 h 32956500"/>
                <a:gd name="connsiteX3" fmla="*/ 0 w 44005500"/>
                <a:gd name="connsiteY3" fmla="*/ 0 h 32956500"/>
              </a:gdLst>
              <a:ahLst/>
              <a:cxnLst>
                <a:cxn ang="0">
                  <a:pos x="connsiteX0" y="connsiteY0"/>
                </a:cxn>
                <a:cxn ang="0">
                  <a:pos x="connsiteX1" y="connsiteY1"/>
                </a:cxn>
                <a:cxn ang="0">
                  <a:pos x="connsiteX2" y="connsiteY2"/>
                </a:cxn>
                <a:cxn ang="0">
                  <a:pos x="connsiteX3" y="connsiteY3"/>
                </a:cxn>
              </a:cxnLst>
              <a:rect l="l" t="t" r="r" b="b"/>
              <a:pathLst>
                <a:path w="44005500" h="32956500">
                  <a:moveTo>
                    <a:pt x="0" y="0"/>
                  </a:moveTo>
                  <a:lnTo>
                    <a:pt x="44005500" y="32956500"/>
                  </a:lnTo>
                  <a:lnTo>
                    <a:pt x="38100" y="32918400"/>
                  </a:lnTo>
                  <a:lnTo>
                    <a:pt x="0" y="0"/>
                  </a:lnTo>
                  <a:close/>
                </a:path>
              </a:pathLst>
            </a:custGeom>
            <a:gradFill>
              <a:gsLst>
                <a:gs pos="41000">
                  <a:schemeClr val="bg2"/>
                </a:gs>
                <a:gs pos="100000">
                  <a:schemeClr val="accent1">
                    <a:lumMod val="30000"/>
                    <a:lumOff val="7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Freeform 42"/>
            <p:cNvSpPr/>
            <p:nvPr userDrawn="1"/>
          </p:nvSpPr>
          <p:spPr>
            <a:xfrm>
              <a:off x="-282256" y="-251209"/>
              <a:ext cx="25648281" cy="36391624"/>
            </a:xfrm>
            <a:custGeom>
              <a:avLst/>
              <a:gdLst>
                <a:gd name="connsiteX0" fmla="*/ 36576 w 39026592"/>
                <a:gd name="connsiteY0" fmla="*/ 0 h 30614112"/>
                <a:gd name="connsiteX1" fmla="*/ 15837408 w 39026592"/>
                <a:gd name="connsiteY1" fmla="*/ 30614112 h 30614112"/>
                <a:gd name="connsiteX2" fmla="*/ 39026592 w 39026592"/>
                <a:gd name="connsiteY2" fmla="*/ 13350240 h 30614112"/>
                <a:gd name="connsiteX3" fmla="*/ 0 w 39026592"/>
                <a:gd name="connsiteY3" fmla="*/ 73152 h 30614112"/>
                <a:gd name="connsiteX4" fmla="*/ 109728 w 39026592"/>
                <a:gd name="connsiteY4" fmla="*/ 146304 h 306141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026592" h="30614112">
                  <a:moveTo>
                    <a:pt x="36576" y="0"/>
                  </a:moveTo>
                  <a:lnTo>
                    <a:pt x="15837408" y="30614112"/>
                  </a:lnTo>
                  <a:lnTo>
                    <a:pt x="39026592" y="13350240"/>
                  </a:lnTo>
                  <a:lnTo>
                    <a:pt x="0" y="73152"/>
                  </a:lnTo>
                  <a:lnTo>
                    <a:pt x="109728" y="146304"/>
                  </a:lnTo>
                </a:path>
              </a:pathLst>
            </a:custGeom>
            <a:gradFill flip="none" rotWithShape="1">
              <a:gsLst>
                <a:gs pos="0">
                  <a:schemeClr val="bg1"/>
                </a:gs>
                <a:gs pos="76000">
                  <a:schemeClr val="accent1">
                    <a:lumMod val="30000"/>
                    <a:lumOff val="70000"/>
                    <a:alpha val="0"/>
                  </a:schemeClr>
                </a:gs>
              </a:gsLst>
              <a:path path="rect">
                <a:fillToRect r="100000" b="100000"/>
              </a:path>
              <a:tileRect l="-100000" t="-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627783235"/>
      </p:ext>
    </p:extLst>
  </p:cSld>
  <p:clrMap bg1="lt1" tx1="dk1" bg2="lt2" tx2="dk2" accent1="accent1" accent2="accent2" accent3="accent3" accent4="accent4" accent5="accent5" accent6="accent6" hlink="hlink" folHlink="folHlink"/>
  <p:sldLayoutIdLst>
    <p:sldLayoutId id="2147483661" r:id="rId1"/>
  </p:sldLayoutIdLst>
  <p:txStyles>
    <p:titleStyle>
      <a:lvl1pPr algn="ctr" defTabSz="3599776" rtl="0" eaLnBrk="1" latinLnBrk="0" hangingPunct="1">
        <a:spcBef>
          <a:spcPct val="0"/>
        </a:spcBef>
        <a:buNone/>
        <a:defRPr sz="7200" kern="1200">
          <a:solidFill>
            <a:schemeClr val="bg1"/>
          </a:solidFill>
          <a:latin typeface="Trebuchet MS" pitchFamily="34" charset="0"/>
          <a:ea typeface="+mj-ea"/>
          <a:cs typeface="+mj-cs"/>
        </a:defRPr>
      </a:lvl1pPr>
    </p:titleStyle>
    <p:bodyStyle>
      <a:lvl1pPr marL="1349916" indent="-1349916" algn="l" defTabSz="3599776" rtl="0" eaLnBrk="1" latinLnBrk="0" hangingPunct="1">
        <a:spcBef>
          <a:spcPct val="20000"/>
        </a:spcBef>
        <a:buFont typeface="Arial" pitchFamily="34" charset="0"/>
        <a:buChar char="•"/>
        <a:defRPr sz="12600" kern="1200">
          <a:solidFill>
            <a:schemeClr val="tx1"/>
          </a:solidFill>
          <a:latin typeface="+mn-lt"/>
          <a:ea typeface="+mn-ea"/>
          <a:cs typeface="+mn-cs"/>
        </a:defRPr>
      </a:lvl1pPr>
      <a:lvl2pPr marL="2924818" indent="-1124930" algn="l" defTabSz="3599776" rtl="0" eaLnBrk="1" latinLnBrk="0" hangingPunct="1">
        <a:spcBef>
          <a:spcPct val="20000"/>
        </a:spcBef>
        <a:buFont typeface="Arial" pitchFamily="34" charset="0"/>
        <a:buChar char="–"/>
        <a:defRPr sz="11100" kern="1200">
          <a:solidFill>
            <a:schemeClr val="tx1"/>
          </a:solidFill>
          <a:latin typeface="+mn-lt"/>
          <a:ea typeface="+mn-ea"/>
          <a:cs typeface="+mn-cs"/>
        </a:defRPr>
      </a:lvl2pPr>
      <a:lvl3pPr marL="4499721" indent="-899945" algn="l" defTabSz="3599776" rtl="0" eaLnBrk="1" latinLnBrk="0" hangingPunct="1">
        <a:spcBef>
          <a:spcPct val="20000"/>
        </a:spcBef>
        <a:buFont typeface="Arial" pitchFamily="34" charset="0"/>
        <a:buChar char="•"/>
        <a:defRPr sz="9500" kern="1200">
          <a:solidFill>
            <a:schemeClr val="tx1"/>
          </a:solidFill>
          <a:latin typeface="+mn-lt"/>
          <a:ea typeface="+mn-ea"/>
          <a:cs typeface="+mn-cs"/>
        </a:defRPr>
      </a:lvl3pPr>
      <a:lvl4pPr marL="6299609"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4pPr>
      <a:lvl5pPr marL="8099496"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5pPr>
      <a:lvl6pPr marL="9899385"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6pPr>
      <a:lvl7pPr marL="11699272"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7pPr>
      <a:lvl8pPr marL="13499161"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8pPr>
      <a:lvl9pPr marL="15299049"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9pPr>
    </p:bodyStyle>
    <p:otherStyle>
      <a:defPPr>
        <a:defRPr lang="en-US"/>
      </a:defPPr>
      <a:lvl1pPr marL="0" algn="l" defTabSz="3599776" rtl="0" eaLnBrk="1" latinLnBrk="0" hangingPunct="1">
        <a:defRPr sz="7100" kern="1200">
          <a:solidFill>
            <a:schemeClr val="tx1"/>
          </a:solidFill>
          <a:latin typeface="+mn-lt"/>
          <a:ea typeface="+mn-ea"/>
          <a:cs typeface="+mn-cs"/>
        </a:defRPr>
      </a:lvl1pPr>
      <a:lvl2pPr marL="1799889" algn="l" defTabSz="3599776" rtl="0" eaLnBrk="1" latinLnBrk="0" hangingPunct="1">
        <a:defRPr sz="7100" kern="1200">
          <a:solidFill>
            <a:schemeClr val="tx1"/>
          </a:solidFill>
          <a:latin typeface="+mn-lt"/>
          <a:ea typeface="+mn-ea"/>
          <a:cs typeface="+mn-cs"/>
        </a:defRPr>
      </a:lvl2pPr>
      <a:lvl3pPr marL="3599776" algn="l" defTabSz="3599776" rtl="0" eaLnBrk="1" latinLnBrk="0" hangingPunct="1">
        <a:defRPr sz="7100" kern="1200">
          <a:solidFill>
            <a:schemeClr val="tx1"/>
          </a:solidFill>
          <a:latin typeface="+mn-lt"/>
          <a:ea typeface="+mn-ea"/>
          <a:cs typeface="+mn-cs"/>
        </a:defRPr>
      </a:lvl3pPr>
      <a:lvl4pPr marL="5399664" algn="l" defTabSz="3599776" rtl="0" eaLnBrk="1" latinLnBrk="0" hangingPunct="1">
        <a:defRPr sz="7100" kern="1200">
          <a:solidFill>
            <a:schemeClr val="tx1"/>
          </a:solidFill>
          <a:latin typeface="+mn-lt"/>
          <a:ea typeface="+mn-ea"/>
          <a:cs typeface="+mn-cs"/>
        </a:defRPr>
      </a:lvl4pPr>
      <a:lvl5pPr marL="7199552" algn="l" defTabSz="3599776" rtl="0" eaLnBrk="1" latinLnBrk="0" hangingPunct="1">
        <a:defRPr sz="7100" kern="1200">
          <a:solidFill>
            <a:schemeClr val="tx1"/>
          </a:solidFill>
          <a:latin typeface="+mn-lt"/>
          <a:ea typeface="+mn-ea"/>
          <a:cs typeface="+mn-cs"/>
        </a:defRPr>
      </a:lvl5pPr>
      <a:lvl6pPr marL="8999441" algn="l" defTabSz="3599776" rtl="0" eaLnBrk="1" latinLnBrk="0" hangingPunct="1">
        <a:defRPr sz="7100" kern="1200">
          <a:solidFill>
            <a:schemeClr val="tx1"/>
          </a:solidFill>
          <a:latin typeface="+mn-lt"/>
          <a:ea typeface="+mn-ea"/>
          <a:cs typeface="+mn-cs"/>
        </a:defRPr>
      </a:lvl6pPr>
      <a:lvl7pPr marL="10799330" algn="l" defTabSz="3599776" rtl="0" eaLnBrk="1" latinLnBrk="0" hangingPunct="1">
        <a:defRPr sz="7100" kern="1200">
          <a:solidFill>
            <a:schemeClr val="tx1"/>
          </a:solidFill>
          <a:latin typeface="+mn-lt"/>
          <a:ea typeface="+mn-ea"/>
          <a:cs typeface="+mn-cs"/>
        </a:defRPr>
      </a:lvl7pPr>
      <a:lvl8pPr marL="12599217" algn="l" defTabSz="3599776" rtl="0" eaLnBrk="1" latinLnBrk="0" hangingPunct="1">
        <a:defRPr sz="7100" kern="1200">
          <a:solidFill>
            <a:schemeClr val="tx1"/>
          </a:solidFill>
          <a:latin typeface="+mn-lt"/>
          <a:ea typeface="+mn-ea"/>
          <a:cs typeface="+mn-cs"/>
        </a:defRPr>
      </a:lvl8pPr>
      <a:lvl9pPr marL="14399106" algn="l" defTabSz="3599776" rtl="0" eaLnBrk="1" latinLnBrk="0" hangingPunct="1">
        <a:defRPr sz="71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aphicFrame>
        <p:nvGraphicFramePr>
          <p:cNvPr id="36" name="Table 35">
            <a:extLst>
              <a:ext uri="{FF2B5EF4-FFF2-40B4-BE49-F238E27FC236}">
                <a16:creationId xmlns:a16="http://schemas.microsoft.com/office/drawing/2014/main" id="{BE4C25E8-A394-434E-8360-04CD8A1473B8}"/>
              </a:ext>
            </a:extLst>
          </p:cNvPr>
          <p:cNvGraphicFramePr>
            <a:graphicFrameLocks noGrp="1"/>
          </p:cNvGraphicFramePr>
          <p:nvPr userDrawn="1">
            <p:extLst>
              <p:ext uri="{D42A27DB-BD31-4B8C-83A1-F6EECF244321}">
                <p14:modId xmlns:p14="http://schemas.microsoft.com/office/powerpoint/2010/main" val="4020684293"/>
              </p:ext>
            </p:extLst>
          </p:nvPr>
        </p:nvGraphicFramePr>
        <p:xfrm>
          <a:off x="-10750964" y="37356"/>
          <a:ext cx="10290587" cy="35976294"/>
        </p:xfrm>
        <a:graphic>
          <a:graphicData uri="http://schemas.openxmlformats.org/drawingml/2006/table">
            <a:tbl>
              <a:tblPr firstRow="1" bandRow="1">
                <a:tableStyleId>{5C22544A-7EE6-4342-B048-85BDC9FD1C3A}</a:tableStyleId>
              </a:tblPr>
              <a:tblGrid>
                <a:gridCol w="4412520">
                  <a:extLst>
                    <a:ext uri="{9D8B030D-6E8A-4147-A177-3AD203B41FA5}">
                      <a16:colId xmlns:a16="http://schemas.microsoft.com/office/drawing/2014/main" val="20000"/>
                    </a:ext>
                  </a:extLst>
                </a:gridCol>
                <a:gridCol w="5878067">
                  <a:extLst>
                    <a:ext uri="{9D8B030D-6E8A-4147-A177-3AD203B41FA5}">
                      <a16:colId xmlns:a16="http://schemas.microsoft.com/office/drawing/2014/main" val="20001"/>
                    </a:ext>
                  </a:extLst>
                </a:gridCol>
              </a:tblGrid>
              <a:tr h="1392775">
                <a:tc gridSpan="2">
                  <a:txBody>
                    <a:bodyPr/>
                    <a:lstStyle/>
                    <a:p>
                      <a:pPr marL="0" marR="0" indent="0" algn="ctr" defTabSz="4388900" rtl="0" eaLnBrk="1" fontAlgn="auto" latinLnBrk="0" hangingPunct="1">
                        <a:lnSpc>
                          <a:spcPct val="100000"/>
                        </a:lnSpc>
                        <a:spcBef>
                          <a:spcPts val="0"/>
                        </a:spcBef>
                        <a:spcAft>
                          <a:spcPts val="0"/>
                        </a:spcAft>
                        <a:buClrTx/>
                        <a:buSzTx/>
                        <a:buFontTx/>
                        <a:buNone/>
                        <a:tabLst/>
                        <a:defRPr/>
                      </a:pPr>
                      <a:r>
                        <a:rPr lang="en-US" sz="4000" b="0" spc="600" dirty="0">
                          <a:solidFill>
                            <a:srgbClr val="1F3A4E"/>
                          </a:solidFill>
                          <a:latin typeface="Arial Black" panose="020B0A04020102020204" pitchFamily="34" charset="0"/>
                        </a:rPr>
                        <a:t>QUICK START GUIDE</a:t>
                      </a:r>
                      <a:br>
                        <a:rPr lang="en-US" sz="4000" b="0" spc="600" dirty="0">
                          <a:solidFill>
                            <a:srgbClr val="1F3A4E"/>
                          </a:solidFill>
                          <a:latin typeface="Arial Black" panose="020B0A04020102020204" pitchFamily="34" charset="0"/>
                        </a:rPr>
                      </a:br>
                      <a:r>
                        <a:rPr lang="en-US" sz="3200" b="1" spc="0" dirty="0">
                          <a:solidFill>
                            <a:srgbClr val="FF0000"/>
                          </a:solidFill>
                          <a:latin typeface="Trebuchet MS" pitchFamily="34" charset="0"/>
                        </a:rPr>
                        <a:t>(THIS SIDEBAR WILL NOT PRINT)</a:t>
                      </a:r>
                      <a:endParaRPr lang="en-US" sz="4000" b="1" spc="600" dirty="0">
                        <a:solidFill>
                          <a:schemeClr val="bg1"/>
                        </a:solidFill>
                        <a:latin typeface="Trebuchet MS" pitchFamily="34" charset="0"/>
                      </a:endParaRPr>
                    </a:p>
                  </a:txBody>
                  <a:tcPr marL="182880" marT="137160">
                    <a:solidFill>
                      <a:srgbClr val="FFC000"/>
                    </a:solidFill>
                  </a:tcPr>
                </a:tc>
                <a:tc hMerge="1">
                  <a:txBody>
                    <a:bodyPr/>
                    <a:lstStyle/>
                    <a:p>
                      <a:endParaRPr lang="en-US" dirty="0"/>
                    </a:p>
                  </a:txBody>
                  <a:tcPr/>
                </a:tc>
                <a:extLst>
                  <a:ext uri="{0D108BD9-81ED-4DB2-BD59-A6C34878D82A}">
                    <a16:rowId xmlns:a16="http://schemas.microsoft.com/office/drawing/2014/main" val="10000"/>
                  </a:ext>
                </a:extLst>
              </a:tr>
              <a:tr h="4281487">
                <a:tc gridSpan="2">
                  <a:txBody>
                    <a:bodyPr/>
                    <a:lstStyle/>
                    <a:p>
                      <a:pPr defTabSz="3765639"/>
                      <a:r>
                        <a:rPr lang="en-US" sz="2400" i="0" dirty="0">
                          <a:solidFill>
                            <a:srgbClr val="D9D9D9"/>
                          </a:solidFill>
                          <a:latin typeface="Arial"/>
                          <a:cs typeface="Arial"/>
                        </a:rPr>
                        <a:t>This PowerPoint template produces a </a:t>
                      </a:r>
                      <a:r>
                        <a:rPr lang="en-US" sz="2400" b="1" i="0" dirty="0">
                          <a:solidFill>
                            <a:srgbClr val="FFC000"/>
                          </a:solidFill>
                          <a:latin typeface="Arial"/>
                          <a:cs typeface="Arial"/>
                        </a:rPr>
                        <a:t>70x100cm</a:t>
                      </a:r>
                      <a:r>
                        <a:rPr lang="en-US" sz="2400" i="0" dirty="0">
                          <a:solidFill>
                            <a:srgbClr val="FFC000"/>
                          </a:solidFill>
                          <a:latin typeface="Arial"/>
                          <a:cs typeface="Arial"/>
                        </a:rPr>
                        <a:t> </a:t>
                      </a:r>
                      <a:r>
                        <a:rPr lang="en-US" sz="2400" i="0" dirty="0">
                          <a:solidFill>
                            <a:srgbClr val="D9D9D9"/>
                          </a:solidFill>
                          <a:latin typeface="Arial"/>
                          <a:cs typeface="Arial"/>
                        </a:rPr>
                        <a:t>presentation poster. You can use it to create your research poster by placing your title, subtitle, text, tables, charts and photos. </a:t>
                      </a:r>
                    </a:p>
                    <a:p>
                      <a:pPr defTabSz="3765639"/>
                      <a:endParaRPr lang="en-US" sz="2400" i="0" dirty="0">
                        <a:solidFill>
                          <a:srgbClr val="D9D9D9"/>
                        </a:solidFill>
                        <a:latin typeface="Arial"/>
                        <a:cs typeface="Arial"/>
                      </a:endParaRPr>
                    </a:p>
                    <a:p>
                      <a:pPr defTabSz="3765639"/>
                      <a:r>
                        <a:rPr lang="en-US" sz="2400" i="0" dirty="0">
                          <a:solidFill>
                            <a:srgbClr val="D9D9D9"/>
                          </a:solidFill>
                          <a:latin typeface="Arial"/>
                          <a:cs typeface="Arial"/>
                        </a:rPr>
                        <a:t>We provide a series of online tutorials that will guide you through the poster design process and answer your poster production questions. For complete template tutorials, go online to </a:t>
                      </a:r>
                      <a:r>
                        <a:rPr lang="en-US" sz="2400" i="0" dirty="0" err="1">
                          <a:solidFill>
                            <a:srgbClr val="FFC000"/>
                          </a:solidFill>
                          <a:latin typeface="Arial"/>
                          <a:cs typeface="Arial"/>
                        </a:rPr>
                        <a:t>PosterPresentations.com</a:t>
                      </a:r>
                      <a:r>
                        <a:rPr lang="en-US" sz="2400" i="0" dirty="0">
                          <a:solidFill>
                            <a:srgbClr val="D9D9D9"/>
                          </a:solidFill>
                          <a:latin typeface="Arial"/>
                          <a:cs typeface="Arial"/>
                        </a:rPr>
                        <a:t> and click on the  </a:t>
                      </a:r>
                      <a:r>
                        <a:rPr lang="en-US" sz="2400" i="0" dirty="0">
                          <a:solidFill>
                            <a:srgbClr val="FFC000"/>
                          </a:solidFill>
                          <a:latin typeface="Arial"/>
                          <a:cs typeface="Arial"/>
                        </a:rPr>
                        <a:t>HELP DESK</a:t>
                      </a:r>
                      <a:r>
                        <a:rPr lang="en-US" sz="2400" i="0" baseline="0" dirty="0">
                          <a:solidFill>
                            <a:srgbClr val="D9D9D9"/>
                          </a:solidFill>
                          <a:latin typeface="Arial"/>
                          <a:cs typeface="Arial"/>
                        </a:rPr>
                        <a:t> </a:t>
                      </a:r>
                      <a:r>
                        <a:rPr lang="en-US" sz="2400" i="0" dirty="0">
                          <a:solidFill>
                            <a:srgbClr val="D9D9D9"/>
                          </a:solidFill>
                          <a:latin typeface="Arial"/>
                          <a:cs typeface="Arial"/>
                        </a:rPr>
                        <a:t>tab.</a:t>
                      </a:r>
                    </a:p>
                    <a:p>
                      <a:pPr defTabSz="3765639"/>
                      <a:endParaRPr lang="en-US" sz="2400" i="0" dirty="0">
                        <a:solidFill>
                          <a:srgbClr val="D9D9D9"/>
                        </a:solidFill>
                        <a:latin typeface="Arial"/>
                        <a:cs typeface="Arial"/>
                      </a:endParaRPr>
                    </a:p>
                    <a:p>
                      <a:pPr defTabSz="3765639"/>
                      <a:r>
                        <a:rPr lang="en-US" sz="2400" i="0" dirty="0">
                          <a:solidFill>
                            <a:srgbClr val="D9D9D9"/>
                          </a:solidFill>
                          <a:latin typeface="Arial"/>
                          <a:cs typeface="Arial"/>
                        </a:rPr>
                        <a:t>To print your poster using our same-day professional printing service, go online to </a:t>
                      </a:r>
                      <a:r>
                        <a:rPr lang="en-US" sz="2400" i="0" dirty="0" err="1">
                          <a:solidFill>
                            <a:srgbClr val="FFC000"/>
                          </a:solidFill>
                          <a:latin typeface="Arial"/>
                          <a:cs typeface="Arial"/>
                        </a:rPr>
                        <a:t>PosterPresentations.com</a:t>
                      </a:r>
                      <a:r>
                        <a:rPr lang="en-US" sz="2400" i="0" dirty="0">
                          <a:solidFill>
                            <a:srgbClr val="D9D9D9"/>
                          </a:solidFill>
                          <a:latin typeface="Arial"/>
                          <a:cs typeface="Arial"/>
                        </a:rPr>
                        <a:t> and click on "</a:t>
                      </a:r>
                      <a:r>
                        <a:rPr lang="en-US" sz="2400" i="0" dirty="0">
                          <a:solidFill>
                            <a:srgbClr val="FFC000"/>
                          </a:solidFill>
                          <a:latin typeface="Arial"/>
                          <a:cs typeface="Arial"/>
                        </a:rPr>
                        <a:t>Order your poster</a:t>
                      </a:r>
                      <a:r>
                        <a:rPr lang="en-US" sz="2400" i="0" dirty="0">
                          <a:solidFill>
                            <a:srgbClr val="D9D9D9"/>
                          </a:solidFill>
                          <a:latin typeface="Arial"/>
                          <a:cs typeface="Arial"/>
                        </a:rPr>
                        <a:t>".</a:t>
                      </a:r>
                      <a:endParaRPr lang="en-US" sz="2400" b="1" dirty="0">
                        <a:solidFill>
                          <a:srgbClr val="D9D9D9"/>
                        </a:solidFill>
                        <a:latin typeface="Arial"/>
                        <a:cs typeface="Arial"/>
                      </a:endParaRPr>
                    </a:p>
                  </a:txBody>
                  <a:tcPr marL="182880" marT="137160">
                    <a:solidFill>
                      <a:srgbClr val="010101"/>
                    </a:solidFill>
                  </a:tcPr>
                </a:tc>
                <a:tc hMerge="1">
                  <a:txBody>
                    <a:bodyPr/>
                    <a:lstStyle/>
                    <a:p>
                      <a:pPr marL="0" indent="0" algn="l" defTabSz="114300"/>
                      <a:endParaRPr lang="en-US" sz="2400" b="0" baseline="0" dirty="0">
                        <a:solidFill>
                          <a:srgbClr val="FFC000"/>
                        </a:solidFill>
                        <a:latin typeface="Arial" panose="020B0604020202020204" pitchFamily="34" charset="0"/>
                        <a:cs typeface="Arial" panose="020B0604020202020204" pitchFamily="34" charset="0"/>
                      </a:endParaRPr>
                    </a:p>
                  </a:txBody>
                  <a:tcPr>
                    <a:solidFill>
                      <a:schemeClr val="tx1">
                        <a:lumMod val="95000"/>
                        <a:lumOff val="5000"/>
                      </a:schemeClr>
                    </a:solidFill>
                  </a:tcPr>
                </a:tc>
                <a:extLst>
                  <a:ext uri="{0D108BD9-81ED-4DB2-BD59-A6C34878D82A}">
                    <a16:rowId xmlns:a16="http://schemas.microsoft.com/office/drawing/2014/main" val="677555919"/>
                  </a:ext>
                </a:extLst>
              </a:tr>
              <a:tr h="5106834">
                <a:tc>
                  <a:txBody>
                    <a:bodyPr/>
                    <a:lstStyle/>
                    <a:p>
                      <a:pPr algn="ctr"/>
                      <a:endParaRPr lang="en-US" sz="2400" dirty="0">
                        <a:solidFill>
                          <a:srgbClr val="1F3A4E"/>
                        </a:solidFill>
                      </a:endParaRPr>
                    </a:p>
                    <a:p>
                      <a:pPr algn="ctr"/>
                      <a:endParaRPr lang="en-US" sz="2400" dirty="0">
                        <a:solidFill>
                          <a:srgbClr val="1F3A4E"/>
                        </a:solidFill>
                      </a:endParaRPr>
                    </a:p>
                    <a:p>
                      <a:pPr algn="ctr"/>
                      <a:r>
                        <a:rPr lang="en-US" sz="2400" dirty="0">
                          <a:solidFill>
                            <a:schemeClr val="bg1"/>
                          </a:solidFill>
                          <a:latin typeface="Arial" panose="020B0604020202020204" pitchFamily="34" charset="0"/>
                          <a:cs typeface="Arial" panose="020B0604020202020204" pitchFamily="34" charset="0"/>
                        </a:rPr>
                        <a:t>This is a template for a </a:t>
                      </a:r>
                    </a:p>
                    <a:p>
                      <a:pPr algn="ctr"/>
                      <a:r>
                        <a:rPr lang="en-US" sz="2400" dirty="0">
                          <a:solidFill>
                            <a:schemeClr val="bg1"/>
                          </a:solidFill>
                          <a:latin typeface="Arial" panose="020B0604020202020204" pitchFamily="34" charset="0"/>
                          <a:cs typeface="Arial" panose="020B0604020202020204" pitchFamily="34" charset="0"/>
                        </a:rPr>
                        <a:t>presentation poster</a:t>
                      </a:r>
                      <a:br>
                        <a:rPr lang="en-US" sz="2400" dirty="0">
                          <a:solidFill>
                            <a:schemeClr val="bg1"/>
                          </a:solidFill>
                          <a:latin typeface="Arial" panose="020B0604020202020204" pitchFamily="34" charset="0"/>
                          <a:cs typeface="Arial" panose="020B0604020202020204" pitchFamily="34" charset="0"/>
                        </a:rPr>
                      </a:br>
                      <a:r>
                        <a:rPr lang="en-US" sz="4000" b="1" dirty="0">
                          <a:solidFill>
                            <a:srgbClr val="FFC000"/>
                          </a:solidFill>
                          <a:latin typeface="Arial" panose="020B0604020202020204" pitchFamily="34" charset="0"/>
                          <a:cs typeface="Arial" panose="020B0604020202020204" pitchFamily="34" charset="0"/>
                        </a:rPr>
                        <a:t>70x100cm</a:t>
                      </a:r>
                      <a:br>
                        <a:rPr lang="en-US" sz="2400" dirty="0">
                          <a:solidFill>
                            <a:schemeClr val="bg1"/>
                          </a:solidFill>
                          <a:latin typeface="Arial" panose="020B0604020202020204" pitchFamily="34" charset="0"/>
                          <a:cs typeface="Arial" panose="020B0604020202020204" pitchFamily="34" charset="0"/>
                        </a:rPr>
                      </a:br>
                      <a:endParaRPr lang="en-US" sz="2400" dirty="0">
                        <a:solidFill>
                          <a:srgbClr val="1F3A4E"/>
                        </a:solidFill>
                      </a:endParaRPr>
                    </a:p>
                  </a:txBody>
                  <a:tcPr>
                    <a:solidFill>
                      <a:srgbClr val="010101"/>
                    </a:solidFill>
                  </a:tcPr>
                </a:tc>
                <a:tc>
                  <a:txBody>
                    <a:bodyPr/>
                    <a:lstStyle/>
                    <a:p>
                      <a:pPr marL="0" marR="0" indent="0" algn="l" defTabSz="4388900" rtl="0" eaLnBrk="1" fontAlgn="auto" latinLnBrk="0" hangingPunct="1">
                        <a:lnSpc>
                          <a:spcPct val="100000"/>
                        </a:lnSpc>
                        <a:spcBef>
                          <a:spcPts val="0"/>
                        </a:spcBef>
                        <a:spcAft>
                          <a:spcPts val="0"/>
                        </a:spcAft>
                        <a:buClrTx/>
                        <a:buSzTx/>
                        <a:buFontTx/>
                        <a:buNone/>
                        <a:tabLst/>
                        <a:defRPr/>
                      </a:pPr>
                      <a:r>
                        <a:rPr lang="en-US" sz="2800" b="1" baseline="0" dirty="0">
                          <a:solidFill>
                            <a:srgbClr val="FFC000"/>
                          </a:solidFill>
                          <a:latin typeface="Arial" panose="020B0604020202020204" pitchFamily="34" charset="0"/>
                          <a:cs typeface="Arial" panose="020B0604020202020204" pitchFamily="34" charset="0"/>
                        </a:rPr>
                        <a:t>Important:</a:t>
                      </a:r>
                      <a:br>
                        <a:rPr lang="en-US" sz="2800" b="1" baseline="0" dirty="0">
                          <a:solidFill>
                            <a:srgbClr val="FFC000"/>
                          </a:solidFill>
                          <a:latin typeface="Arial" panose="020B0604020202020204" pitchFamily="34" charset="0"/>
                          <a:cs typeface="Arial" panose="020B0604020202020204" pitchFamily="34" charset="0"/>
                        </a:rPr>
                      </a:br>
                      <a:r>
                        <a:rPr lang="en-US" sz="2800" b="1" baseline="0" dirty="0">
                          <a:solidFill>
                            <a:srgbClr val="FFC000"/>
                          </a:solidFill>
                          <a:latin typeface="Arial" panose="020B0604020202020204" pitchFamily="34" charset="0"/>
                          <a:cs typeface="Arial" panose="020B0604020202020204" pitchFamily="34" charset="0"/>
                        </a:rPr>
                        <a:t>Check the template size</a:t>
                      </a:r>
                      <a:br>
                        <a:rPr lang="en-US" sz="2400" b="0" baseline="0" dirty="0">
                          <a:solidFill>
                            <a:srgbClr val="FFC000"/>
                          </a:solidFill>
                          <a:latin typeface="Arial" panose="020B0604020202020204" pitchFamily="34" charset="0"/>
                          <a:cs typeface="Arial" panose="020B0604020202020204" pitchFamily="34" charset="0"/>
                        </a:rPr>
                      </a:br>
                      <a:r>
                        <a:rPr lang="en-US" sz="2400" b="0" baseline="0" dirty="0">
                          <a:solidFill>
                            <a:srgbClr val="D9D9D9"/>
                          </a:solidFill>
                          <a:latin typeface="Arial" panose="020B0604020202020204" pitchFamily="34" charset="0"/>
                          <a:cs typeface="Arial" panose="020B0604020202020204" pitchFamily="34" charset="0"/>
                        </a:rPr>
                        <a:t>Before you start working on your poster and to avoid printing problems check that you have downloaded and that you are using the correct size template for your poster presentation.</a:t>
                      </a:r>
                      <a:br>
                        <a:rPr lang="en-US" sz="2400" b="0" baseline="0" dirty="0">
                          <a:solidFill>
                            <a:srgbClr val="D9D9D9"/>
                          </a:solidFill>
                          <a:latin typeface="Arial" panose="020B0604020202020204" pitchFamily="34" charset="0"/>
                          <a:cs typeface="Arial" panose="020B0604020202020204" pitchFamily="34" charset="0"/>
                        </a:rPr>
                      </a:br>
                      <a:r>
                        <a:rPr lang="en-US" sz="2400" b="0" baseline="0" dirty="0">
                          <a:solidFill>
                            <a:srgbClr val="D9D9D9"/>
                          </a:solidFill>
                          <a:latin typeface="Arial" panose="020B0604020202020204" pitchFamily="34" charset="0"/>
                          <a:cs typeface="Arial" panose="020B0604020202020204" pitchFamily="34" charset="0"/>
                        </a:rPr>
                        <a:t>This template can also be printed at the following sizes without distortion and without any additional formatting:</a:t>
                      </a:r>
                      <a:br>
                        <a:rPr lang="en-US" sz="2400" b="0" baseline="0" dirty="0">
                          <a:solidFill>
                            <a:srgbClr val="D9D9D9"/>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100x143 cm</a:t>
                      </a:r>
                      <a:br>
                        <a:rPr lang="en-US" sz="2400" b="0" baseline="0" dirty="0">
                          <a:solidFill>
                            <a:srgbClr val="FFC000"/>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27.5x39.37 inches </a:t>
                      </a:r>
                    </a:p>
                  </a:txBody>
                  <a:tcPr marL="182880" marT="137160">
                    <a:solidFill>
                      <a:srgbClr val="010101"/>
                    </a:solidFill>
                  </a:tcPr>
                </a:tc>
                <a:extLst>
                  <a:ext uri="{0D108BD9-81ED-4DB2-BD59-A6C34878D82A}">
                    <a16:rowId xmlns:a16="http://schemas.microsoft.com/office/drawing/2014/main" val="10008"/>
                  </a:ext>
                </a:extLst>
              </a:tr>
              <a:tr h="5003666">
                <a:tc>
                  <a:txBody>
                    <a:bodyPr/>
                    <a:lstStyle/>
                    <a:p>
                      <a:endParaRPr lang="en-US" sz="2400" dirty="0">
                        <a:solidFill>
                          <a:srgbClr val="1F3A4E"/>
                        </a:solidFill>
                      </a:endParaRPr>
                    </a:p>
                  </a:txBody>
                  <a:tcPr>
                    <a:blipFill rotWithShape="1">
                      <a:blip r:embed="rId3"/>
                      <a:stretch>
                        <a:fillRect/>
                      </a:stretch>
                    </a:blipFill>
                  </a:tcPr>
                </a:tc>
                <a:tc>
                  <a:txBody>
                    <a:bodyPr/>
                    <a:lstStyle/>
                    <a:p>
                      <a:pPr algn="l"/>
                      <a:r>
                        <a:rPr lang="en-US" sz="2800" b="1" baseline="0" dirty="0">
                          <a:solidFill>
                            <a:srgbClr val="FFC000"/>
                          </a:solidFill>
                          <a:latin typeface="Arial" panose="020B0604020202020204" pitchFamily="34" charset="0"/>
                          <a:cs typeface="Arial" panose="020B0604020202020204" pitchFamily="34" charset="0"/>
                        </a:rPr>
                        <a:t>How to </a:t>
                      </a:r>
                      <a:r>
                        <a:rPr lang="en-US" sz="4400" b="1" baseline="0" dirty="0">
                          <a:solidFill>
                            <a:srgbClr val="FFC000"/>
                          </a:solidFill>
                          <a:latin typeface="Arial" panose="020B0604020202020204" pitchFamily="34" charset="0"/>
                          <a:cs typeface="Arial" panose="020B0604020202020204" pitchFamily="34" charset="0"/>
                        </a:rPr>
                        <a:t>Zoom in </a:t>
                      </a:r>
                      <a:r>
                        <a:rPr lang="en-US" sz="2800" b="1" baseline="0" dirty="0">
                          <a:solidFill>
                            <a:srgbClr val="FFC000"/>
                          </a:solidFill>
                          <a:latin typeface="Arial" panose="020B0604020202020204" pitchFamily="34" charset="0"/>
                          <a:cs typeface="Arial" panose="020B0604020202020204" pitchFamily="34" charset="0"/>
                        </a:rPr>
                        <a:t>and </a:t>
                      </a:r>
                      <a:r>
                        <a:rPr lang="en-US" sz="2000" b="1" baseline="0" dirty="0">
                          <a:solidFill>
                            <a:srgbClr val="FFC000"/>
                          </a:solidFill>
                          <a:latin typeface="Arial" panose="020B0604020202020204" pitchFamily="34" charset="0"/>
                          <a:cs typeface="Arial" panose="020B0604020202020204" pitchFamily="34" charset="0"/>
                        </a:rPr>
                        <a:t>out</a:t>
                      </a:r>
                      <a:endParaRPr lang="en-US" sz="2800" b="1" baseline="0" dirty="0">
                        <a:solidFill>
                          <a:srgbClr val="FFC000"/>
                        </a:solidFill>
                        <a:latin typeface="Arial" panose="020B0604020202020204" pitchFamily="34" charset="0"/>
                        <a:cs typeface="Arial" panose="020B0604020202020204" pitchFamily="34" charset="0"/>
                      </a:endParaRPr>
                    </a:p>
                    <a:p>
                      <a:pPr algn="l"/>
                      <a:r>
                        <a:rPr lang="en-US" sz="2400" b="0" baseline="0" dirty="0">
                          <a:solidFill>
                            <a:srgbClr val="D9D9D9"/>
                          </a:solidFill>
                          <a:latin typeface="Arial" panose="020B0604020202020204" pitchFamily="34" charset="0"/>
                          <a:cs typeface="Arial" panose="020B0604020202020204" pitchFamily="34" charset="0"/>
                        </a:rPr>
                        <a:t>Use the PowerPoint zoom tool to adjust the screen magnification to view comfortably. PowerPoint provides 2 ways to zoom: </a:t>
                      </a:r>
                      <a:br>
                        <a:rPr lang="en-US" sz="2400" b="0" baseline="0" dirty="0">
                          <a:solidFill>
                            <a:srgbClr val="D9D9D9"/>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1. </a:t>
                      </a:r>
                      <a:r>
                        <a:rPr lang="en-US" sz="2400" b="0" baseline="0" dirty="0">
                          <a:solidFill>
                            <a:srgbClr val="D9D9D9"/>
                          </a:solidFill>
                          <a:latin typeface="Arial" panose="020B0604020202020204" pitchFamily="34" charset="0"/>
                          <a:cs typeface="Arial" panose="020B0604020202020204" pitchFamily="34" charset="0"/>
                        </a:rPr>
                        <a:t>On the top menu bar click on the VIEW tab and then click on ZOOM. Choose the zoom percentage that works best for you. </a:t>
                      </a:r>
                      <a:br>
                        <a:rPr lang="en-US" sz="2400" b="0" baseline="0" dirty="0">
                          <a:solidFill>
                            <a:srgbClr val="D9D9D9"/>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2. </a:t>
                      </a:r>
                      <a:r>
                        <a:rPr lang="en-US" sz="2400" b="0" baseline="0" dirty="0">
                          <a:solidFill>
                            <a:srgbClr val="D9D9D9"/>
                          </a:solidFill>
                          <a:latin typeface="Arial" panose="020B0604020202020204" pitchFamily="34" charset="0"/>
                          <a:cs typeface="Arial" panose="020B0604020202020204" pitchFamily="34" charset="0"/>
                        </a:rPr>
                        <a:t>For better zoom flexibility, use the zoom slider at the bottom right of the window.</a:t>
                      </a:r>
                    </a:p>
                  </a:txBody>
                  <a:tcPr marL="182880" marT="137160">
                    <a:solidFill>
                      <a:srgbClr val="010101"/>
                    </a:solidFill>
                  </a:tcPr>
                </a:tc>
                <a:extLst>
                  <a:ext uri="{0D108BD9-81ED-4DB2-BD59-A6C34878D82A}">
                    <a16:rowId xmlns:a16="http://schemas.microsoft.com/office/drawing/2014/main" val="10001"/>
                  </a:ext>
                </a:extLst>
              </a:tr>
              <a:tr h="2372872">
                <a:tc gridSpan="2">
                  <a:txBody>
                    <a:bodyPr/>
                    <a:lstStyle/>
                    <a:p>
                      <a:pPr marL="0" marR="0" lvl="0" indent="0" algn="l" defTabSz="4388900" rtl="0" eaLnBrk="1" fontAlgn="auto" latinLnBrk="0" hangingPunct="1">
                        <a:lnSpc>
                          <a:spcPct val="100000"/>
                        </a:lnSpc>
                        <a:spcBef>
                          <a:spcPts val="0"/>
                        </a:spcBef>
                        <a:spcAft>
                          <a:spcPts val="0"/>
                        </a:spcAft>
                        <a:buClrTx/>
                        <a:buSzTx/>
                        <a:buFontTx/>
                        <a:buNone/>
                        <a:tabLst/>
                        <a:defRPr/>
                      </a:pPr>
                      <a:r>
                        <a:rPr lang="en-US" sz="2800" b="1" baseline="0" dirty="0">
                          <a:solidFill>
                            <a:srgbClr val="FFC000"/>
                          </a:solidFill>
                          <a:latin typeface="Arial" panose="020B0604020202020204" pitchFamily="34" charset="0"/>
                          <a:cs typeface="Arial" panose="020B0604020202020204" pitchFamily="34" charset="0"/>
                        </a:rPr>
                        <a:t>Ruler and Guides</a:t>
                      </a:r>
                      <a:br>
                        <a:rPr lang="en-US" sz="2400" b="0" baseline="0" dirty="0">
                          <a:solidFill>
                            <a:srgbClr val="FFC000"/>
                          </a:solidFill>
                          <a:latin typeface="Arial" panose="020B0604020202020204" pitchFamily="34" charset="0"/>
                          <a:cs typeface="Arial" panose="020B0604020202020204" pitchFamily="34" charset="0"/>
                        </a:rPr>
                      </a:br>
                      <a:r>
                        <a:rPr lang="en-US" sz="2400" b="0" baseline="0" dirty="0">
                          <a:solidFill>
                            <a:srgbClr val="D9D9D9"/>
                          </a:solidFill>
                          <a:latin typeface="Arial" panose="020B0604020202020204" pitchFamily="34" charset="0"/>
                          <a:cs typeface="Arial" panose="020B0604020202020204" pitchFamily="34" charset="0"/>
                        </a:rPr>
                        <a:t>The dotted lines on his poster template are guides.  The horizontal and vertical guides will help you align your poster elements accurately. Text boxes and other elements will ”snap” to the guides and stay within the boundaries of the columns. To hide the guides go to VIEW and uncheck the Guides box.</a:t>
                      </a:r>
                    </a:p>
                  </a:txBody>
                  <a:tcPr>
                    <a:solidFill>
                      <a:srgbClr val="010101"/>
                    </a:solidFill>
                  </a:tcPr>
                </a:tc>
                <a:tc hMerge="1">
                  <a:txBody>
                    <a:bodyPr/>
                    <a:lstStyle/>
                    <a:p>
                      <a:endParaRPr lang="en-US" sz="2400" b="0" baseline="0" dirty="0">
                        <a:solidFill>
                          <a:schemeClr val="bg1"/>
                        </a:solidFill>
                        <a:latin typeface="Arial" panose="020B0604020202020204" pitchFamily="34" charset="0"/>
                        <a:cs typeface="Arial" panose="020B0604020202020204" pitchFamily="34" charset="0"/>
                      </a:endParaRPr>
                    </a:p>
                  </a:txBody>
                  <a:tcPr marL="182880" marT="137160">
                    <a:solidFill>
                      <a:schemeClr val="tx1">
                        <a:lumMod val="95000"/>
                        <a:lumOff val="5000"/>
                      </a:schemeClr>
                    </a:solidFill>
                  </a:tcPr>
                </a:tc>
                <a:extLst>
                  <a:ext uri="{0D108BD9-81ED-4DB2-BD59-A6C34878D82A}">
                    <a16:rowId xmlns:a16="http://schemas.microsoft.com/office/drawing/2014/main" val="10002"/>
                  </a:ext>
                </a:extLst>
              </a:tr>
              <a:tr h="4694162">
                <a:tc>
                  <a:txBody>
                    <a:bodyPr/>
                    <a:lstStyle/>
                    <a:p>
                      <a:endParaRPr lang="en-US" sz="2400" dirty="0">
                        <a:solidFill>
                          <a:srgbClr val="1F3A4E"/>
                        </a:solidFill>
                      </a:endParaRPr>
                    </a:p>
                  </a:txBody>
                  <a:tcPr>
                    <a:blipFill rotWithShape="1">
                      <a:blip r:embed="rId4"/>
                      <a:stretch>
                        <a:fillRect/>
                      </a:stretch>
                    </a:blipFill>
                  </a:tcPr>
                </a:tc>
                <a:tc>
                  <a:txBody>
                    <a:bodyPr/>
                    <a:lstStyle/>
                    <a:p>
                      <a:pPr marL="0" lvl="1" indent="0" algn="l" defTabSz="114300"/>
                      <a:r>
                        <a:rPr lang="en-US" sz="2800" b="1" baseline="0" dirty="0">
                          <a:solidFill>
                            <a:srgbClr val="FFC000"/>
                          </a:solidFill>
                          <a:latin typeface="Arial" panose="020B0604020202020204" pitchFamily="34" charset="0"/>
                          <a:cs typeface="Arial" panose="020B0604020202020204" pitchFamily="34" charset="0"/>
                        </a:rPr>
                        <a:t>Headers and text containers</a:t>
                      </a:r>
                      <a:br>
                        <a:rPr lang="en-US" sz="2400" b="0" baseline="0" dirty="0">
                          <a:solidFill>
                            <a:schemeClr val="bg1"/>
                          </a:solidFill>
                          <a:latin typeface="Arial" panose="020B0604020202020204" pitchFamily="34" charset="0"/>
                          <a:cs typeface="Arial" panose="020B0604020202020204" pitchFamily="34" charset="0"/>
                        </a:rPr>
                      </a:br>
                      <a:r>
                        <a:rPr lang="en-US" sz="2400" b="0" baseline="0" dirty="0">
                          <a:solidFill>
                            <a:srgbClr val="D9D9D9"/>
                          </a:solidFill>
                          <a:latin typeface="Arial" panose="020B0604020202020204" pitchFamily="34" charset="0"/>
                          <a:cs typeface="Arial" panose="020B0604020202020204" pitchFamily="34" charset="0"/>
                        </a:rPr>
                        <a:t>Included in this template are commonly used section headers such as Abstract, Objectives, Methods, Results, etc. </a:t>
                      </a:r>
                      <a:br>
                        <a:rPr lang="en-US" sz="2400" b="0" baseline="0" dirty="0">
                          <a:solidFill>
                            <a:schemeClr val="bg1"/>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a:t>
                      </a:r>
                      <a:r>
                        <a:rPr lang="en-US" sz="2400" b="0" baseline="0" dirty="0">
                          <a:solidFill>
                            <a:schemeClr val="bg1"/>
                          </a:solidFill>
                          <a:latin typeface="Arial" panose="020B0604020202020204" pitchFamily="34" charset="0"/>
                          <a:cs typeface="Arial" panose="020B0604020202020204" pitchFamily="34" charset="0"/>
                        </a:rPr>
                        <a:t> </a:t>
                      </a:r>
                      <a:r>
                        <a:rPr lang="en-US" sz="2400" b="0" baseline="0" dirty="0">
                          <a:solidFill>
                            <a:srgbClr val="D9D9D9"/>
                          </a:solidFill>
                          <a:latin typeface="Arial" panose="020B0604020202020204" pitchFamily="34" charset="0"/>
                          <a:cs typeface="Arial" panose="020B0604020202020204" pitchFamily="34" charset="0"/>
                        </a:rPr>
                        <a:t>Click inside a section header to add its text. </a:t>
                      </a:r>
                      <a:br>
                        <a:rPr lang="en-US" sz="2400" b="0" baseline="0" dirty="0">
                          <a:solidFill>
                            <a:schemeClr val="bg1"/>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a:t>
                      </a:r>
                      <a:r>
                        <a:rPr lang="en-US" sz="2400" b="0" baseline="0" dirty="0">
                          <a:solidFill>
                            <a:schemeClr val="bg1"/>
                          </a:solidFill>
                          <a:latin typeface="Arial" panose="020B0604020202020204" pitchFamily="34" charset="0"/>
                          <a:cs typeface="Arial" panose="020B0604020202020204" pitchFamily="34" charset="0"/>
                        </a:rPr>
                        <a:t> </a:t>
                      </a:r>
                      <a:r>
                        <a:rPr lang="en-US" sz="2400" b="0" baseline="0" dirty="0">
                          <a:solidFill>
                            <a:srgbClr val="D9D9D9"/>
                          </a:solidFill>
                          <a:latin typeface="Arial" panose="020B0604020202020204" pitchFamily="34" charset="0"/>
                          <a:cs typeface="Arial" panose="020B0604020202020204" pitchFamily="34" charset="0"/>
                        </a:rPr>
                        <a:t>To add another header, click on edge of the section box so that it is outlined. Copy and paste it. </a:t>
                      </a:r>
                      <a:br>
                        <a:rPr lang="en-US" sz="2400" b="0" baseline="0" dirty="0">
                          <a:solidFill>
                            <a:schemeClr val="bg1"/>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a:t>
                      </a:r>
                      <a:r>
                        <a:rPr lang="en-US" sz="2400" b="0" baseline="0" dirty="0">
                          <a:solidFill>
                            <a:schemeClr val="bg1"/>
                          </a:solidFill>
                          <a:latin typeface="Arial" panose="020B0604020202020204" pitchFamily="34" charset="0"/>
                          <a:cs typeface="Arial" panose="020B0604020202020204" pitchFamily="34" charset="0"/>
                        </a:rPr>
                        <a:t> </a:t>
                      </a:r>
                      <a:r>
                        <a:rPr lang="en-US" sz="2400" b="0" baseline="0" dirty="0">
                          <a:solidFill>
                            <a:srgbClr val="D9D9D9"/>
                          </a:solidFill>
                          <a:latin typeface="Arial" panose="020B0604020202020204" pitchFamily="34" charset="0"/>
                          <a:cs typeface="Arial" panose="020B0604020202020204" pitchFamily="34" charset="0"/>
                        </a:rPr>
                        <a:t>To increase its size, click on the white circles and expand to the the desired size.</a:t>
                      </a:r>
                    </a:p>
                  </a:txBody>
                  <a:tcPr marL="182880" marT="137160">
                    <a:solidFill>
                      <a:srgbClr val="010101"/>
                    </a:solidFill>
                  </a:tcPr>
                </a:tc>
                <a:extLst>
                  <a:ext uri="{0D108BD9-81ED-4DB2-BD59-A6C34878D82A}">
                    <a16:rowId xmlns:a16="http://schemas.microsoft.com/office/drawing/2014/main" val="10003"/>
                  </a:ext>
                </a:extLst>
              </a:tr>
              <a:tr h="3817230">
                <a:tc gridSpan="2">
                  <a:txBody>
                    <a:bodyPr/>
                    <a:lstStyle/>
                    <a:p>
                      <a:r>
                        <a:rPr lang="en-US" sz="2800" b="1" dirty="0">
                          <a:solidFill>
                            <a:srgbClr val="FFC000"/>
                          </a:solidFill>
                          <a:latin typeface="Arial" panose="020B0604020202020204" pitchFamily="34" charset="0"/>
                          <a:cs typeface="Arial" panose="020B0604020202020204" pitchFamily="34" charset="0"/>
                        </a:rPr>
                        <a:t>Adding content to the poster</a:t>
                      </a:r>
                    </a:p>
                    <a:p>
                      <a:r>
                        <a:rPr lang="en-US" sz="2400" baseline="0" dirty="0">
                          <a:solidFill>
                            <a:srgbClr val="D9D9D9"/>
                          </a:solidFill>
                          <a:latin typeface="Arial" panose="020B0604020202020204" pitchFamily="34" charset="0"/>
                          <a:cs typeface="Arial" panose="020B0604020202020204" pitchFamily="34" charset="0"/>
                        </a:rPr>
                        <a:t>Start by adding your text to each section without spending too much time with formatting. Use the default font size even if your text extends beyond the bottom of the poster. Continue until you have added all your content including text, graphics, photos, etc. Once you finish adding your content you can go back and format your text as needed.</a:t>
                      </a:r>
                    </a:p>
                    <a:p>
                      <a:pPr marL="342900" indent="-342900">
                        <a:buFontTx/>
                        <a:buChar char="-"/>
                      </a:pPr>
                      <a:r>
                        <a:rPr lang="en-US" sz="2400" baseline="0" dirty="0">
                          <a:solidFill>
                            <a:srgbClr val="D9D9D9"/>
                          </a:solidFill>
                          <a:latin typeface="Arial" panose="020B0604020202020204" pitchFamily="34" charset="0"/>
                          <a:cs typeface="Arial" panose="020B0604020202020204" pitchFamily="34" charset="0"/>
                        </a:rPr>
                        <a:t>If you run out of room, try to reduce the size of your fonts and/or the size of your graphics. If there is a lot of empty space try to increase your font sizes and the size of your graphics. The font used for references can be smaller.</a:t>
                      </a:r>
                      <a:endParaRPr lang="en-US" sz="2400" dirty="0">
                        <a:solidFill>
                          <a:srgbClr val="D9D9D9"/>
                        </a:solidFill>
                        <a:latin typeface="Arial" panose="020B0604020202020204" pitchFamily="34" charset="0"/>
                        <a:cs typeface="Arial" panose="020B0604020202020204" pitchFamily="34" charset="0"/>
                      </a:endParaRPr>
                    </a:p>
                  </a:txBody>
                  <a:tcPr>
                    <a:solidFill>
                      <a:srgbClr val="010101"/>
                    </a:solidFill>
                  </a:tcPr>
                </a:tc>
                <a:tc hMerge="1">
                  <a:txBody>
                    <a:bodyPr/>
                    <a:lstStyle/>
                    <a:p>
                      <a:endParaRPr lang="en-US" sz="2400" dirty="0">
                        <a:solidFill>
                          <a:schemeClr val="bg1"/>
                        </a:solidFill>
                        <a:latin typeface="Arial" panose="020B0604020202020204" pitchFamily="34" charset="0"/>
                        <a:cs typeface="Arial" panose="020B0604020202020204" pitchFamily="34" charset="0"/>
                      </a:endParaRPr>
                    </a:p>
                  </a:txBody>
                  <a:tcPr marL="182880" marT="137160">
                    <a:solidFill>
                      <a:srgbClr val="010101"/>
                    </a:solidFill>
                  </a:tcPr>
                </a:tc>
                <a:extLst>
                  <a:ext uri="{0D108BD9-81ED-4DB2-BD59-A6C34878D82A}">
                    <a16:rowId xmlns:a16="http://schemas.microsoft.com/office/drawing/2014/main" val="10004"/>
                  </a:ext>
                </a:extLst>
              </a:tr>
              <a:tr h="2527626">
                <a:tc gridSpan="2">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r>
                        <a:rPr lang="en-US" sz="2800" b="1" noProof="0" dirty="0">
                          <a:solidFill>
                            <a:srgbClr val="FFC000"/>
                          </a:solidFill>
                          <a:latin typeface="Arial" panose="020B0604020202020204" pitchFamily="34" charset="0"/>
                          <a:cs typeface="Arial" panose="020B0604020202020204" pitchFamily="34" charset="0"/>
                        </a:rPr>
                        <a:t>Photos</a:t>
                      </a:r>
                    </a:p>
                    <a:p>
                      <a:pPr marL="0" marR="0" lvl="0" indent="0" algn="l" defTabSz="9779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D9D9D9"/>
                          </a:solidFill>
                          <a:effectLst/>
                          <a:uLnTx/>
                          <a:uFillTx/>
                          <a:latin typeface="Arial"/>
                          <a:ea typeface="+mn-ea"/>
                          <a:cs typeface="Arial"/>
                        </a:rPr>
                        <a:t>You can add photos by dragging and dropping from your desktop, copy and paste, or by going to INSERT &gt; PICTURES. Resize images proportionally by holding down the SHIFT key and dragging one of the white corner handles (dots). For a professional-looking poster, do not distort your images by stretching them disproportionally.</a:t>
                      </a:r>
                    </a:p>
                  </a:txBody>
                  <a:tcPr marL="182880" marT="137160">
                    <a:solidFill>
                      <a:srgbClr val="010101"/>
                    </a:solidFill>
                  </a:tcPr>
                </a:tc>
                <a:tc hMerge="1">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endParaRPr lang="en-US" sz="2200" noProof="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0005"/>
                  </a:ext>
                </a:extLst>
              </a:tr>
              <a:tr h="2223088">
                <a:tc gridSpan="2">
                  <a:txBody>
                    <a:bodyPr/>
                    <a:lstStyle/>
                    <a:p>
                      <a:endParaRPr lang="en-US" sz="2400" dirty="0">
                        <a:solidFill>
                          <a:schemeClr val="bg1"/>
                        </a:solidFill>
                        <a:latin typeface="Arial" panose="020B0604020202020204" pitchFamily="34" charset="0"/>
                        <a:cs typeface="Arial" panose="020B0604020202020204" pitchFamily="34" charset="0"/>
                      </a:endParaRPr>
                    </a:p>
                  </a:txBody>
                  <a:tcPr marL="182880" marT="137160">
                    <a:blipFill rotWithShape="1">
                      <a:blip r:embed="rId5"/>
                      <a:stretch>
                        <a:fillRect/>
                      </a:stretch>
                    </a:blipFill>
                  </a:tcPr>
                </a:tc>
                <a:tc hMerge="1">
                  <a:txBody>
                    <a:bodyPr/>
                    <a:lstStyle/>
                    <a:p>
                      <a:endParaRPr lang="en-US" sz="2400" dirty="0">
                        <a:solidFill>
                          <a:srgbClr val="1F3A4E"/>
                        </a:solidFill>
                      </a:endParaRPr>
                    </a:p>
                  </a:txBody>
                  <a:tcPr/>
                </a:tc>
                <a:extLst>
                  <a:ext uri="{0D108BD9-81ED-4DB2-BD59-A6C34878D82A}">
                    <a16:rowId xmlns:a16="http://schemas.microsoft.com/office/drawing/2014/main" val="10006"/>
                  </a:ext>
                </a:extLst>
              </a:tr>
              <a:tr h="1466691">
                <a:tc gridSpan="2">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r>
                        <a:rPr lang="en-US" sz="2800" b="1" noProof="0" dirty="0">
                          <a:solidFill>
                            <a:srgbClr val="FFC000"/>
                          </a:solidFill>
                          <a:latin typeface="Arial"/>
                          <a:cs typeface="Arial"/>
                        </a:rPr>
                        <a:t>Quality check your graphics</a:t>
                      </a:r>
                    </a:p>
                    <a:p>
                      <a:pPr marL="0" marR="0" lvl="0" indent="0" algn="l" defTabSz="1518341" rtl="0" eaLnBrk="1" fontAlgn="auto" latinLnBrk="0" hangingPunct="1">
                        <a:lnSpc>
                          <a:spcPct val="100000"/>
                        </a:lnSpc>
                        <a:spcBef>
                          <a:spcPts val="0"/>
                        </a:spcBef>
                        <a:spcAft>
                          <a:spcPts val="0"/>
                        </a:spcAft>
                        <a:buClrTx/>
                        <a:buSzTx/>
                        <a:buFontTx/>
                        <a:buNone/>
                        <a:tabLst/>
                        <a:defRPr/>
                      </a:pPr>
                      <a:r>
                        <a:rPr lang="en-US" sz="2400" noProof="0" dirty="0">
                          <a:solidFill>
                            <a:srgbClr val="D9D9D9"/>
                          </a:solidFill>
                          <a:latin typeface="Arial"/>
                          <a:cs typeface="Arial"/>
                        </a:rPr>
                        <a:t>Zoom in and look at your images at 100%-200% magnification. If they look clear, they will print well. </a:t>
                      </a:r>
                    </a:p>
                  </a:txBody>
                  <a:tcPr marL="182880" marT="137160">
                    <a:solidFill>
                      <a:srgbClr val="010101"/>
                    </a:solidFill>
                  </a:tcPr>
                </a:tc>
                <a:tc hMerge="1">
                  <a:txBody>
                    <a:bodyPr/>
                    <a:lstStyle/>
                    <a:p>
                      <a:endParaRPr lang="en-US" sz="2400" dirty="0">
                        <a:solidFill>
                          <a:srgbClr val="1F3A4E"/>
                        </a:solidFill>
                      </a:endParaRPr>
                    </a:p>
                  </a:txBody>
                  <a:tcPr>
                    <a:solidFill>
                      <a:schemeClr val="tx1">
                        <a:lumMod val="95000"/>
                        <a:lumOff val="5000"/>
                      </a:schemeClr>
                    </a:solidFill>
                  </a:tcPr>
                </a:tc>
                <a:extLst>
                  <a:ext uri="{0D108BD9-81ED-4DB2-BD59-A6C34878D82A}">
                    <a16:rowId xmlns:a16="http://schemas.microsoft.com/office/drawing/2014/main" val="10007"/>
                  </a:ext>
                </a:extLst>
              </a:tr>
              <a:tr h="3089863">
                <a:tc gridSpan="2">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endParaRPr lang="en-US" sz="2400" noProof="0" dirty="0">
                        <a:solidFill>
                          <a:schemeClr val="bg1"/>
                        </a:solidFill>
                        <a:latin typeface="Arial"/>
                        <a:cs typeface="Arial"/>
                      </a:endParaRPr>
                    </a:p>
                  </a:txBody>
                  <a:tcPr marL="182880" marT="137160">
                    <a:blipFill rotWithShape="1">
                      <a:blip r:embed="rId6"/>
                      <a:stretch>
                        <a:fillRect/>
                      </a:stretch>
                    </a:blipFill>
                  </a:tcPr>
                </a:tc>
                <a:tc hMerge="1">
                  <a:txBody>
                    <a:bodyPr/>
                    <a:lstStyle/>
                    <a:p>
                      <a:endParaRPr lang="en-US"/>
                    </a:p>
                  </a:txBody>
                  <a:tcPr/>
                </a:tc>
                <a:extLst>
                  <a:ext uri="{0D108BD9-81ED-4DB2-BD59-A6C34878D82A}">
                    <a16:rowId xmlns:a16="http://schemas.microsoft.com/office/drawing/2014/main" val="10010"/>
                  </a:ext>
                </a:extLst>
              </a:tr>
            </a:tbl>
          </a:graphicData>
        </a:graphic>
      </p:graphicFrame>
      <p:grpSp>
        <p:nvGrpSpPr>
          <p:cNvPr id="9" name="Group 8">
            <a:extLst>
              <a:ext uri="{FF2B5EF4-FFF2-40B4-BE49-F238E27FC236}">
                <a16:creationId xmlns:a16="http://schemas.microsoft.com/office/drawing/2014/main" id="{EF4C1283-BAAA-6D41-8C60-C18DCEE718CC}"/>
              </a:ext>
            </a:extLst>
          </p:cNvPr>
          <p:cNvGrpSpPr/>
          <p:nvPr userDrawn="1"/>
        </p:nvGrpSpPr>
        <p:grpSpPr>
          <a:xfrm>
            <a:off x="0" y="0"/>
            <a:ext cx="25192038" cy="36013650"/>
            <a:chOff x="-282256" y="-251209"/>
            <a:chExt cx="25648282" cy="36391624"/>
          </a:xfrm>
        </p:grpSpPr>
        <p:sp>
          <p:nvSpPr>
            <p:cNvPr id="10" name="Freeform 9">
              <a:extLst>
                <a:ext uri="{FF2B5EF4-FFF2-40B4-BE49-F238E27FC236}">
                  <a16:creationId xmlns:a16="http://schemas.microsoft.com/office/drawing/2014/main" id="{5A8CCE7E-6AD5-334C-B9DB-A6AFE8966A68}"/>
                </a:ext>
              </a:extLst>
            </p:cNvPr>
            <p:cNvSpPr/>
            <p:nvPr userDrawn="1"/>
          </p:nvSpPr>
          <p:spPr>
            <a:xfrm>
              <a:off x="-240584" y="-231258"/>
              <a:ext cx="25606610" cy="36371673"/>
            </a:xfrm>
            <a:custGeom>
              <a:avLst/>
              <a:gdLst>
                <a:gd name="connsiteX0" fmla="*/ 0 w 44005500"/>
                <a:gd name="connsiteY0" fmla="*/ 0 h 32956500"/>
                <a:gd name="connsiteX1" fmla="*/ 44005500 w 44005500"/>
                <a:gd name="connsiteY1" fmla="*/ 32956500 h 32956500"/>
                <a:gd name="connsiteX2" fmla="*/ 38100 w 44005500"/>
                <a:gd name="connsiteY2" fmla="*/ 32918400 h 32956500"/>
                <a:gd name="connsiteX3" fmla="*/ 0 w 44005500"/>
                <a:gd name="connsiteY3" fmla="*/ 0 h 32956500"/>
              </a:gdLst>
              <a:ahLst/>
              <a:cxnLst>
                <a:cxn ang="0">
                  <a:pos x="connsiteX0" y="connsiteY0"/>
                </a:cxn>
                <a:cxn ang="0">
                  <a:pos x="connsiteX1" y="connsiteY1"/>
                </a:cxn>
                <a:cxn ang="0">
                  <a:pos x="connsiteX2" y="connsiteY2"/>
                </a:cxn>
                <a:cxn ang="0">
                  <a:pos x="connsiteX3" y="connsiteY3"/>
                </a:cxn>
              </a:cxnLst>
              <a:rect l="l" t="t" r="r" b="b"/>
              <a:pathLst>
                <a:path w="44005500" h="32956500">
                  <a:moveTo>
                    <a:pt x="0" y="0"/>
                  </a:moveTo>
                  <a:lnTo>
                    <a:pt x="44005500" y="32956500"/>
                  </a:lnTo>
                  <a:lnTo>
                    <a:pt x="38100" y="32918400"/>
                  </a:lnTo>
                  <a:lnTo>
                    <a:pt x="0" y="0"/>
                  </a:lnTo>
                  <a:close/>
                </a:path>
              </a:pathLst>
            </a:custGeom>
            <a:gradFill>
              <a:gsLst>
                <a:gs pos="79000">
                  <a:schemeClr val="accent1">
                    <a:lumMod val="40000"/>
                    <a:lumOff val="60000"/>
                  </a:schemeClr>
                </a:gs>
                <a:gs pos="13000">
                  <a:schemeClr val="accent1">
                    <a:lumMod val="30000"/>
                    <a:lumOff val="7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Freeform 10">
              <a:extLst>
                <a:ext uri="{FF2B5EF4-FFF2-40B4-BE49-F238E27FC236}">
                  <a16:creationId xmlns:a16="http://schemas.microsoft.com/office/drawing/2014/main" id="{82A0E442-DFA0-7C45-A18E-391E6A121090}"/>
                </a:ext>
              </a:extLst>
            </p:cNvPr>
            <p:cNvSpPr/>
            <p:nvPr userDrawn="1"/>
          </p:nvSpPr>
          <p:spPr>
            <a:xfrm flipH="1" flipV="1">
              <a:off x="-240585" y="-231258"/>
              <a:ext cx="25606609" cy="36352958"/>
            </a:xfrm>
            <a:custGeom>
              <a:avLst/>
              <a:gdLst>
                <a:gd name="connsiteX0" fmla="*/ 0 w 44005500"/>
                <a:gd name="connsiteY0" fmla="*/ 0 h 32956500"/>
                <a:gd name="connsiteX1" fmla="*/ 44005500 w 44005500"/>
                <a:gd name="connsiteY1" fmla="*/ 32956500 h 32956500"/>
                <a:gd name="connsiteX2" fmla="*/ 38100 w 44005500"/>
                <a:gd name="connsiteY2" fmla="*/ 32918400 h 32956500"/>
                <a:gd name="connsiteX3" fmla="*/ 0 w 44005500"/>
                <a:gd name="connsiteY3" fmla="*/ 0 h 32956500"/>
              </a:gdLst>
              <a:ahLst/>
              <a:cxnLst>
                <a:cxn ang="0">
                  <a:pos x="connsiteX0" y="connsiteY0"/>
                </a:cxn>
                <a:cxn ang="0">
                  <a:pos x="connsiteX1" y="connsiteY1"/>
                </a:cxn>
                <a:cxn ang="0">
                  <a:pos x="connsiteX2" y="connsiteY2"/>
                </a:cxn>
                <a:cxn ang="0">
                  <a:pos x="connsiteX3" y="connsiteY3"/>
                </a:cxn>
              </a:cxnLst>
              <a:rect l="l" t="t" r="r" b="b"/>
              <a:pathLst>
                <a:path w="44005500" h="32956500">
                  <a:moveTo>
                    <a:pt x="0" y="0"/>
                  </a:moveTo>
                  <a:lnTo>
                    <a:pt x="44005500" y="32956500"/>
                  </a:lnTo>
                  <a:lnTo>
                    <a:pt x="38100" y="32918400"/>
                  </a:lnTo>
                  <a:lnTo>
                    <a:pt x="0" y="0"/>
                  </a:lnTo>
                  <a:close/>
                </a:path>
              </a:pathLst>
            </a:custGeom>
            <a:gradFill>
              <a:gsLst>
                <a:gs pos="41000">
                  <a:schemeClr val="bg2"/>
                </a:gs>
                <a:gs pos="100000">
                  <a:schemeClr val="accent1">
                    <a:lumMod val="30000"/>
                    <a:lumOff val="7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11">
              <a:extLst>
                <a:ext uri="{FF2B5EF4-FFF2-40B4-BE49-F238E27FC236}">
                  <a16:creationId xmlns:a16="http://schemas.microsoft.com/office/drawing/2014/main" id="{372B1B3A-5764-1141-AD33-81F113CC7BE4}"/>
                </a:ext>
              </a:extLst>
            </p:cNvPr>
            <p:cNvSpPr/>
            <p:nvPr userDrawn="1"/>
          </p:nvSpPr>
          <p:spPr>
            <a:xfrm>
              <a:off x="-282256" y="-251209"/>
              <a:ext cx="25648281" cy="36391624"/>
            </a:xfrm>
            <a:custGeom>
              <a:avLst/>
              <a:gdLst>
                <a:gd name="connsiteX0" fmla="*/ 36576 w 39026592"/>
                <a:gd name="connsiteY0" fmla="*/ 0 h 30614112"/>
                <a:gd name="connsiteX1" fmla="*/ 15837408 w 39026592"/>
                <a:gd name="connsiteY1" fmla="*/ 30614112 h 30614112"/>
                <a:gd name="connsiteX2" fmla="*/ 39026592 w 39026592"/>
                <a:gd name="connsiteY2" fmla="*/ 13350240 h 30614112"/>
                <a:gd name="connsiteX3" fmla="*/ 0 w 39026592"/>
                <a:gd name="connsiteY3" fmla="*/ 73152 h 30614112"/>
                <a:gd name="connsiteX4" fmla="*/ 109728 w 39026592"/>
                <a:gd name="connsiteY4" fmla="*/ 146304 h 306141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026592" h="30614112">
                  <a:moveTo>
                    <a:pt x="36576" y="0"/>
                  </a:moveTo>
                  <a:lnTo>
                    <a:pt x="15837408" y="30614112"/>
                  </a:lnTo>
                  <a:lnTo>
                    <a:pt x="39026592" y="13350240"/>
                  </a:lnTo>
                  <a:lnTo>
                    <a:pt x="0" y="73152"/>
                  </a:lnTo>
                  <a:lnTo>
                    <a:pt x="109728" y="146304"/>
                  </a:lnTo>
                </a:path>
              </a:pathLst>
            </a:custGeom>
            <a:gradFill flip="none" rotWithShape="1">
              <a:gsLst>
                <a:gs pos="0">
                  <a:schemeClr val="bg1"/>
                </a:gs>
                <a:gs pos="76000">
                  <a:schemeClr val="accent1">
                    <a:lumMod val="30000"/>
                    <a:lumOff val="70000"/>
                    <a:alpha val="0"/>
                  </a:schemeClr>
                </a:gs>
              </a:gsLst>
              <a:path path="rect">
                <a:fillToRect r="100000" b="100000"/>
              </a:path>
              <a:tileRect l="-100000" t="-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aphicFrame>
        <p:nvGraphicFramePr>
          <p:cNvPr id="14" name="Table 13">
            <a:extLst>
              <a:ext uri="{FF2B5EF4-FFF2-40B4-BE49-F238E27FC236}">
                <a16:creationId xmlns:a16="http://schemas.microsoft.com/office/drawing/2014/main" id="{AA930D81-2FAB-CD4D-AF1B-62386968629E}"/>
              </a:ext>
            </a:extLst>
          </p:cNvPr>
          <p:cNvGraphicFramePr>
            <a:graphicFrameLocks noGrp="1"/>
          </p:cNvGraphicFramePr>
          <p:nvPr userDrawn="1">
            <p:extLst>
              <p:ext uri="{D42A27DB-BD31-4B8C-83A1-F6EECF244321}">
                <p14:modId xmlns:p14="http://schemas.microsoft.com/office/powerpoint/2010/main" val="2042975874"/>
              </p:ext>
            </p:extLst>
          </p:nvPr>
        </p:nvGraphicFramePr>
        <p:xfrm>
          <a:off x="25652414" y="37356"/>
          <a:ext cx="10290587" cy="35957775"/>
        </p:xfrm>
        <a:graphic>
          <a:graphicData uri="http://schemas.openxmlformats.org/drawingml/2006/table">
            <a:tbl>
              <a:tblPr firstRow="1" bandRow="1">
                <a:tableStyleId>{5C22544A-7EE6-4342-B048-85BDC9FD1C3A}</a:tableStyleId>
              </a:tblPr>
              <a:tblGrid>
                <a:gridCol w="4899938">
                  <a:extLst>
                    <a:ext uri="{9D8B030D-6E8A-4147-A177-3AD203B41FA5}">
                      <a16:colId xmlns:a16="http://schemas.microsoft.com/office/drawing/2014/main" val="20000"/>
                    </a:ext>
                  </a:extLst>
                </a:gridCol>
                <a:gridCol w="351173">
                  <a:extLst>
                    <a:ext uri="{9D8B030D-6E8A-4147-A177-3AD203B41FA5}">
                      <a16:colId xmlns:a16="http://schemas.microsoft.com/office/drawing/2014/main" val="764104496"/>
                    </a:ext>
                  </a:extLst>
                </a:gridCol>
                <a:gridCol w="5039476">
                  <a:extLst>
                    <a:ext uri="{9D8B030D-6E8A-4147-A177-3AD203B41FA5}">
                      <a16:colId xmlns:a16="http://schemas.microsoft.com/office/drawing/2014/main" val="4164475170"/>
                    </a:ext>
                  </a:extLst>
                </a:gridCol>
              </a:tblGrid>
              <a:tr h="1768730">
                <a:tc gridSpan="3">
                  <a:txBody>
                    <a:bodyPr/>
                    <a:lstStyle/>
                    <a:p>
                      <a:pPr marL="0" marR="0" indent="0" algn="ctr" defTabSz="4388900" rtl="0" eaLnBrk="1" fontAlgn="auto" latinLnBrk="0" hangingPunct="1">
                        <a:lnSpc>
                          <a:spcPct val="100000"/>
                        </a:lnSpc>
                        <a:spcBef>
                          <a:spcPts val="0"/>
                        </a:spcBef>
                        <a:spcAft>
                          <a:spcPts val="0"/>
                        </a:spcAft>
                        <a:buClrTx/>
                        <a:buSzTx/>
                        <a:buFontTx/>
                        <a:buNone/>
                        <a:tabLst/>
                        <a:defRPr/>
                      </a:pPr>
                      <a:r>
                        <a:rPr lang="en-US" sz="4000" b="0" spc="600" dirty="0">
                          <a:solidFill>
                            <a:srgbClr val="1F3A4E"/>
                          </a:solidFill>
                          <a:latin typeface="Arial Black" panose="020B0A04020102020204" pitchFamily="34" charset="0"/>
                        </a:rPr>
                        <a:t>QUICK START GUIDE</a:t>
                      </a:r>
                      <a:br>
                        <a:rPr lang="en-US" sz="4000" b="0" spc="600" dirty="0">
                          <a:solidFill>
                            <a:srgbClr val="1F3A4E"/>
                          </a:solidFill>
                          <a:latin typeface="Arial Black" panose="020B0A04020102020204" pitchFamily="34" charset="0"/>
                        </a:rPr>
                      </a:br>
                      <a:r>
                        <a:rPr lang="en-US" sz="3200" b="1" spc="0" dirty="0">
                          <a:solidFill>
                            <a:srgbClr val="FF0000"/>
                          </a:solidFill>
                          <a:latin typeface="Trebuchet MS" pitchFamily="34" charset="0"/>
                        </a:rPr>
                        <a:t>(THIS SIDEBAR WILL NOT PRINT)</a:t>
                      </a:r>
                      <a:endParaRPr lang="en-US" sz="4000" b="1" spc="600" dirty="0">
                        <a:solidFill>
                          <a:schemeClr val="bg1"/>
                        </a:solidFill>
                        <a:latin typeface="Trebuchet MS" pitchFamily="34" charset="0"/>
                      </a:endParaRPr>
                    </a:p>
                  </a:txBody>
                  <a:tcPr marL="182880" marT="137160">
                    <a:solidFill>
                      <a:srgbClr val="FFC000"/>
                    </a:solid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0"/>
                  </a:ext>
                </a:extLst>
              </a:tr>
              <a:tr h="6906470">
                <a:tc gridSpan="3">
                  <a:txBody>
                    <a:bodyPr/>
                    <a:lstStyle/>
                    <a:p>
                      <a:pPr algn="l"/>
                      <a:r>
                        <a:rPr lang="en-US" sz="2800" b="1" baseline="0" dirty="0">
                          <a:solidFill>
                            <a:srgbClr val="FFC000"/>
                          </a:solidFill>
                          <a:latin typeface="Arial" panose="020B0604020202020204" pitchFamily="34" charset="0"/>
                          <a:cs typeface="Arial" panose="020B0604020202020204" pitchFamily="34" charset="0"/>
                        </a:rPr>
                        <a:t>How to change the template colors</a:t>
                      </a:r>
                    </a:p>
                    <a:p>
                      <a:pPr marL="0" indent="0" algn="l" defTabSz="114300"/>
                      <a:r>
                        <a:rPr lang="en-US" sz="2400" b="0" baseline="0" dirty="0">
                          <a:solidFill>
                            <a:srgbClr val="D9D9D9"/>
                          </a:solidFill>
                          <a:latin typeface="Arial" panose="020B0604020202020204" pitchFamily="34" charset="0"/>
                          <a:cs typeface="Arial" panose="020B0604020202020204" pitchFamily="34" charset="0"/>
                        </a:rPr>
                        <a:t>You can change the overall template color theme by clicking on the COLORS dropdown menu under the DESIGN tab. You can see a tutorial here: </a:t>
                      </a:r>
                      <a:r>
                        <a:rPr lang="en-US" sz="2400" dirty="0">
                          <a:solidFill>
                            <a:srgbClr val="FFC000"/>
                          </a:solidFill>
                          <a:hlinkClick r:id="rId7">
                            <a:extLst>
                              <a:ext uri="{A12FA001-AC4F-418D-AE19-62706E023703}">
                                <ahyp:hlinkClr xmlns:ahyp="http://schemas.microsoft.com/office/drawing/2018/hyperlinkcolor" val="tx"/>
                              </a:ext>
                            </a:extLst>
                          </a:hlinkClick>
                        </a:rPr>
                        <a:t>https://www.posterpresentations.com/how-to-change-the-research-poster-template-colors.html</a:t>
                      </a:r>
                      <a:endParaRPr lang="en-US" sz="2400" dirty="0">
                        <a:solidFill>
                          <a:srgbClr val="FFC000"/>
                        </a:solidFill>
                      </a:endParaRPr>
                    </a:p>
                    <a:p>
                      <a:pPr marL="0" indent="0" algn="l" defTabSz="114300"/>
                      <a:endParaRPr lang="en-US" sz="2400" b="0" baseline="0" dirty="0">
                        <a:solidFill>
                          <a:srgbClr val="D9D9D9"/>
                        </a:solidFill>
                        <a:latin typeface="Arial" panose="020B0604020202020204" pitchFamily="34" charset="0"/>
                        <a:cs typeface="Arial" panose="020B0604020202020204" pitchFamily="34" charset="0"/>
                      </a:endParaRPr>
                    </a:p>
                    <a:p>
                      <a:pPr marL="0" indent="0" algn="l" defTabSz="114300"/>
                      <a:r>
                        <a:rPr lang="en-US" sz="2400" b="0" baseline="0" dirty="0">
                          <a:solidFill>
                            <a:srgbClr val="D9D9D9"/>
                          </a:solidFill>
                          <a:latin typeface="Arial" panose="020B0604020202020204" pitchFamily="34" charset="0"/>
                          <a:cs typeface="Arial" panose="020B0604020202020204" pitchFamily="34" charset="0"/>
                        </a:rPr>
                        <a:t>You can also manually change the color of individual elements by going to VIEW &gt; SLIDE MASTER. On the left side of your screen select the background master where you can change the template background, column sizes, etc. </a:t>
                      </a:r>
                    </a:p>
                    <a:p>
                      <a:pPr marL="0" indent="0" algn="l" defTabSz="114300"/>
                      <a:endParaRPr lang="en-US" sz="2400" b="0" baseline="0" dirty="0">
                        <a:solidFill>
                          <a:srgbClr val="D9D9D9"/>
                        </a:solidFill>
                        <a:latin typeface="Arial" panose="020B0604020202020204" pitchFamily="34" charset="0"/>
                        <a:cs typeface="Arial" panose="020B0604020202020204" pitchFamily="34" charset="0"/>
                      </a:endParaRPr>
                    </a:p>
                    <a:p>
                      <a:pPr marL="0" indent="0" algn="l" defTabSz="114300"/>
                      <a:r>
                        <a:rPr lang="en-US" sz="2400" b="0" baseline="0" dirty="0">
                          <a:solidFill>
                            <a:srgbClr val="D9D9D9"/>
                          </a:solidFill>
                          <a:latin typeface="Arial" panose="020B0604020202020204" pitchFamily="34" charset="0"/>
                          <a:cs typeface="Arial" panose="020B0604020202020204" pitchFamily="34" charset="0"/>
                        </a:rPr>
                        <a:t>After you finish working on the SLIDE MASTER, it is important that you go to VIEW &gt; NORMAL to continue working on your poster. </a:t>
                      </a:r>
                    </a:p>
                  </a:txBody>
                  <a:tcPr marL="182880" marT="137160">
                    <a:solidFill>
                      <a:schemeClr val="tx1"/>
                    </a:solid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1"/>
                  </a:ext>
                </a:extLst>
              </a:tr>
              <a:tr h="3733058">
                <a:tc gridSpan="3">
                  <a:txBody>
                    <a:bodyPr/>
                    <a:lstStyle/>
                    <a:p>
                      <a:r>
                        <a:rPr lang="en-US" sz="2800" b="1" dirty="0">
                          <a:solidFill>
                            <a:srgbClr val="FFC000"/>
                          </a:solidFill>
                          <a:latin typeface="Arial" panose="020B0604020202020204" pitchFamily="34" charset="0"/>
                          <a:cs typeface="Arial" panose="020B0604020202020204" pitchFamily="34" charset="0"/>
                        </a:rPr>
                        <a:t>How to change the column layout configuration</a:t>
                      </a:r>
                    </a:p>
                    <a:p>
                      <a:r>
                        <a:rPr lang="en-US" sz="2400" dirty="0">
                          <a:solidFill>
                            <a:srgbClr val="D9D9D9"/>
                          </a:solidFill>
                          <a:latin typeface="Arial" panose="020B0604020202020204" pitchFamily="34" charset="0"/>
                          <a:cs typeface="Arial" panose="020B0604020202020204" pitchFamily="34" charset="0"/>
                        </a:rPr>
                        <a:t>You can manually change the configuration on the columns by going to VIEW &gt; SLIDE MASTER. You can delete columns, resize them or modify them as needed for your layout. </a:t>
                      </a:r>
                    </a:p>
                    <a:p>
                      <a:pPr marL="0" marR="0" indent="0" algn="l" defTabSz="3765366" rtl="0" eaLnBrk="1" fontAlgn="auto" latinLnBrk="0" hangingPunct="1">
                        <a:lnSpc>
                          <a:spcPct val="100000"/>
                        </a:lnSpc>
                        <a:spcBef>
                          <a:spcPts val="0"/>
                        </a:spcBef>
                        <a:spcAft>
                          <a:spcPts val="0"/>
                        </a:spcAft>
                        <a:buClrTx/>
                        <a:buSzTx/>
                        <a:buFontTx/>
                        <a:buNone/>
                        <a:tabLst/>
                        <a:defRPr/>
                      </a:pPr>
                      <a:r>
                        <a:rPr lang="en-US" sz="2400" dirty="0">
                          <a:solidFill>
                            <a:srgbClr val="D9D9D9"/>
                          </a:solidFill>
                          <a:latin typeface="Arial" panose="020B0604020202020204" pitchFamily="34" charset="0"/>
                          <a:cs typeface="Arial" panose="020B0604020202020204" pitchFamily="34" charset="0"/>
                        </a:rPr>
                        <a:t>You can see a tutorial here: </a:t>
                      </a:r>
                      <a:r>
                        <a:rPr lang="en-US" sz="2400" u="sng" dirty="0">
                          <a:solidFill>
                            <a:srgbClr val="FFC000"/>
                          </a:solidFill>
                          <a:latin typeface="Arial" panose="020B0604020202020204" pitchFamily="34" charset="0"/>
                          <a:cs typeface="Arial" panose="020B0604020202020204" pitchFamily="34" charset="0"/>
                        </a:rPr>
                        <a:t>https://</a:t>
                      </a:r>
                      <a:r>
                        <a:rPr lang="en-US" sz="2400" u="sng" dirty="0" err="1">
                          <a:solidFill>
                            <a:srgbClr val="FFC000"/>
                          </a:solidFill>
                          <a:latin typeface="Arial" panose="020B0604020202020204" pitchFamily="34" charset="0"/>
                          <a:cs typeface="Arial" panose="020B0604020202020204" pitchFamily="34" charset="0"/>
                        </a:rPr>
                        <a:t>www.posterpresentations.com</a:t>
                      </a:r>
                      <a:r>
                        <a:rPr lang="en-US" sz="2400" u="sng" dirty="0">
                          <a:solidFill>
                            <a:srgbClr val="FFC000"/>
                          </a:solidFill>
                          <a:latin typeface="Arial" panose="020B0604020202020204" pitchFamily="34" charset="0"/>
                          <a:cs typeface="Arial" panose="020B0604020202020204" pitchFamily="34" charset="0"/>
                        </a:rPr>
                        <a:t>/how-to-change-the-column-</a:t>
                      </a:r>
                      <a:r>
                        <a:rPr lang="en-US" sz="2400" u="sng" dirty="0" err="1">
                          <a:solidFill>
                            <a:srgbClr val="FFC000"/>
                          </a:solidFill>
                          <a:latin typeface="Arial" panose="020B0604020202020204" pitchFamily="34" charset="0"/>
                          <a:cs typeface="Arial" panose="020B0604020202020204" pitchFamily="34" charset="0"/>
                        </a:rPr>
                        <a:t>configuration.html</a:t>
                      </a:r>
                      <a:endParaRPr lang="en-US" sz="5400" u="sng" dirty="0">
                        <a:solidFill>
                          <a:srgbClr val="FFC000"/>
                        </a:solidFill>
                      </a:endParaRPr>
                    </a:p>
                  </a:txBody>
                  <a:tcPr marL="182880" marT="137160">
                    <a:solidFill>
                      <a:schemeClr val="tx1"/>
                    </a:solidFill>
                  </a:tcPr>
                </a:tc>
                <a:tc hMerge="1">
                  <a:txBody>
                    <a:bodyPr/>
                    <a:lstStyle/>
                    <a:p>
                      <a:endParaRPr lang="en-US"/>
                    </a:p>
                  </a:txBody>
                  <a:tcPr/>
                </a:tc>
                <a:tc hMerge="1">
                  <a:txBody>
                    <a:bodyPr/>
                    <a:lstStyle/>
                    <a:p>
                      <a:endParaRPr lang="en-US" dirty="0"/>
                    </a:p>
                  </a:txBody>
                  <a:tcPr marL="182880" marT="137160">
                    <a:solidFill>
                      <a:srgbClr val="010101"/>
                    </a:solidFill>
                  </a:tcPr>
                </a:tc>
                <a:extLst>
                  <a:ext uri="{0D108BD9-81ED-4DB2-BD59-A6C34878D82A}">
                    <a16:rowId xmlns:a16="http://schemas.microsoft.com/office/drawing/2014/main" val="10004"/>
                  </a:ext>
                </a:extLst>
              </a:tr>
              <a:tr h="2023905">
                <a:tc>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endParaRPr lang="en-US" sz="2400" noProof="0" dirty="0">
                        <a:solidFill>
                          <a:srgbClr val="D9D9D9"/>
                        </a:solidFill>
                        <a:latin typeface="Arial" panose="020B0604020202020204" pitchFamily="34" charset="0"/>
                        <a:cs typeface="Arial" panose="020B0604020202020204" pitchFamily="34" charset="0"/>
                      </a:endParaRPr>
                    </a:p>
                  </a:txBody>
                  <a:tcPr marL="182880" marT="137160">
                    <a:blipFill dpi="0" rotWithShape="1">
                      <a:blip r:embed="rId8">
                        <a:extLst>
                          <a:ext uri="{28A0092B-C50C-407E-A947-70E740481C1C}">
                            <a14:useLocalDpi xmlns:a14="http://schemas.microsoft.com/office/drawing/2010/main" val="0"/>
                          </a:ext>
                        </a:extLst>
                      </a:blip>
                      <a:srcRect/>
                      <a:stretch>
                        <a:fillRect/>
                      </a:stretch>
                    </a:blipFill>
                  </a:tcPr>
                </a:tc>
                <a:tc rowSpan="2" gridSpan="2">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r>
                        <a:rPr lang="en-US" sz="2800" b="1" noProof="0" dirty="0">
                          <a:solidFill>
                            <a:srgbClr val="FFC000"/>
                          </a:solidFill>
                          <a:latin typeface="Arial" panose="020B0604020202020204" pitchFamily="34" charset="0"/>
                          <a:cs typeface="Arial" panose="020B0604020202020204" pitchFamily="34" charset="0"/>
                        </a:rPr>
                        <a:t>How to hide the QUICK START GUIDE bars from the sides of the template</a:t>
                      </a:r>
                    </a:p>
                    <a:p>
                      <a:pPr marL="0" marR="0" lvl="0" indent="0" algn="l" defTabSz="114300" rtl="0" eaLnBrk="1" fontAlgn="auto" latinLnBrk="0" hangingPunct="1">
                        <a:lnSpc>
                          <a:spcPct val="100000"/>
                        </a:lnSpc>
                        <a:spcBef>
                          <a:spcPts val="0"/>
                        </a:spcBef>
                        <a:spcAft>
                          <a:spcPts val="0"/>
                        </a:spcAft>
                        <a:buClrTx/>
                        <a:buSzTx/>
                        <a:buFontTx/>
                        <a:buNone/>
                        <a:tabLst/>
                        <a:defRPr/>
                      </a:pPr>
                      <a:r>
                        <a:rPr lang="en-US" sz="2400" noProof="0" dirty="0">
                          <a:solidFill>
                            <a:srgbClr val="D9D9D9"/>
                          </a:solidFill>
                          <a:latin typeface="Arial" panose="020B0604020202020204" pitchFamily="34" charset="0"/>
                          <a:cs typeface="Arial" panose="020B0604020202020204" pitchFamily="34" charset="0"/>
                        </a:rPr>
                        <a:t>The Quick Start</a:t>
                      </a:r>
                      <a:r>
                        <a:rPr lang="en-US" sz="2400" baseline="0" noProof="0" dirty="0">
                          <a:solidFill>
                            <a:srgbClr val="D9D9D9"/>
                          </a:solidFill>
                          <a:latin typeface="Arial" panose="020B0604020202020204" pitchFamily="34" charset="0"/>
                          <a:cs typeface="Arial" panose="020B0604020202020204" pitchFamily="34" charset="0"/>
                        </a:rPr>
                        <a:t> Guides</a:t>
                      </a:r>
                      <a:r>
                        <a:rPr lang="en-US" sz="2400" noProof="0" dirty="0">
                          <a:solidFill>
                            <a:srgbClr val="D9D9D9"/>
                          </a:solidFill>
                          <a:latin typeface="Arial" panose="020B0604020202020204" pitchFamily="34" charset="0"/>
                          <a:cs typeface="Arial" panose="020B0604020202020204" pitchFamily="34" charset="0"/>
                        </a:rPr>
                        <a:t> </a:t>
                      </a:r>
                      <a:r>
                        <a:rPr lang="en-US" sz="2400" u="sng" noProof="0" dirty="0">
                          <a:solidFill>
                            <a:srgbClr val="D9D9D9"/>
                          </a:solidFill>
                          <a:latin typeface="Arial" panose="020B0604020202020204" pitchFamily="34" charset="0"/>
                          <a:cs typeface="Arial" panose="020B0604020202020204" pitchFamily="34" charset="0"/>
                        </a:rPr>
                        <a:t>are outside the template’s printable area</a:t>
                      </a:r>
                      <a:r>
                        <a:rPr lang="en-US" sz="2400" noProof="0" dirty="0">
                          <a:solidFill>
                            <a:srgbClr val="D9D9D9"/>
                          </a:solidFill>
                          <a:latin typeface="Arial" panose="020B0604020202020204" pitchFamily="34" charset="0"/>
                          <a:cs typeface="Arial" panose="020B0604020202020204" pitchFamily="34" charset="0"/>
                        </a:rPr>
                        <a:t> and they will not be on the printed poster</a:t>
                      </a:r>
                      <a:r>
                        <a:rPr lang="en-US" sz="2400" baseline="0" noProof="0" dirty="0">
                          <a:solidFill>
                            <a:srgbClr val="D9D9D9"/>
                          </a:solidFill>
                          <a:latin typeface="Arial" panose="020B0604020202020204" pitchFamily="34" charset="0"/>
                          <a:cs typeface="Arial" panose="020B0604020202020204" pitchFamily="34" charset="0"/>
                        </a:rPr>
                        <a:t>. </a:t>
                      </a:r>
                    </a:p>
                    <a:p>
                      <a:pPr marL="0" marR="0" lvl="0" indent="0" algn="l" defTabSz="114300" rtl="0" eaLnBrk="1" fontAlgn="auto" latinLnBrk="0" hangingPunct="1">
                        <a:lnSpc>
                          <a:spcPct val="100000"/>
                        </a:lnSpc>
                        <a:spcBef>
                          <a:spcPts val="0"/>
                        </a:spcBef>
                        <a:spcAft>
                          <a:spcPts val="0"/>
                        </a:spcAft>
                        <a:buClrTx/>
                        <a:buSzTx/>
                        <a:buFontTx/>
                        <a:buNone/>
                        <a:tabLst/>
                        <a:defRPr/>
                      </a:pPr>
                      <a:endParaRPr lang="en-US" sz="2400" baseline="0" noProof="0" dirty="0">
                        <a:solidFill>
                          <a:srgbClr val="D9D9D9"/>
                        </a:solidFill>
                        <a:latin typeface="Arial" panose="020B0604020202020204" pitchFamily="34" charset="0"/>
                        <a:cs typeface="Arial" panose="020B0604020202020204" pitchFamily="34" charset="0"/>
                      </a:endParaRPr>
                    </a:p>
                    <a:p>
                      <a:pPr marL="0" marR="0" lvl="0" indent="0" algn="l" defTabSz="114300" rtl="0" eaLnBrk="1" fontAlgn="auto" latinLnBrk="0" hangingPunct="1">
                        <a:lnSpc>
                          <a:spcPct val="100000"/>
                        </a:lnSpc>
                        <a:spcBef>
                          <a:spcPts val="0"/>
                        </a:spcBef>
                        <a:spcAft>
                          <a:spcPts val="0"/>
                        </a:spcAft>
                        <a:buClrTx/>
                        <a:buSzTx/>
                        <a:buFontTx/>
                        <a:buNone/>
                        <a:tabLst/>
                        <a:defRPr/>
                      </a:pPr>
                      <a:r>
                        <a:rPr lang="en-US" sz="2400" baseline="0" noProof="0" dirty="0">
                          <a:solidFill>
                            <a:srgbClr val="D9D9D9"/>
                          </a:solidFill>
                          <a:latin typeface="Arial" panose="020B0604020202020204" pitchFamily="34" charset="0"/>
                          <a:cs typeface="Arial" panose="020B0604020202020204" pitchFamily="34" charset="0"/>
                        </a:rPr>
                        <a:t>If you create a PDF file from your template, the guides will not be included.</a:t>
                      </a:r>
                    </a:p>
                    <a:p>
                      <a:pPr marL="0" marR="0" lvl="0" indent="0" algn="l" defTabSz="114300" rtl="0" eaLnBrk="1" fontAlgn="auto" latinLnBrk="0" hangingPunct="1">
                        <a:lnSpc>
                          <a:spcPct val="100000"/>
                        </a:lnSpc>
                        <a:spcBef>
                          <a:spcPts val="0"/>
                        </a:spcBef>
                        <a:spcAft>
                          <a:spcPts val="0"/>
                        </a:spcAft>
                        <a:buClrTx/>
                        <a:buSzTx/>
                        <a:buFontTx/>
                        <a:buNone/>
                        <a:tabLst/>
                        <a:defRPr/>
                      </a:pPr>
                      <a:endParaRPr lang="en-US" sz="2400" baseline="0" noProof="0" dirty="0">
                        <a:solidFill>
                          <a:srgbClr val="D9D9D9"/>
                        </a:solidFill>
                        <a:latin typeface="Arial" panose="020B0604020202020204" pitchFamily="34" charset="0"/>
                        <a:cs typeface="Arial" panose="020B0604020202020204" pitchFamily="34" charset="0"/>
                      </a:endParaRPr>
                    </a:p>
                    <a:p>
                      <a:pPr marL="0" marR="0" lvl="0" indent="0" algn="l" defTabSz="114300" rtl="0" eaLnBrk="1" fontAlgn="auto" latinLnBrk="0" hangingPunct="1">
                        <a:lnSpc>
                          <a:spcPct val="100000"/>
                        </a:lnSpc>
                        <a:spcBef>
                          <a:spcPts val="0"/>
                        </a:spcBef>
                        <a:spcAft>
                          <a:spcPts val="0"/>
                        </a:spcAft>
                        <a:buClrTx/>
                        <a:buSzTx/>
                        <a:buFontTx/>
                        <a:buNone/>
                        <a:tabLst/>
                        <a:defRPr/>
                      </a:pPr>
                      <a:r>
                        <a:rPr lang="en-US" sz="2400" baseline="0" noProof="0" dirty="0">
                          <a:solidFill>
                            <a:srgbClr val="D9D9D9"/>
                          </a:solidFill>
                          <a:latin typeface="Arial" panose="020B0604020202020204" pitchFamily="34" charset="0"/>
                          <a:cs typeface="Arial" panose="020B0604020202020204" pitchFamily="34" charset="0"/>
                        </a:rPr>
                        <a:t>To hide the guides click on the </a:t>
                      </a:r>
                      <a:r>
                        <a:rPr lang="en-US" sz="2400" b="1" baseline="0" noProof="0" dirty="0">
                          <a:solidFill>
                            <a:srgbClr val="D9D9D9"/>
                          </a:solidFill>
                          <a:latin typeface="Arial" panose="020B0604020202020204" pitchFamily="34" charset="0"/>
                          <a:cs typeface="Arial" panose="020B0604020202020204" pitchFamily="34" charset="0"/>
                        </a:rPr>
                        <a:t>Home</a:t>
                      </a:r>
                      <a:r>
                        <a:rPr lang="en-US" sz="2400" baseline="0" noProof="0" dirty="0">
                          <a:solidFill>
                            <a:srgbClr val="D9D9D9"/>
                          </a:solidFill>
                          <a:latin typeface="Arial" panose="020B0604020202020204" pitchFamily="34" charset="0"/>
                          <a:cs typeface="Arial" panose="020B0604020202020204" pitchFamily="34" charset="0"/>
                        </a:rPr>
                        <a:t> tab (top of the screen) and then click on the </a:t>
                      </a:r>
                      <a:r>
                        <a:rPr lang="en-US" sz="2400" b="1" baseline="0" noProof="0" dirty="0">
                          <a:solidFill>
                            <a:srgbClr val="D9D9D9"/>
                          </a:solidFill>
                          <a:latin typeface="Arial" panose="020B0604020202020204" pitchFamily="34" charset="0"/>
                          <a:cs typeface="Arial" panose="020B0604020202020204" pitchFamily="34" charset="0"/>
                        </a:rPr>
                        <a:t>Layout</a:t>
                      </a:r>
                      <a:r>
                        <a:rPr lang="en-US" sz="2400" baseline="0" noProof="0" dirty="0">
                          <a:solidFill>
                            <a:srgbClr val="D9D9D9"/>
                          </a:solidFill>
                          <a:latin typeface="Arial" panose="020B0604020202020204" pitchFamily="34" charset="0"/>
                          <a:cs typeface="Arial" panose="020B0604020202020204" pitchFamily="34" charset="0"/>
                        </a:rPr>
                        <a:t> button below to see the available layouts. Choose the </a:t>
                      </a:r>
                      <a:r>
                        <a:rPr lang="en-US" sz="2400" b="1" baseline="0" noProof="0" dirty="0">
                          <a:solidFill>
                            <a:srgbClr val="D9D9D9"/>
                          </a:solidFill>
                          <a:latin typeface="Arial" panose="020B0604020202020204" pitchFamily="34" charset="0"/>
                          <a:cs typeface="Arial" panose="020B0604020202020204" pitchFamily="34" charset="0"/>
                        </a:rPr>
                        <a:t>Without Guides </a:t>
                      </a:r>
                      <a:r>
                        <a:rPr lang="en-US" sz="2400" b="0" baseline="0" noProof="0" dirty="0">
                          <a:solidFill>
                            <a:srgbClr val="D9D9D9"/>
                          </a:solidFill>
                          <a:latin typeface="Arial" panose="020B0604020202020204" pitchFamily="34" charset="0"/>
                          <a:cs typeface="Arial" panose="020B0604020202020204" pitchFamily="34" charset="0"/>
                        </a:rPr>
                        <a:t>layout</a:t>
                      </a:r>
                      <a:r>
                        <a:rPr lang="en-US" sz="2400" baseline="0" noProof="0" dirty="0">
                          <a:solidFill>
                            <a:srgbClr val="D9D9D9"/>
                          </a:solidFill>
                          <a:latin typeface="Arial" panose="020B0604020202020204" pitchFamily="34" charset="0"/>
                          <a:cs typeface="Arial" panose="020B0604020202020204" pitchFamily="34" charset="0"/>
                        </a:rPr>
                        <a:t>.</a:t>
                      </a:r>
                      <a:endParaRPr lang="en-US" sz="2400" noProof="0" dirty="0">
                        <a:solidFill>
                          <a:srgbClr val="D9D9D9"/>
                        </a:solidFill>
                        <a:latin typeface="Arial" panose="020B0604020202020204" pitchFamily="34" charset="0"/>
                        <a:cs typeface="Arial" panose="020B0604020202020204" pitchFamily="34" charset="0"/>
                      </a:endParaRPr>
                    </a:p>
                  </a:txBody>
                  <a:tcPr marL="182880" marT="137160">
                    <a:solidFill>
                      <a:srgbClr val="010101"/>
                    </a:solidFill>
                  </a:tcPr>
                </a:tc>
                <a:tc rowSpan="2" hMerge="1">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r>
                        <a:rPr lang="en-US" sz="3200" b="1" noProof="0">
                          <a:solidFill>
                            <a:srgbClr val="FFC000"/>
                          </a:solidFill>
                          <a:latin typeface="Arial" panose="020B0604020202020204" pitchFamily="34" charset="0"/>
                          <a:cs typeface="Arial" panose="020B0604020202020204" pitchFamily="34" charset="0"/>
                        </a:rPr>
                        <a:t>How to hide the QUICK START GUIDE bars from the sides of the template</a:t>
                      </a:r>
                    </a:p>
                    <a:p>
                      <a:pPr marL="0" marR="0" lvl="0" indent="0" algn="l" defTabSz="114300" rtl="0" eaLnBrk="1" fontAlgn="auto" latinLnBrk="0" hangingPunct="1">
                        <a:lnSpc>
                          <a:spcPct val="100000"/>
                        </a:lnSpc>
                        <a:spcBef>
                          <a:spcPts val="0"/>
                        </a:spcBef>
                        <a:spcAft>
                          <a:spcPts val="0"/>
                        </a:spcAft>
                        <a:buClrTx/>
                        <a:buSzTx/>
                        <a:buFontTx/>
                        <a:buNone/>
                        <a:tabLst/>
                        <a:defRPr/>
                      </a:pPr>
                      <a:r>
                        <a:rPr lang="en-US" sz="2800" noProof="0">
                          <a:solidFill>
                            <a:srgbClr val="D9D9D9"/>
                          </a:solidFill>
                          <a:latin typeface="Arial" panose="020B0604020202020204" pitchFamily="34" charset="0"/>
                          <a:cs typeface="Arial" panose="020B0604020202020204" pitchFamily="34" charset="0"/>
                        </a:rPr>
                        <a:t>The Quick Start</a:t>
                      </a:r>
                      <a:r>
                        <a:rPr lang="en-US" sz="2800" baseline="0" noProof="0">
                          <a:solidFill>
                            <a:srgbClr val="D9D9D9"/>
                          </a:solidFill>
                          <a:latin typeface="Arial" panose="020B0604020202020204" pitchFamily="34" charset="0"/>
                          <a:cs typeface="Arial" panose="020B0604020202020204" pitchFamily="34" charset="0"/>
                        </a:rPr>
                        <a:t> Guides</a:t>
                      </a:r>
                      <a:r>
                        <a:rPr lang="en-US" sz="2800" noProof="0">
                          <a:solidFill>
                            <a:srgbClr val="D9D9D9"/>
                          </a:solidFill>
                          <a:latin typeface="Arial" panose="020B0604020202020204" pitchFamily="34" charset="0"/>
                          <a:cs typeface="Arial" panose="020B0604020202020204" pitchFamily="34" charset="0"/>
                        </a:rPr>
                        <a:t> </a:t>
                      </a:r>
                      <a:r>
                        <a:rPr lang="en-US" sz="2800" u="sng" noProof="0">
                          <a:solidFill>
                            <a:srgbClr val="D9D9D9"/>
                          </a:solidFill>
                          <a:latin typeface="Arial" panose="020B0604020202020204" pitchFamily="34" charset="0"/>
                          <a:cs typeface="Arial" panose="020B0604020202020204" pitchFamily="34" charset="0"/>
                        </a:rPr>
                        <a:t>are outside the template’s printable area</a:t>
                      </a:r>
                      <a:r>
                        <a:rPr lang="en-US" sz="2800" noProof="0">
                          <a:solidFill>
                            <a:srgbClr val="D9D9D9"/>
                          </a:solidFill>
                          <a:latin typeface="Arial" panose="020B0604020202020204" pitchFamily="34" charset="0"/>
                          <a:cs typeface="Arial" panose="020B0604020202020204" pitchFamily="34" charset="0"/>
                        </a:rPr>
                        <a:t> and they will not be on the printed poster</a:t>
                      </a:r>
                      <a:r>
                        <a:rPr lang="en-US" sz="2800" baseline="0" noProof="0">
                          <a:solidFill>
                            <a:srgbClr val="D9D9D9"/>
                          </a:solidFill>
                          <a:latin typeface="Arial" panose="020B0604020202020204" pitchFamily="34" charset="0"/>
                          <a:cs typeface="Arial" panose="020B0604020202020204" pitchFamily="34" charset="0"/>
                        </a:rPr>
                        <a:t>. </a:t>
                      </a:r>
                    </a:p>
                    <a:p>
                      <a:pPr marL="0" marR="0" lvl="0" indent="0" algn="l" defTabSz="114300" rtl="0" eaLnBrk="1" fontAlgn="auto" latinLnBrk="0" hangingPunct="1">
                        <a:lnSpc>
                          <a:spcPct val="100000"/>
                        </a:lnSpc>
                        <a:spcBef>
                          <a:spcPts val="0"/>
                        </a:spcBef>
                        <a:spcAft>
                          <a:spcPts val="0"/>
                        </a:spcAft>
                        <a:buClrTx/>
                        <a:buSzTx/>
                        <a:buFontTx/>
                        <a:buNone/>
                        <a:tabLst/>
                        <a:defRPr/>
                      </a:pPr>
                      <a:endParaRPr lang="en-US" sz="2800" baseline="0" noProof="0">
                        <a:solidFill>
                          <a:srgbClr val="D9D9D9"/>
                        </a:solidFill>
                        <a:latin typeface="Arial" panose="020B0604020202020204" pitchFamily="34" charset="0"/>
                        <a:cs typeface="Arial" panose="020B0604020202020204" pitchFamily="34" charset="0"/>
                      </a:endParaRPr>
                    </a:p>
                    <a:p>
                      <a:pPr marL="0" marR="0" lvl="0" indent="0" algn="l" defTabSz="114300" rtl="0" eaLnBrk="1" fontAlgn="auto" latinLnBrk="0" hangingPunct="1">
                        <a:lnSpc>
                          <a:spcPct val="100000"/>
                        </a:lnSpc>
                        <a:spcBef>
                          <a:spcPts val="0"/>
                        </a:spcBef>
                        <a:spcAft>
                          <a:spcPts val="0"/>
                        </a:spcAft>
                        <a:buClrTx/>
                        <a:buSzTx/>
                        <a:buFontTx/>
                        <a:buNone/>
                        <a:tabLst/>
                        <a:defRPr/>
                      </a:pPr>
                      <a:r>
                        <a:rPr lang="en-US" sz="2800" baseline="0" noProof="0">
                          <a:solidFill>
                            <a:srgbClr val="D9D9D9"/>
                          </a:solidFill>
                          <a:latin typeface="Arial" panose="020B0604020202020204" pitchFamily="34" charset="0"/>
                          <a:cs typeface="Arial" panose="020B0604020202020204" pitchFamily="34" charset="0"/>
                        </a:rPr>
                        <a:t>If you create a PDF file from your template, the guides will not be included.</a:t>
                      </a:r>
                    </a:p>
                    <a:p>
                      <a:pPr marL="0" marR="0" lvl="0" indent="0" algn="l" defTabSz="114300" rtl="0" eaLnBrk="1" fontAlgn="auto" latinLnBrk="0" hangingPunct="1">
                        <a:lnSpc>
                          <a:spcPct val="100000"/>
                        </a:lnSpc>
                        <a:spcBef>
                          <a:spcPts val="0"/>
                        </a:spcBef>
                        <a:spcAft>
                          <a:spcPts val="0"/>
                        </a:spcAft>
                        <a:buClrTx/>
                        <a:buSzTx/>
                        <a:buFontTx/>
                        <a:buNone/>
                        <a:tabLst/>
                        <a:defRPr/>
                      </a:pPr>
                      <a:endParaRPr lang="en-US" sz="2800" baseline="0" noProof="0">
                        <a:solidFill>
                          <a:srgbClr val="D9D9D9"/>
                        </a:solidFill>
                        <a:latin typeface="Arial" panose="020B0604020202020204" pitchFamily="34" charset="0"/>
                        <a:cs typeface="Arial" panose="020B0604020202020204" pitchFamily="34" charset="0"/>
                      </a:endParaRPr>
                    </a:p>
                    <a:p>
                      <a:pPr marL="0" marR="0" lvl="0" indent="0" algn="l" defTabSz="114300" rtl="0" eaLnBrk="1" fontAlgn="auto" latinLnBrk="0" hangingPunct="1">
                        <a:lnSpc>
                          <a:spcPct val="100000"/>
                        </a:lnSpc>
                        <a:spcBef>
                          <a:spcPts val="0"/>
                        </a:spcBef>
                        <a:spcAft>
                          <a:spcPts val="0"/>
                        </a:spcAft>
                        <a:buClrTx/>
                        <a:buSzTx/>
                        <a:buFontTx/>
                        <a:buNone/>
                        <a:tabLst/>
                        <a:defRPr/>
                      </a:pPr>
                      <a:r>
                        <a:rPr lang="en-US" sz="2800" baseline="0" noProof="0">
                          <a:solidFill>
                            <a:srgbClr val="D9D9D9"/>
                          </a:solidFill>
                          <a:latin typeface="Arial" panose="020B0604020202020204" pitchFamily="34" charset="0"/>
                          <a:cs typeface="Arial" panose="020B0604020202020204" pitchFamily="34" charset="0"/>
                        </a:rPr>
                        <a:t>To hide the guides click on the </a:t>
                      </a:r>
                      <a:r>
                        <a:rPr lang="en-US" sz="2800" b="1" baseline="0" noProof="0">
                          <a:solidFill>
                            <a:srgbClr val="D9D9D9"/>
                          </a:solidFill>
                          <a:latin typeface="Arial" panose="020B0604020202020204" pitchFamily="34" charset="0"/>
                          <a:cs typeface="Arial" panose="020B0604020202020204" pitchFamily="34" charset="0"/>
                        </a:rPr>
                        <a:t>Home</a:t>
                      </a:r>
                      <a:r>
                        <a:rPr lang="en-US" sz="2800" baseline="0" noProof="0">
                          <a:solidFill>
                            <a:srgbClr val="D9D9D9"/>
                          </a:solidFill>
                          <a:latin typeface="Arial" panose="020B0604020202020204" pitchFamily="34" charset="0"/>
                          <a:cs typeface="Arial" panose="020B0604020202020204" pitchFamily="34" charset="0"/>
                        </a:rPr>
                        <a:t> tab (top of the screen) and then click on the </a:t>
                      </a:r>
                      <a:r>
                        <a:rPr lang="en-US" sz="2800" b="1" baseline="0" noProof="0">
                          <a:solidFill>
                            <a:srgbClr val="D9D9D9"/>
                          </a:solidFill>
                          <a:latin typeface="Arial" panose="020B0604020202020204" pitchFamily="34" charset="0"/>
                          <a:cs typeface="Arial" panose="020B0604020202020204" pitchFamily="34" charset="0"/>
                        </a:rPr>
                        <a:t>Layout</a:t>
                      </a:r>
                      <a:r>
                        <a:rPr lang="en-US" sz="2800" baseline="0" noProof="0">
                          <a:solidFill>
                            <a:srgbClr val="D9D9D9"/>
                          </a:solidFill>
                          <a:latin typeface="Arial" panose="020B0604020202020204" pitchFamily="34" charset="0"/>
                          <a:cs typeface="Arial" panose="020B0604020202020204" pitchFamily="34" charset="0"/>
                        </a:rPr>
                        <a:t> button below to see the available layouts. Choose the </a:t>
                      </a:r>
                      <a:r>
                        <a:rPr lang="en-US" sz="2800" b="1" baseline="0" noProof="0">
                          <a:solidFill>
                            <a:srgbClr val="D9D9D9"/>
                          </a:solidFill>
                          <a:latin typeface="Arial" panose="020B0604020202020204" pitchFamily="34" charset="0"/>
                          <a:cs typeface="Arial" panose="020B0604020202020204" pitchFamily="34" charset="0"/>
                        </a:rPr>
                        <a:t>Without Guides </a:t>
                      </a:r>
                      <a:r>
                        <a:rPr lang="en-US" sz="2800" b="0" baseline="0" noProof="0">
                          <a:solidFill>
                            <a:srgbClr val="D9D9D9"/>
                          </a:solidFill>
                          <a:latin typeface="Arial" panose="020B0604020202020204" pitchFamily="34" charset="0"/>
                          <a:cs typeface="Arial" panose="020B0604020202020204" pitchFamily="34" charset="0"/>
                        </a:rPr>
                        <a:t>layout</a:t>
                      </a:r>
                      <a:r>
                        <a:rPr lang="en-US" sz="2800" baseline="0" noProof="0">
                          <a:solidFill>
                            <a:srgbClr val="D9D9D9"/>
                          </a:solidFill>
                          <a:latin typeface="Arial" panose="020B0604020202020204" pitchFamily="34" charset="0"/>
                          <a:cs typeface="Arial" panose="020B0604020202020204" pitchFamily="34" charset="0"/>
                        </a:rPr>
                        <a:t>.</a:t>
                      </a:r>
                      <a:endParaRPr lang="en-US" sz="2800" noProof="0" dirty="0">
                        <a:solidFill>
                          <a:srgbClr val="D9D9D9"/>
                        </a:solidFill>
                        <a:latin typeface="Arial" panose="020B0604020202020204" pitchFamily="34" charset="0"/>
                        <a:cs typeface="Arial" panose="020B0604020202020204" pitchFamily="34" charset="0"/>
                      </a:endParaRPr>
                    </a:p>
                  </a:txBody>
                  <a:tcPr marL="182880" marT="137160">
                    <a:solidFill>
                      <a:srgbClr val="010101"/>
                    </a:solidFill>
                  </a:tcPr>
                </a:tc>
                <a:extLst>
                  <a:ext uri="{0D108BD9-81ED-4DB2-BD59-A6C34878D82A}">
                    <a16:rowId xmlns:a16="http://schemas.microsoft.com/office/drawing/2014/main" val="10005"/>
                  </a:ext>
                </a:extLst>
              </a:tr>
              <a:tr h="6567070">
                <a:tc>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endParaRPr lang="en-US" sz="2400" noProof="0" dirty="0">
                        <a:solidFill>
                          <a:srgbClr val="D9D9D9"/>
                        </a:solidFill>
                        <a:latin typeface="Arial" panose="020B0604020202020204" pitchFamily="34" charset="0"/>
                        <a:cs typeface="Arial" panose="020B0604020202020204" pitchFamily="34" charset="0"/>
                      </a:endParaRPr>
                    </a:p>
                  </a:txBody>
                  <a:tcPr marL="182880" marT="137160">
                    <a:solidFill>
                      <a:srgbClr val="010101"/>
                    </a:solidFill>
                  </a:tcPr>
                </a:tc>
                <a:tc gridSpan="2" vMerge="1">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endParaRPr lang="en-US" sz="2800" noProof="0" dirty="0">
                        <a:solidFill>
                          <a:srgbClr val="D9D9D9"/>
                        </a:solidFill>
                        <a:latin typeface="Arial" panose="020B0604020202020204" pitchFamily="34" charset="0"/>
                        <a:cs typeface="Arial" panose="020B0604020202020204" pitchFamily="34" charset="0"/>
                      </a:endParaRPr>
                    </a:p>
                  </a:txBody>
                  <a:tcPr marL="182880" marT="137160">
                    <a:solidFill>
                      <a:srgbClr val="010101"/>
                    </a:solidFill>
                  </a:tcPr>
                </a:tc>
                <a:tc hMerge="1" vMerge="1">
                  <a:txBody>
                    <a:bodyPr/>
                    <a:lstStyle/>
                    <a:p>
                      <a:endParaRPr lang="en-US"/>
                    </a:p>
                  </a:txBody>
                  <a:tcPr/>
                </a:tc>
                <a:extLst>
                  <a:ext uri="{0D108BD9-81ED-4DB2-BD59-A6C34878D82A}">
                    <a16:rowId xmlns:a16="http://schemas.microsoft.com/office/drawing/2014/main" val="1766341567"/>
                  </a:ext>
                </a:extLst>
              </a:tr>
              <a:tr h="5578616">
                <a:tc>
                  <a:txBody>
                    <a:bodyPr/>
                    <a:lstStyle/>
                    <a:p>
                      <a:pPr rtl="0"/>
                      <a:r>
                        <a:rPr lang="en-US" sz="2800" b="1" dirty="0">
                          <a:solidFill>
                            <a:srgbClr val="FFC000"/>
                          </a:solidFill>
                          <a:latin typeface="Arial" panose="020B0604020202020204" pitchFamily="34" charset="0"/>
                          <a:cs typeface="Arial" panose="020B0604020202020204" pitchFamily="34" charset="0"/>
                        </a:rPr>
                        <a:t>How to</a:t>
                      </a:r>
                      <a:r>
                        <a:rPr lang="en-US" sz="2800" b="1" baseline="0" dirty="0">
                          <a:solidFill>
                            <a:srgbClr val="FFC000"/>
                          </a:solidFill>
                          <a:latin typeface="Arial" panose="020B0604020202020204" pitchFamily="34" charset="0"/>
                          <a:cs typeface="Arial" panose="020B0604020202020204" pitchFamily="34" charset="0"/>
                        </a:rPr>
                        <a:t> preview your poster prior to printing</a:t>
                      </a:r>
                      <a:endParaRPr lang="en-US" sz="2800" b="1" dirty="0">
                        <a:solidFill>
                          <a:srgbClr val="FFC000"/>
                        </a:solidFill>
                        <a:latin typeface="Arial" panose="020B0604020202020204" pitchFamily="34" charset="0"/>
                        <a:cs typeface="Arial" panose="020B0604020202020204" pitchFamily="34" charset="0"/>
                      </a:endParaRPr>
                    </a:p>
                    <a:p>
                      <a:pPr rtl="0"/>
                      <a:r>
                        <a:rPr lang="en-US" sz="2400" dirty="0">
                          <a:solidFill>
                            <a:srgbClr val="D9D9D9"/>
                          </a:solidFill>
                          <a:latin typeface="Arial" panose="020B0604020202020204" pitchFamily="34" charset="0"/>
                          <a:cs typeface="Arial" panose="020B0604020202020204" pitchFamily="34" charset="0"/>
                        </a:rPr>
                        <a:t>You can preview your poster at any time by pressing the </a:t>
                      </a:r>
                      <a:r>
                        <a:rPr lang="en-US" sz="2400" dirty="0">
                          <a:solidFill>
                            <a:srgbClr val="FFC000"/>
                          </a:solidFill>
                          <a:latin typeface="Arial" panose="020B0604020202020204" pitchFamily="34" charset="0"/>
                          <a:cs typeface="Arial" panose="020B0604020202020204" pitchFamily="34" charset="0"/>
                        </a:rPr>
                        <a:t>F5 key</a:t>
                      </a:r>
                      <a:r>
                        <a:rPr lang="en-US" sz="2400" dirty="0">
                          <a:solidFill>
                            <a:srgbClr val="D9D9D9"/>
                          </a:solidFill>
                          <a:latin typeface="Arial" panose="020B0604020202020204" pitchFamily="34" charset="0"/>
                          <a:cs typeface="Arial" panose="020B0604020202020204" pitchFamily="34" charset="0"/>
                        </a:rPr>
                        <a:t> on your keyboard. You will see on the screen what's on your poster and how it should look when printed. Press the </a:t>
                      </a:r>
                      <a:r>
                        <a:rPr lang="en-US" sz="2400" dirty="0">
                          <a:solidFill>
                            <a:srgbClr val="FFC000"/>
                          </a:solidFill>
                          <a:latin typeface="Arial" panose="020B0604020202020204" pitchFamily="34" charset="0"/>
                          <a:cs typeface="Arial" panose="020B0604020202020204" pitchFamily="34" charset="0"/>
                        </a:rPr>
                        <a:t>ESC key </a:t>
                      </a:r>
                      <a:r>
                        <a:rPr lang="en-US" sz="2400" dirty="0">
                          <a:solidFill>
                            <a:srgbClr val="D9D9D9"/>
                          </a:solidFill>
                          <a:latin typeface="Arial" panose="020B0604020202020204" pitchFamily="34" charset="0"/>
                          <a:cs typeface="Arial" panose="020B0604020202020204" pitchFamily="34" charset="0"/>
                        </a:rPr>
                        <a:t>to exit Preview.</a:t>
                      </a:r>
                    </a:p>
                  </a:txBody>
                  <a:tcPr marL="182880" marT="137160">
                    <a:solidFill>
                      <a:srgbClr val="010101"/>
                    </a:solidFill>
                  </a:tcPr>
                </a:tc>
                <a:tc gridSpan="2">
                  <a:txBody>
                    <a:bodyPr/>
                    <a:lstStyle/>
                    <a:p>
                      <a:pPr rtl="0"/>
                      <a:r>
                        <a:rPr lang="en-US" sz="11500" b="1" dirty="0">
                          <a:solidFill>
                            <a:srgbClr val="D9D9D9"/>
                          </a:solidFill>
                          <a:latin typeface="Arial" panose="020B0604020202020204" pitchFamily="34" charset="0"/>
                          <a:cs typeface="Arial" panose="020B0604020202020204" pitchFamily="34" charset="0"/>
                        </a:rPr>
                        <a:t>F5</a:t>
                      </a:r>
                      <a:r>
                        <a:rPr lang="en-US" sz="2400" baseline="0" dirty="0">
                          <a:solidFill>
                            <a:srgbClr val="D9D9D9"/>
                          </a:solidFill>
                          <a:latin typeface="Arial" panose="020B0604020202020204" pitchFamily="34" charset="0"/>
                          <a:cs typeface="Arial" panose="020B0604020202020204" pitchFamily="34" charset="0"/>
                        </a:rPr>
                        <a:t> </a:t>
                      </a:r>
                      <a:endParaRPr lang="en-US" sz="2400" dirty="0">
                        <a:solidFill>
                          <a:srgbClr val="D9D9D9"/>
                        </a:solidFill>
                        <a:latin typeface="Arial" panose="020B0604020202020204" pitchFamily="34" charset="0"/>
                        <a:cs typeface="Arial" panose="020B0604020202020204" pitchFamily="34" charset="0"/>
                      </a:endParaRPr>
                    </a:p>
                  </a:txBody>
                  <a:tcPr marL="182880" marT="137160">
                    <a:solidFill>
                      <a:schemeClr val="tx1">
                        <a:lumMod val="95000"/>
                        <a:lumOff val="5000"/>
                      </a:schemeClr>
                    </a:solidFill>
                  </a:tcPr>
                </a:tc>
                <a:tc hMerge="1">
                  <a:txBody>
                    <a:bodyPr/>
                    <a:lstStyle/>
                    <a:p>
                      <a:pPr algn="ctr"/>
                      <a:r>
                        <a:rPr lang="en-US" sz="13800" b="1" dirty="0">
                          <a:solidFill>
                            <a:srgbClr val="D9D9D9"/>
                          </a:solidFill>
                          <a:latin typeface="Arial" panose="020B0604020202020204" pitchFamily="34" charset="0"/>
                          <a:cs typeface="Arial" panose="020B0604020202020204" pitchFamily="34" charset="0"/>
                        </a:rPr>
                        <a:t>F5</a:t>
                      </a:r>
                      <a:r>
                        <a:rPr lang="en-US" sz="2800" baseline="0" dirty="0">
                          <a:solidFill>
                            <a:srgbClr val="D9D9D9"/>
                          </a:solidFill>
                          <a:latin typeface="Arial" panose="020B0604020202020204" pitchFamily="34" charset="0"/>
                          <a:cs typeface="Arial" panose="020B0604020202020204" pitchFamily="34" charset="0"/>
                        </a:rPr>
                        <a:t> </a:t>
                      </a:r>
                      <a:endParaRPr lang="en-US" sz="6000" dirty="0"/>
                    </a:p>
                  </a:txBody>
                  <a:tcPr marL="182880" marT="137160" anchor="ctr">
                    <a:solidFill>
                      <a:schemeClr val="tx1">
                        <a:lumMod val="95000"/>
                        <a:lumOff val="5000"/>
                      </a:schemeClr>
                    </a:solidFill>
                  </a:tcPr>
                </a:tc>
                <a:extLst>
                  <a:ext uri="{0D108BD9-81ED-4DB2-BD59-A6C34878D82A}">
                    <a16:rowId xmlns:a16="http://schemas.microsoft.com/office/drawing/2014/main" val="10006"/>
                  </a:ext>
                </a:extLst>
              </a:tr>
              <a:tr h="6401119">
                <a:tc gridSpan="3">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r>
                        <a:rPr lang="en-US" sz="2800" b="1" noProof="0" dirty="0">
                          <a:solidFill>
                            <a:srgbClr val="FFC000"/>
                          </a:solidFill>
                          <a:latin typeface="Arial"/>
                          <a:cs typeface="Arial"/>
                        </a:rPr>
                        <a:t>How to print your poster</a:t>
                      </a:r>
                    </a:p>
                    <a:p>
                      <a:pPr marL="0" marR="0" lvl="0" indent="0" algn="l" defTabSz="114300" rtl="0" eaLnBrk="1" fontAlgn="auto" latinLnBrk="0" hangingPunct="1">
                        <a:lnSpc>
                          <a:spcPct val="100000"/>
                        </a:lnSpc>
                        <a:spcBef>
                          <a:spcPts val="0"/>
                        </a:spcBef>
                        <a:spcAft>
                          <a:spcPts val="0"/>
                        </a:spcAft>
                        <a:buClrTx/>
                        <a:buSzTx/>
                        <a:buFontTx/>
                        <a:buNone/>
                        <a:tabLst/>
                        <a:defRPr/>
                      </a:pPr>
                      <a:r>
                        <a:rPr lang="en-US" sz="2400" noProof="0" dirty="0">
                          <a:solidFill>
                            <a:srgbClr val="D9D9D9"/>
                          </a:solidFill>
                          <a:latin typeface="Arial"/>
                          <a:cs typeface="Arial"/>
                        </a:rPr>
                        <a:t>When you are ready to have your poster printed go online to </a:t>
                      </a:r>
                      <a:r>
                        <a:rPr lang="en-US" sz="2400" noProof="0" dirty="0" err="1">
                          <a:solidFill>
                            <a:srgbClr val="FFC000"/>
                          </a:solidFill>
                          <a:latin typeface="Arial"/>
                          <a:cs typeface="Arial"/>
                        </a:rPr>
                        <a:t>PosterPresentations.com</a:t>
                      </a:r>
                      <a:r>
                        <a:rPr lang="en-US" sz="2400" noProof="0" dirty="0">
                          <a:solidFill>
                            <a:srgbClr val="D9D9D9"/>
                          </a:solidFill>
                          <a:latin typeface="Arial"/>
                          <a:cs typeface="Arial"/>
                        </a:rPr>
                        <a:t> and click on the "</a:t>
                      </a:r>
                      <a:r>
                        <a:rPr lang="en-US" sz="2400" noProof="0" dirty="0">
                          <a:solidFill>
                            <a:srgbClr val="FFC000"/>
                          </a:solidFill>
                          <a:latin typeface="Arial"/>
                          <a:cs typeface="Arial"/>
                        </a:rPr>
                        <a:t>Order Your Poster</a:t>
                      </a:r>
                      <a:r>
                        <a:rPr lang="en-US" sz="2400" noProof="0" dirty="0">
                          <a:solidFill>
                            <a:srgbClr val="D9D9D9"/>
                          </a:solidFill>
                          <a:latin typeface="Arial"/>
                          <a:cs typeface="Arial"/>
                        </a:rPr>
                        <a:t>" button. You can have your poster printed on professional papers, fabric for easy traveling and a variety of other materials. </a:t>
                      </a:r>
                    </a:p>
                    <a:p>
                      <a:pPr marL="0" marR="0" lvl="0" indent="0" algn="l" defTabSz="114300" rtl="0" eaLnBrk="1" fontAlgn="auto" latinLnBrk="0" hangingPunct="1">
                        <a:lnSpc>
                          <a:spcPct val="100000"/>
                        </a:lnSpc>
                        <a:spcBef>
                          <a:spcPts val="0"/>
                        </a:spcBef>
                        <a:spcAft>
                          <a:spcPts val="0"/>
                        </a:spcAft>
                        <a:buClrTx/>
                        <a:buSzTx/>
                        <a:buFontTx/>
                        <a:buNone/>
                        <a:tabLst/>
                        <a:defRPr/>
                      </a:pPr>
                      <a:r>
                        <a:rPr lang="en-US" sz="2400" noProof="0" dirty="0">
                          <a:solidFill>
                            <a:srgbClr val="D9D9D9"/>
                          </a:solidFill>
                          <a:latin typeface="Arial"/>
                          <a:cs typeface="Arial"/>
                        </a:rPr>
                        <a:t>If you submit a PowerPoint document, you will be receiving a PDF proof for your approval prior to printing. If your order is placed and paid for before noon (Pacific time) Monday-Friday, your order will ship out that same day. FedEx Next day, Second day, Third day, and Free Ground services are offered. </a:t>
                      </a:r>
                    </a:p>
                    <a:p>
                      <a:pPr marL="0" marR="0" lvl="0" indent="0" algn="l" defTabSz="114300" rtl="0" eaLnBrk="1" fontAlgn="auto" latinLnBrk="0" hangingPunct="1">
                        <a:lnSpc>
                          <a:spcPct val="100000"/>
                        </a:lnSpc>
                        <a:spcBef>
                          <a:spcPts val="0"/>
                        </a:spcBef>
                        <a:spcAft>
                          <a:spcPts val="0"/>
                        </a:spcAft>
                        <a:buClrTx/>
                        <a:buSzTx/>
                        <a:buFontTx/>
                        <a:buNone/>
                        <a:tabLst/>
                        <a:defRPr/>
                      </a:pPr>
                      <a:br>
                        <a:rPr lang="en-US" sz="2400" noProof="0" dirty="0">
                          <a:solidFill>
                            <a:srgbClr val="D9D9D9"/>
                          </a:solidFill>
                          <a:latin typeface="Arial"/>
                          <a:cs typeface="Arial"/>
                        </a:rPr>
                      </a:br>
                      <a:r>
                        <a:rPr lang="en-US" sz="2400" noProof="0" dirty="0">
                          <a:solidFill>
                            <a:srgbClr val="D9D9D9"/>
                          </a:solidFill>
                          <a:latin typeface="Arial"/>
                          <a:cs typeface="Arial"/>
                        </a:rPr>
                        <a:t>Go to </a:t>
                      </a:r>
                      <a:r>
                        <a:rPr lang="en-US" sz="2400" noProof="0" dirty="0" err="1">
                          <a:solidFill>
                            <a:srgbClr val="FFC000"/>
                          </a:solidFill>
                          <a:latin typeface="Arial"/>
                          <a:cs typeface="Arial"/>
                        </a:rPr>
                        <a:t>PosterPresentations.com</a:t>
                      </a:r>
                      <a:r>
                        <a:rPr lang="en-US" sz="2400" noProof="0" dirty="0">
                          <a:solidFill>
                            <a:srgbClr val="D9D9D9"/>
                          </a:solidFill>
                          <a:latin typeface="Arial"/>
                          <a:cs typeface="Arial"/>
                        </a:rPr>
                        <a:t> for more information.</a:t>
                      </a:r>
                    </a:p>
                  </a:txBody>
                  <a:tcPr marL="182880" marT="137160">
                    <a:solidFill>
                      <a:srgbClr val="010101"/>
                    </a:solid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7"/>
                  </a:ext>
                </a:extLst>
              </a:tr>
              <a:tr h="1262579">
                <a:tc gridSpan="3">
                  <a:txBody>
                    <a:bodyPr/>
                    <a:lstStyle/>
                    <a:p>
                      <a:endParaRPr lang="en-US" sz="2400" dirty="0">
                        <a:solidFill>
                          <a:srgbClr val="1F3A4E"/>
                        </a:solidFill>
                      </a:endParaRPr>
                    </a:p>
                  </a:txBody>
                  <a:tcPr marL="182880" marT="137160">
                    <a:blipFill dpi="0" rotWithShape="1">
                      <a:blip r:embed="rId9">
                        <a:extLst>
                          <a:ext uri="{28A0092B-C50C-407E-A947-70E740481C1C}">
                            <a14:useLocalDpi xmlns:a14="http://schemas.microsoft.com/office/drawing/2010/main" val="0"/>
                          </a:ext>
                        </a:extLst>
                      </a:blip>
                      <a:srcRect/>
                      <a:stretch>
                        <a:fillRect/>
                      </a:stretch>
                    </a:blip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8"/>
                  </a:ext>
                </a:extLst>
              </a:tr>
              <a:tr h="1716228">
                <a:tc gridSpan="2">
                  <a:txBody>
                    <a:bodyPr/>
                    <a:lstStyle/>
                    <a:p>
                      <a:pPr>
                        <a:lnSpc>
                          <a:spcPts val="2600"/>
                        </a:lnSpc>
                      </a:pPr>
                      <a:r>
                        <a:rPr lang="en-US" sz="2000" dirty="0">
                          <a:solidFill>
                            <a:schemeClr val="bg1">
                              <a:lumMod val="85000"/>
                            </a:schemeClr>
                          </a:solidFill>
                          <a:latin typeface="Arial"/>
                          <a:cs typeface="Arial"/>
                        </a:rPr>
                        <a:t>© 2019</a:t>
                      </a:r>
                      <a:r>
                        <a:rPr lang="en-US" sz="2000" baseline="0" dirty="0">
                          <a:solidFill>
                            <a:schemeClr val="bg1">
                              <a:lumMod val="85000"/>
                            </a:schemeClr>
                          </a:solidFill>
                          <a:latin typeface="Arial"/>
                          <a:cs typeface="Arial"/>
                        </a:rPr>
                        <a:t> </a:t>
                      </a:r>
                      <a:r>
                        <a:rPr lang="en-US" sz="2000" dirty="0" err="1">
                          <a:solidFill>
                            <a:schemeClr val="bg1">
                              <a:lumMod val="85000"/>
                            </a:schemeClr>
                          </a:solidFill>
                          <a:latin typeface="Arial"/>
                          <a:cs typeface="Arial"/>
                        </a:rPr>
                        <a:t>PosterPresentations.com</a:t>
                      </a:r>
                      <a:br>
                        <a:rPr lang="en-US" sz="2000" dirty="0">
                          <a:solidFill>
                            <a:schemeClr val="bg1">
                              <a:lumMod val="85000"/>
                            </a:schemeClr>
                          </a:solidFill>
                          <a:latin typeface="Arial"/>
                          <a:cs typeface="Arial"/>
                        </a:rPr>
                      </a:br>
                      <a:r>
                        <a:rPr lang="en-US" sz="2000" dirty="0">
                          <a:solidFill>
                            <a:schemeClr val="bg1">
                              <a:lumMod val="85000"/>
                            </a:schemeClr>
                          </a:solidFill>
                          <a:latin typeface="Arial"/>
                          <a:cs typeface="Arial"/>
                        </a:rPr>
                        <a:t>2117 Fourth Street ,</a:t>
                      </a:r>
                      <a:r>
                        <a:rPr lang="en-US" sz="2000" baseline="0" dirty="0">
                          <a:solidFill>
                            <a:schemeClr val="bg1">
                              <a:lumMod val="85000"/>
                            </a:schemeClr>
                          </a:solidFill>
                          <a:latin typeface="Arial"/>
                          <a:cs typeface="Arial"/>
                        </a:rPr>
                        <a:t> STE C        </a:t>
                      </a:r>
                    </a:p>
                    <a:p>
                      <a:pPr>
                        <a:lnSpc>
                          <a:spcPts val="2600"/>
                        </a:lnSpc>
                      </a:pPr>
                      <a:r>
                        <a:rPr lang="en-US" sz="2000" baseline="0" dirty="0">
                          <a:solidFill>
                            <a:schemeClr val="bg1">
                              <a:lumMod val="85000"/>
                            </a:schemeClr>
                          </a:solidFill>
                          <a:latin typeface="Arial"/>
                          <a:cs typeface="Arial"/>
                        </a:rPr>
                        <a:t>Berkeley CA 94710 USA</a:t>
                      </a:r>
                      <a:endParaRPr lang="en-US" sz="2000" dirty="0">
                        <a:solidFill>
                          <a:schemeClr val="bg1">
                            <a:lumMod val="85000"/>
                          </a:schemeClr>
                        </a:solidFill>
                        <a:latin typeface="Arial"/>
                        <a:cs typeface="Arial"/>
                      </a:endParaRPr>
                    </a:p>
                  </a:txBody>
                  <a:tcPr marL="182880" marT="137160">
                    <a:solidFill>
                      <a:srgbClr val="010101"/>
                    </a:solidFill>
                  </a:tcPr>
                </a:tc>
                <a:tc hMerge="1">
                  <a:txBody>
                    <a:bodyPr/>
                    <a:lstStyle/>
                    <a:p>
                      <a:pPr>
                        <a:lnSpc>
                          <a:spcPts val="2600"/>
                        </a:lnSpc>
                      </a:pPr>
                      <a:endParaRPr lang="en-US" sz="2400" dirty="0">
                        <a:solidFill>
                          <a:schemeClr val="bg1">
                            <a:lumMod val="85000"/>
                          </a:schemeClr>
                        </a:solidFill>
                        <a:latin typeface="Arial"/>
                        <a:cs typeface="Arial"/>
                      </a:endParaRPr>
                    </a:p>
                  </a:txBody>
                  <a:tcPr marL="182880" marT="137160">
                    <a:solidFill>
                      <a:srgbClr val="010101"/>
                    </a:solidFill>
                  </a:tcPr>
                </a:tc>
                <a:tc>
                  <a:txBody>
                    <a:bodyPr/>
                    <a:lstStyle/>
                    <a:p>
                      <a:pPr marL="0" marR="0" indent="0" algn="l" defTabSz="4388900" rtl="0" eaLnBrk="1" fontAlgn="auto" latinLnBrk="0" hangingPunct="1">
                        <a:lnSpc>
                          <a:spcPct val="100000"/>
                        </a:lnSpc>
                        <a:spcBef>
                          <a:spcPts val="0"/>
                        </a:spcBef>
                        <a:spcAft>
                          <a:spcPts val="0"/>
                        </a:spcAft>
                        <a:buClrTx/>
                        <a:buSzTx/>
                        <a:buFontTx/>
                        <a:buNone/>
                        <a:tabLst/>
                        <a:defRPr/>
                      </a:pPr>
                      <a:r>
                        <a:rPr lang="en-US" sz="2400" b="1" dirty="0">
                          <a:solidFill>
                            <a:srgbClr val="D0D0D0"/>
                          </a:solidFill>
                          <a:latin typeface="Arial"/>
                          <a:cs typeface="Arial"/>
                        </a:rPr>
                        <a:t>For complete tutorials</a:t>
                      </a:r>
                      <a:r>
                        <a:rPr lang="en-US" sz="2400" b="1" baseline="0" dirty="0">
                          <a:solidFill>
                            <a:srgbClr val="D0D0D0"/>
                          </a:solidFill>
                          <a:latin typeface="Arial"/>
                          <a:cs typeface="Arial"/>
                        </a:rPr>
                        <a:t> visit:</a:t>
                      </a:r>
                    </a:p>
                    <a:p>
                      <a:pPr marL="0" marR="0" indent="0" algn="l" defTabSz="4388900" rtl="0" eaLnBrk="1" fontAlgn="auto" latinLnBrk="0" hangingPunct="1">
                        <a:lnSpc>
                          <a:spcPct val="100000"/>
                        </a:lnSpc>
                        <a:spcBef>
                          <a:spcPts val="0"/>
                        </a:spcBef>
                        <a:spcAft>
                          <a:spcPts val="0"/>
                        </a:spcAft>
                        <a:buClrTx/>
                        <a:buSzTx/>
                        <a:buFontTx/>
                        <a:buNone/>
                        <a:tabLst/>
                        <a:defRPr/>
                      </a:pPr>
                      <a:r>
                        <a:rPr lang="en-US" sz="1800" b="1" dirty="0">
                          <a:solidFill>
                            <a:srgbClr val="FFC000"/>
                          </a:solidFill>
                          <a:latin typeface="Arial"/>
                          <a:cs typeface="Arial"/>
                        </a:rPr>
                        <a:t>https://</a:t>
                      </a:r>
                      <a:r>
                        <a:rPr lang="en-US" sz="1800" b="1" dirty="0" err="1">
                          <a:solidFill>
                            <a:srgbClr val="FFC000"/>
                          </a:solidFill>
                          <a:latin typeface="Arial"/>
                          <a:cs typeface="Arial"/>
                        </a:rPr>
                        <a:t>www.posterpresentations.com</a:t>
                      </a:r>
                      <a:r>
                        <a:rPr lang="en-US" sz="1800" b="1" dirty="0">
                          <a:solidFill>
                            <a:srgbClr val="FFC000"/>
                          </a:solidFill>
                          <a:latin typeface="Arial"/>
                          <a:cs typeface="Arial"/>
                        </a:rPr>
                        <a:t>/</a:t>
                      </a:r>
                      <a:r>
                        <a:rPr lang="en-US" sz="1800" b="1" dirty="0" err="1">
                          <a:solidFill>
                            <a:srgbClr val="FFC000"/>
                          </a:solidFill>
                          <a:latin typeface="Arial"/>
                          <a:cs typeface="Arial"/>
                        </a:rPr>
                        <a:t>helpdesk.html</a:t>
                      </a:r>
                      <a:endParaRPr lang="en-US" sz="13800" dirty="0"/>
                    </a:p>
                  </a:txBody>
                  <a:tcPr marL="182880" marT="137160">
                    <a:solidFill>
                      <a:srgbClr val="010101"/>
                    </a:solidFill>
                  </a:tcPr>
                </a:tc>
                <a:extLst>
                  <a:ext uri="{0D108BD9-81ED-4DB2-BD59-A6C34878D82A}">
                    <a16:rowId xmlns:a16="http://schemas.microsoft.com/office/drawing/2014/main" val="10009"/>
                  </a:ext>
                </a:extLst>
              </a:tr>
            </a:tbl>
          </a:graphicData>
        </a:graphic>
      </p:graphicFrame>
    </p:spTree>
  </p:cSld>
  <p:clrMap bg1="lt1" tx1="dk1" bg2="lt2" tx2="dk2" accent1="accent1" accent2="accent2" accent3="accent3" accent4="accent4" accent5="accent5" accent6="accent6" hlink="hlink" folHlink="folHlink"/>
  <p:sldLayoutIdLst>
    <p:sldLayoutId id="2147483654" r:id="rId1"/>
  </p:sldLayoutIdLst>
  <p:txStyles>
    <p:titleStyle>
      <a:lvl1pPr algn="ctr" defTabSz="3599776" rtl="0" eaLnBrk="1" latinLnBrk="0" hangingPunct="1">
        <a:spcBef>
          <a:spcPct val="0"/>
        </a:spcBef>
        <a:buNone/>
        <a:defRPr sz="7200" kern="1200">
          <a:solidFill>
            <a:schemeClr val="bg1"/>
          </a:solidFill>
          <a:latin typeface="Trebuchet MS" pitchFamily="34" charset="0"/>
          <a:ea typeface="+mj-ea"/>
          <a:cs typeface="+mj-cs"/>
        </a:defRPr>
      </a:lvl1pPr>
    </p:titleStyle>
    <p:bodyStyle>
      <a:lvl1pPr marL="1349916" indent="-1349916" algn="l" defTabSz="3599776" rtl="0" eaLnBrk="1" latinLnBrk="0" hangingPunct="1">
        <a:spcBef>
          <a:spcPct val="20000"/>
        </a:spcBef>
        <a:buFont typeface="Arial" pitchFamily="34" charset="0"/>
        <a:buChar char="•"/>
        <a:defRPr sz="12600" kern="1200">
          <a:solidFill>
            <a:schemeClr val="tx1"/>
          </a:solidFill>
          <a:latin typeface="+mn-lt"/>
          <a:ea typeface="+mn-ea"/>
          <a:cs typeface="+mn-cs"/>
        </a:defRPr>
      </a:lvl1pPr>
      <a:lvl2pPr marL="2924818" indent="-1124930" algn="l" defTabSz="3599776" rtl="0" eaLnBrk="1" latinLnBrk="0" hangingPunct="1">
        <a:spcBef>
          <a:spcPct val="20000"/>
        </a:spcBef>
        <a:buFont typeface="Arial" pitchFamily="34" charset="0"/>
        <a:buChar char="–"/>
        <a:defRPr sz="11100" kern="1200">
          <a:solidFill>
            <a:schemeClr val="tx1"/>
          </a:solidFill>
          <a:latin typeface="+mn-lt"/>
          <a:ea typeface="+mn-ea"/>
          <a:cs typeface="+mn-cs"/>
        </a:defRPr>
      </a:lvl2pPr>
      <a:lvl3pPr marL="4499721" indent="-899945" algn="l" defTabSz="3599776" rtl="0" eaLnBrk="1" latinLnBrk="0" hangingPunct="1">
        <a:spcBef>
          <a:spcPct val="20000"/>
        </a:spcBef>
        <a:buFont typeface="Arial" pitchFamily="34" charset="0"/>
        <a:buChar char="•"/>
        <a:defRPr sz="9500" kern="1200">
          <a:solidFill>
            <a:schemeClr val="tx1"/>
          </a:solidFill>
          <a:latin typeface="+mn-lt"/>
          <a:ea typeface="+mn-ea"/>
          <a:cs typeface="+mn-cs"/>
        </a:defRPr>
      </a:lvl3pPr>
      <a:lvl4pPr marL="6299609"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4pPr>
      <a:lvl5pPr marL="8099496"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5pPr>
      <a:lvl6pPr marL="9899385"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6pPr>
      <a:lvl7pPr marL="11699272"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7pPr>
      <a:lvl8pPr marL="13499161"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8pPr>
      <a:lvl9pPr marL="15299049"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9pPr>
    </p:bodyStyle>
    <p:otherStyle>
      <a:defPPr>
        <a:defRPr lang="en-US"/>
      </a:defPPr>
      <a:lvl1pPr marL="0" algn="l" defTabSz="3599776" rtl="0" eaLnBrk="1" latinLnBrk="0" hangingPunct="1">
        <a:defRPr sz="7100" kern="1200">
          <a:solidFill>
            <a:schemeClr val="tx1"/>
          </a:solidFill>
          <a:latin typeface="+mn-lt"/>
          <a:ea typeface="+mn-ea"/>
          <a:cs typeface="+mn-cs"/>
        </a:defRPr>
      </a:lvl1pPr>
      <a:lvl2pPr marL="1799889" algn="l" defTabSz="3599776" rtl="0" eaLnBrk="1" latinLnBrk="0" hangingPunct="1">
        <a:defRPr sz="7100" kern="1200">
          <a:solidFill>
            <a:schemeClr val="tx1"/>
          </a:solidFill>
          <a:latin typeface="+mn-lt"/>
          <a:ea typeface="+mn-ea"/>
          <a:cs typeface="+mn-cs"/>
        </a:defRPr>
      </a:lvl2pPr>
      <a:lvl3pPr marL="3599776" algn="l" defTabSz="3599776" rtl="0" eaLnBrk="1" latinLnBrk="0" hangingPunct="1">
        <a:defRPr sz="7100" kern="1200">
          <a:solidFill>
            <a:schemeClr val="tx1"/>
          </a:solidFill>
          <a:latin typeface="+mn-lt"/>
          <a:ea typeface="+mn-ea"/>
          <a:cs typeface="+mn-cs"/>
        </a:defRPr>
      </a:lvl3pPr>
      <a:lvl4pPr marL="5399664" algn="l" defTabSz="3599776" rtl="0" eaLnBrk="1" latinLnBrk="0" hangingPunct="1">
        <a:defRPr sz="7100" kern="1200">
          <a:solidFill>
            <a:schemeClr val="tx1"/>
          </a:solidFill>
          <a:latin typeface="+mn-lt"/>
          <a:ea typeface="+mn-ea"/>
          <a:cs typeface="+mn-cs"/>
        </a:defRPr>
      </a:lvl4pPr>
      <a:lvl5pPr marL="7199552" algn="l" defTabSz="3599776" rtl="0" eaLnBrk="1" latinLnBrk="0" hangingPunct="1">
        <a:defRPr sz="7100" kern="1200">
          <a:solidFill>
            <a:schemeClr val="tx1"/>
          </a:solidFill>
          <a:latin typeface="+mn-lt"/>
          <a:ea typeface="+mn-ea"/>
          <a:cs typeface="+mn-cs"/>
        </a:defRPr>
      </a:lvl5pPr>
      <a:lvl6pPr marL="8999441" algn="l" defTabSz="3599776" rtl="0" eaLnBrk="1" latinLnBrk="0" hangingPunct="1">
        <a:defRPr sz="7100" kern="1200">
          <a:solidFill>
            <a:schemeClr val="tx1"/>
          </a:solidFill>
          <a:latin typeface="+mn-lt"/>
          <a:ea typeface="+mn-ea"/>
          <a:cs typeface="+mn-cs"/>
        </a:defRPr>
      </a:lvl6pPr>
      <a:lvl7pPr marL="10799330" algn="l" defTabSz="3599776" rtl="0" eaLnBrk="1" latinLnBrk="0" hangingPunct="1">
        <a:defRPr sz="7100" kern="1200">
          <a:solidFill>
            <a:schemeClr val="tx1"/>
          </a:solidFill>
          <a:latin typeface="+mn-lt"/>
          <a:ea typeface="+mn-ea"/>
          <a:cs typeface="+mn-cs"/>
        </a:defRPr>
      </a:lvl7pPr>
      <a:lvl8pPr marL="12599217" algn="l" defTabSz="3599776" rtl="0" eaLnBrk="1" latinLnBrk="0" hangingPunct="1">
        <a:defRPr sz="7100" kern="1200">
          <a:solidFill>
            <a:schemeClr val="tx1"/>
          </a:solidFill>
          <a:latin typeface="+mn-lt"/>
          <a:ea typeface="+mn-ea"/>
          <a:cs typeface="+mn-cs"/>
        </a:defRPr>
      </a:lvl8pPr>
      <a:lvl9pPr marL="14399106" algn="l" defTabSz="3599776" rtl="0" eaLnBrk="1" latinLnBrk="0" hangingPunct="1">
        <a:defRPr sz="71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image" Target="../media/image7.png"/><Relationship Id="rId1" Type="http://schemas.openxmlformats.org/officeDocument/2006/relationships/slideLayout" Target="../slideLayouts/slideLayout1.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 Id="rId9"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20000" y="404682"/>
            <a:ext cx="23760000" cy="468000"/>
          </a:xfrm>
          <a:prstGeom prst="rect">
            <a:avLst/>
          </a:prstGeom>
          <a:noFill/>
        </p:spPr>
        <p:txBody>
          <a:bodyPr wrap="square" lIns="36000" tIns="36000" rIns="36000" bIns="36000" anchor="ctr">
            <a:spAutoFit/>
          </a:bodyPr>
          <a:lstStyle/>
          <a:p>
            <a:pPr algn="ctr">
              <a:lnSpc>
                <a:spcPct val="105000"/>
              </a:lnSpc>
              <a:spcBef>
                <a:spcPts val="0"/>
              </a:spcBef>
              <a:spcAft>
                <a:spcPts val="0"/>
              </a:spcAft>
            </a:pPr>
            <a:r>
              <a:rPr sz="3200" b="1" i="0" dirty="0">
                <a:solidFill>
                  <a:srgbClr val="5E6E2E"/>
                </a:solidFill>
                <a:latin typeface="Calibri"/>
              </a:rPr>
              <a:t>RUPPIN ACADEMIC CENTER    ·    DEPARTMENT OF COMPUTER SCIENCE    ·    AI &amp; DATA SCIENCE SPECIALIZATION</a:t>
            </a:r>
          </a:p>
        </p:txBody>
      </p:sp>
      <p:sp>
        <p:nvSpPr>
          <p:cNvPr id="3" name="TextBox 2"/>
          <p:cNvSpPr txBox="1"/>
          <p:nvPr/>
        </p:nvSpPr>
        <p:spPr>
          <a:xfrm>
            <a:off x="3240000" y="1007501"/>
            <a:ext cx="18720000" cy="1734697"/>
          </a:xfrm>
          <a:prstGeom prst="rect">
            <a:avLst/>
          </a:prstGeom>
          <a:noFill/>
        </p:spPr>
        <p:txBody>
          <a:bodyPr wrap="square" lIns="36000" tIns="36000" rIns="36000" bIns="36000" anchor="ctr">
            <a:spAutoFit/>
          </a:bodyPr>
          <a:lstStyle/>
          <a:p>
            <a:pPr algn="ctr">
              <a:lnSpc>
                <a:spcPct val="100000"/>
              </a:lnSpc>
              <a:spcBef>
                <a:spcPts val="0"/>
              </a:spcBef>
              <a:spcAft>
                <a:spcPts val="0"/>
              </a:spcAft>
            </a:pPr>
            <a:r>
              <a:rPr sz="5400" b="1" i="0" dirty="0">
                <a:solidFill>
                  <a:srgbClr val="3D4A1F"/>
                </a:solidFill>
                <a:latin typeface="Cambria"/>
              </a:rPr>
              <a:t>Predictive Modeling of Root-Zone Variables
Using Greenhouse Data</a:t>
            </a:r>
          </a:p>
        </p:txBody>
      </p:sp>
      <p:sp>
        <p:nvSpPr>
          <p:cNvPr id="4" name="TextBox 3"/>
          <p:cNvSpPr txBox="1"/>
          <p:nvPr/>
        </p:nvSpPr>
        <p:spPr>
          <a:xfrm>
            <a:off x="3240000" y="2860041"/>
            <a:ext cx="8284343" cy="630869"/>
          </a:xfrm>
          <a:prstGeom prst="rect">
            <a:avLst/>
          </a:prstGeom>
          <a:noFill/>
        </p:spPr>
        <p:txBody>
          <a:bodyPr wrap="square" lIns="36000" tIns="36000" rIns="36000" bIns="36000" anchor="ctr">
            <a:spAutoFit/>
          </a:bodyPr>
          <a:lstStyle/>
          <a:p>
            <a:pPr algn="ctr">
              <a:lnSpc>
                <a:spcPct val="105000"/>
              </a:lnSpc>
              <a:spcBef>
                <a:spcPts val="0"/>
              </a:spcBef>
              <a:spcAft>
                <a:spcPts val="0"/>
              </a:spcAft>
            </a:pPr>
            <a:r>
              <a:rPr lang="en-US" sz="3600" b="1" i="0" dirty="0">
                <a:solidFill>
                  <a:srgbClr val="3D4A1F"/>
                </a:solidFill>
                <a:latin typeface="Calibri"/>
              </a:rPr>
              <a:t>Students: </a:t>
            </a:r>
            <a:r>
              <a:rPr sz="3600" b="1" i="0" dirty="0">
                <a:solidFill>
                  <a:srgbClr val="3D4A1F"/>
                </a:solidFill>
                <a:latin typeface="Calibri"/>
              </a:rPr>
              <a:t>Eden Eliyahu</a:t>
            </a:r>
            <a:r>
              <a:rPr lang="en-US" sz="3600" b="1" dirty="0">
                <a:solidFill>
                  <a:srgbClr val="3D4A1F"/>
                </a:solidFill>
                <a:latin typeface="Calibri"/>
              </a:rPr>
              <a:t>, </a:t>
            </a:r>
            <a:r>
              <a:rPr sz="3600" b="1" i="0" dirty="0">
                <a:solidFill>
                  <a:srgbClr val="3D4A1F"/>
                </a:solidFill>
                <a:latin typeface="Calibri"/>
              </a:rPr>
              <a:t>Oren Chaushu</a:t>
            </a:r>
          </a:p>
        </p:txBody>
      </p:sp>
      <p:sp>
        <p:nvSpPr>
          <p:cNvPr id="5" name="TextBox 4"/>
          <p:cNvSpPr txBox="1"/>
          <p:nvPr/>
        </p:nvSpPr>
        <p:spPr>
          <a:xfrm>
            <a:off x="12596019" y="2860040"/>
            <a:ext cx="9356019" cy="630869"/>
          </a:xfrm>
          <a:prstGeom prst="rect">
            <a:avLst/>
          </a:prstGeom>
          <a:noFill/>
        </p:spPr>
        <p:txBody>
          <a:bodyPr wrap="square" lIns="36000" tIns="36000" rIns="36000" bIns="36000" anchor="ctr">
            <a:spAutoFit/>
          </a:bodyPr>
          <a:lstStyle/>
          <a:p>
            <a:pPr algn="ctr">
              <a:lnSpc>
                <a:spcPct val="105000"/>
              </a:lnSpc>
              <a:spcBef>
                <a:spcPts val="0"/>
              </a:spcBef>
              <a:spcAft>
                <a:spcPts val="0"/>
              </a:spcAft>
            </a:pPr>
            <a:r>
              <a:rPr sz="3600" b="1" dirty="0">
                <a:solidFill>
                  <a:srgbClr val="2E3517"/>
                </a:solidFill>
                <a:latin typeface="Calibri"/>
              </a:rPr>
              <a:t>Supervisors:  Dr. Avner Priel</a:t>
            </a:r>
            <a:r>
              <a:rPr lang="en-US" sz="3600" b="1" dirty="0">
                <a:solidFill>
                  <a:srgbClr val="2E3517"/>
                </a:solidFill>
                <a:latin typeface="Calibri"/>
              </a:rPr>
              <a:t>, </a:t>
            </a:r>
            <a:r>
              <a:rPr sz="3600" b="1" dirty="0">
                <a:solidFill>
                  <a:srgbClr val="2E3517"/>
                </a:solidFill>
                <a:latin typeface="Calibri"/>
              </a:rPr>
              <a:t>Dr. Alaa Jamal</a:t>
            </a:r>
          </a:p>
        </p:txBody>
      </p:sp>
      <p:sp>
        <p:nvSpPr>
          <p:cNvPr id="6" name="Rounded Rectangle 5"/>
          <p:cNvSpPr/>
          <p:nvPr/>
        </p:nvSpPr>
        <p:spPr>
          <a:xfrm>
            <a:off x="1440000" y="3600000"/>
            <a:ext cx="22320000" cy="57600"/>
          </a:xfrm>
          <a:prstGeom prst="roundRect">
            <a:avLst>
              <a:gd name="adj" fmla="val 50000"/>
            </a:avLst>
          </a:prstGeom>
          <a:solidFill>
            <a:srgbClr val="E0A8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648000" y="3743999"/>
            <a:ext cx="11664000" cy="4320000"/>
          </a:xfrm>
          <a:prstGeom prst="roundRect">
            <a:avLst>
              <a:gd name="adj" fmla="val 3500"/>
            </a:avLst>
          </a:prstGeom>
          <a:solidFill>
            <a:srgbClr val="FCFCF7"/>
          </a:solidFill>
          <a:ln w="15875">
            <a:solidFill>
              <a:srgbClr val="A5B59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917999" y="3996000"/>
            <a:ext cx="612000" cy="612000"/>
          </a:xfrm>
          <a:prstGeom prst="roundRect">
            <a:avLst>
              <a:gd name="adj" fmla="val 22000"/>
            </a:avLst>
          </a:prstGeom>
          <a:solidFill>
            <a:srgbClr val="E0A82E"/>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lnSpc>
                <a:spcPct val="105000"/>
              </a:lnSpc>
              <a:spcBef>
                <a:spcPts val="0"/>
              </a:spcBef>
              <a:spcAft>
                <a:spcPts val="0"/>
              </a:spcAft>
            </a:pPr>
            <a:r>
              <a:rPr sz="3600" b="1" i="0">
                <a:solidFill>
                  <a:srgbClr val="FFFFFF"/>
                </a:solidFill>
                <a:latin typeface="Calibri"/>
              </a:rPr>
              <a:t>01</a:t>
            </a:r>
          </a:p>
        </p:txBody>
      </p:sp>
      <p:sp>
        <p:nvSpPr>
          <p:cNvPr id="9" name="TextBox 8"/>
          <p:cNvSpPr txBox="1"/>
          <p:nvPr/>
        </p:nvSpPr>
        <p:spPr>
          <a:xfrm>
            <a:off x="1674000" y="3986850"/>
            <a:ext cx="10440000" cy="626701"/>
          </a:xfrm>
          <a:prstGeom prst="rect">
            <a:avLst/>
          </a:prstGeom>
          <a:noFill/>
        </p:spPr>
        <p:txBody>
          <a:bodyPr wrap="square" lIns="36000" tIns="36000" rIns="36000" bIns="36000" anchor="ctr">
            <a:spAutoFit/>
          </a:bodyPr>
          <a:lstStyle/>
          <a:p>
            <a:pPr algn="l">
              <a:lnSpc>
                <a:spcPct val="100000"/>
              </a:lnSpc>
              <a:spcBef>
                <a:spcPts val="0"/>
              </a:spcBef>
              <a:spcAft>
                <a:spcPts val="0"/>
              </a:spcAft>
            </a:pPr>
            <a:r>
              <a:rPr sz="3600" b="1" i="0" dirty="0">
                <a:solidFill>
                  <a:srgbClr val="3D4A1F"/>
                </a:solidFill>
                <a:latin typeface="Calibri"/>
              </a:rPr>
              <a:t>Motivation</a:t>
            </a:r>
          </a:p>
        </p:txBody>
      </p:sp>
      <p:sp>
        <p:nvSpPr>
          <p:cNvPr id="10" name="Rectangle 9"/>
          <p:cNvSpPr/>
          <p:nvPr/>
        </p:nvSpPr>
        <p:spPr>
          <a:xfrm>
            <a:off x="936000" y="4687200"/>
            <a:ext cx="11087999" cy="16200"/>
          </a:xfrm>
          <a:prstGeom prst="rect">
            <a:avLst/>
          </a:prstGeom>
          <a:solidFill>
            <a:srgbClr val="A5B5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54000" y="4729800"/>
            <a:ext cx="11376000" cy="3380596"/>
          </a:xfrm>
          <a:prstGeom prst="rect">
            <a:avLst/>
          </a:prstGeom>
          <a:noFill/>
        </p:spPr>
        <p:txBody>
          <a:bodyPr wrap="square" lIns="36000" tIns="36000" rIns="36000" bIns="36000" anchor="t">
            <a:spAutoFit/>
          </a:bodyPr>
          <a:lstStyle/>
          <a:p>
            <a:pPr algn="l">
              <a:lnSpc>
                <a:spcPct val="106000"/>
              </a:lnSpc>
              <a:spcBef>
                <a:spcPts val="0"/>
              </a:spcBef>
              <a:spcAft>
                <a:spcPts val="500"/>
              </a:spcAft>
            </a:pPr>
            <a:r>
              <a:rPr sz="2400" b="1" dirty="0">
                <a:solidFill>
                  <a:srgbClr val="5E6E2E"/>
                </a:solidFill>
                <a:latin typeface="Calibri"/>
              </a:rPr>
              <a:t>▪  </a:t>
            </a:r>
            <a:r>
              <a:rPr sz="2400" b="0" dirty="0">
                <a:solidFill>
                  <a:srgbClr val="2E3517"/>
                </a:solidFill>
                <a:latin typeface="Calibri"/>
              </a:rPr>
              <a:t>Root-zone pH governs nutrient availability and EC reflects salinity and fertilizer load </a:t>
            </a:r>
            <a:r>
              <a:rPr lang="he-IL" sz="2400" b="0" dirty="0">
                <a:solidFill>
                  <a:srgbClr val="2E3517"/>
                </a:solidFill>
                <a:latin typeface="Calibri"/>
              </a:rPr>
              <a:t>- </a:t>
            </a:r>
            <a:r>
              <a:rPr sz="2400" b="0" dirty="0">
                <a:solidFill>
                  <a:srgbClr val="2E3517"/>
                </a:solidFill>
                <a:latin typeface="Calibri"/>
              </a:rPr>
              <a:t>both directly drive crop health and yield.</a:t>
            </a:r>
          </a:p>
          <a:p>
            <a:pPr algn="l">
              <a:lnSpc>
                <a:spcPct val="106000"/>
              </a:lnSpc>
              <a:spcBef>
                <a:spcPts val="0"/>
              </a:spcBef>
              <a:spcAft>
                <a:spcPts val="500"/>
              </a:spcAft>
            </a:pPr>
            <a:r>
              <a:rPr sz="2400" b="1" dirty="0">
                <a:solidFill>
                  <a:srgbClr val="5E6E2E"/>
                </a:solidFill>
                <a:latin typeface="Calibri"/>
              </a:rPr>
              <a:t>▪  </a:t>
            </a:r>
            <a:r>
              <a:rPr sz="2400" b="0" dirty="0">
                <a:solidFill>
                  <a:srgbClr val="2E3517"/>
                </a:solidFill>
                <a:latin typeface="Calibri"/>
              </a:rPr>
              <a:t>Manual laboratory pH/EC samples are accurate but sparse, slow and reactive, leaving long blind gaps between measurements.</a:t>
            </a:r>
          </a:p>
          <a:p>
            <a:pPr algn="l">
              <a:lnSpc>
                <a:spcPct val="106000"/>
              </a:lnSpc>
              <a:spcBef>
                <a:spcPts val="0"/>
              </a:spcBef>
              <a:spcAft>
                <a:spcPts val="500"/>
              </a:spcAft>
            </a:pPr>
            <a:r>
              <a:rPr sz="2400" b="1" dirty="0">
                <a:solidFill>
                  <a:srgbClr val="5E6E2E"/>
                </a:solidFill>
                <a:latin typeface="Calibri"/>
              </a:rPr>
              <a:t>▪  </a:t>
            </a:r>
            <a:r>
              <a:rPr sz="2400" b="0" dirty="0">
                <a:solidFill>
                  <a:srgbClr val="2E3517"/>
                </a:solidFill>
                <a:latin typeface="Calibri"/>
              </a:rPr>
              <a:t>Continuous probes drift, need frequent calibration and sample only a single point of the root zone.</a:t>
            </a:r>
          </a:p>
          <a:p>
            <a:pPr algn="l">
              <a:lnSpc>
                <a:spcPct val="106000"/>
              </a:lnSpc>
              <a:spcBef>
                <a:spcPts val="0"/>
              </a:spcBef>
              <a:spcAft>
                <a:spcPts val="500"/>
              </a:spcAft>
            </a:pPr>
            <a:r>
              <a:rPr sz="2400" b="1" dirty="0">
                <a:solidFill>
                  <a:srgbClr val="5E6E2E"/>
                </a:solidFill>
                <a:latin typeface="Calibri"/>
              </a:rPr>
              <a:t>▪  </a:t>
            </a:r>
            <a:r>
              <a:rPr sz="2400" b="0" dirty="0">
                <a:solidFill>
                  <a:srgbClr val="2E3517"/>
                </a:solidFill>
                <a:latin typeface="Calibri"/>
              </a:rPr>
              <a:t>A machine-learning soft sensor fills these gaps, enabling proactive irrigation and fertigation decisions.</a:t>
            </a:r>
          </a:p>
        </p:txBody>
      </p:sp>
      <p:sp>
        <p:nvSpPr>
          <p:cNvPr id="12" name="Rounded Rectangle 11"/>
          <p:cNvSpPr/>
          <p:nvPr/>
        </p:nvSpPr>
        <p:spPr>
          <a:xfrm>
            <a:off x="648000" y="8278200"/>
            <a:ext cx="11664000" cy="3384000"/>
          </a:xfrm>
          <a:prstGeom prst="roundRect">
            <a:avLst>
              <a:gd name="adj" fmla="val 3500"/>
            </a:avLst>
          </a:prstGeom>
          <a:solidFill>
            <a:srgbClr val="FCFCF7"/>
          </a:solidFill>
          <a:ln w="15875">
            <a:solidFill>
              <a:srgbClr val="A5B59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917999" y="8530200"/>
            <a:ext cx="612000" cy="612000"/>
          </a:xfrm>
          <a:prstGeom prst="roundRect">
            <a:avLst>
              <a:gd name="adj" fmla="val 22000"/>
            </a:avLst>
          </a:prstGeom>
          <a:solidFill>
            <a:srgbClr val="E0A82E"/>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lnSpc>
                <a:spcPct val="105000"/>
              </a:lnSpc>
              <a:spcBef>
                <a:spcPts val="0"/>
              </a:spcBef>
              <a:spcAft>
                <a:spcPts val="0"/>
              </a:spcAft>
            </a:pPr>
            <a:r>
              <a:rPr sz="3600" b="1" i="0">
                <a:solidFill>
                  <a:srgbClr val="FFFFFF"/>
                </a:solidFill>
                <a:latin typeface="Calibri"/>
              </a:rPr>
              <a:t>02</a:t>
            </a:r>
          </a:p>
        </p:txBody>
      </p:sp>
      <p:sp>
        <p:nvSpPr>
          <p:cNvPr id="14" name="TextBox 13"/>
          <p:cNvSpPr txBox="1"/>
          <p:nvPr/>
        </p:nvSpPr>
        <p:spPr>
          <a:xfrm>
            <a:off x="1674000" y="8521050"/>
            <a:ext cx="10440000" cy="626701"/>
          </a:xfrm>
          <a:prstGeom prst="rect">
            <a:avLst/>
          </a:prstGeom>
          <a:noFill/>
        </p:spPr>
        <p:txBody>
          <a:bodyPr wrap="square" lIns="36000" tIns="36000" rIns="36000" bIns="36000" anchor="ctr">
            <a:spAutoFit/>
          </a:bodyPr>
          <a:lstStyle/>
          <a:p>
            <a:pPr algn="l">
              <a:lnSpc>
                <a:spcPct val="100000"/>
              </a:lnSpc>
              <a:spcBef>
                <a:spcPts val="0"/>
              </a:spcBef>
              <a:spcAft>
                <a:spcPts val="0"/>
              </a:spcAft>
            </a:pPr>
            <a:r>
              <a:rPr sz="3600" b="1" i="0">
                <a:solidFill>
                  <a:srgbClr val="3D4A1F"/>
                </a:solidFill>
                <a:latin typeface="Calibri"/>
              </a:rPr>
              <a:t>Project Goal</a:t>
            </a:r>
          </a:p>
        </p:txBody>
      </p:sp>
      <p:sp>
        <p:nvSpPr>
          <p:cNvPr id="15" name="Rectangle 14"/>
          <p:cNvSpPr/>
          <p:nvPr/>
        </p:nvSpPr>
        <p:spPr>
          <a:xfrm>
            <a:off x="936000" y="9221400"/>
            <a:ext cx="11087999" cy="16200"/>
          </a:xfrm>
          <a:prstGeom prst="rect">
            <a:avLst/>
          </a:prstGeom>
          <a:solidFill>
            <a:srgbClr val="A5B5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54000" y="9343888"/>
            <a:ext cx="11160000" cy="1699110"/>
          </a:xfrm>
          <a:prstGeom prst="rect">
            <a:avLst/>
          </a:prstGeom>
          <a:noFill/>
        </p:spPr>
        <p:txBody>
          <a:bodyPr wrap="square" lIns="36000" tIns="36000" rIns="36000" bIns="36000" anchor="t">
            <a:spAutoFit/>
          </a:bodyPr>
          <a:lstStyle/>
          <a:p>
            <a:pPr algn="l">
              <a:lnSpc>
                <a:spcPct val="106000"/>
              </a:lnSpc>
              <a:spcBef>
                <a:spcPts val="0"/>
              </a:spcBef>
              <a:spcAft>
                <a:spcPts val="600"/>
              </a:spcAft>
            </a:pPr>
            <a:r>
              <a:rPr sz="2400" b="1" dirty="0">
                <a:solidFill>
                  <a:srgbClr val="5E6E2E"/>
                </a:solidFill>
                <a:latin typeface="Calibri"/>
              </a:rPr>
              <a:t>▪  </a:t>
            </a:r>
            <a:r>
              <a:rPr sz="2400" b="0" dirty="0">
                <a:solidFill>
                  <a:srgbClr val="2E3517"/>
                </a:solidFill>
                <a:latin typeface="Calibri"/>
              </a:rPr>
              <a:t>Build a machine-learning soft sensor that continuously estimates root-zone pH and EC between sparse manual lab samples.</a:t>
            </a:r>
          </a:p>
          <a:p>
            <a:pPr algn="l">
              <a:lnSpc>
                <a:spcPct val="106000"/>
              </a:lnSpc>
              <a:spcBef>
                <a:spcPts val="0"/>
              </a:spcBef>
              <a:spcAft>
                <a:spcPts val="600"/>
              </a:spcAft>
            </a:pPr>
            <a:r>
              <a:rPr sz="2400" b="1" dirty="0">
                <a:solidFill>
                  <a:srgbClr val="5E6E2E"/>
                </a:solidFill>
                <a:latin typeface="Calibri"/>
              </a:rPr>
              <a:t>▪  </a:t>
            </a:r>
            <a:r>
              <a:rPr sz="2400" b="0" dirty="0">
                <a:solidFill>
                  <a:srgbClr val="2E3517"/>
                </a:solidFill>
                <a:latin typeface="Calibri"/>
              </a:rPr>
              <a:t>Deliver reliable interpolated values so growers act on pH or salinity drift early </a:t>
            </a:r>
            <a:r>
              <a:rPr lang="he-IL" sz="2400" b="0" dirty="0">
                <a:solidFill>
                  <a:srgbClr val="2E3517"/>
                </a:solidFill>
                <a:latin typeface="Calibri"/>
              </a:rPr>
              <a:t>-</a:t>
            </a:r>
            <a:r>
              <a:rPr sz="2400" b="0" dirty="0">
                <a:solidFill>
                  <a:srgbClr val="2E3517"/>
                </a:solidFill>
                <a:latin typeface="Calibri"/>
              </a:rPr>
              <a:t> supporting timely irrigation and fertigation and keeping the root zone in its optimal band.</a:t>
            </a:r>
          </a:p>
        </p:txBody>
      </p:sp>
      <p:sp>
        <p:nvSpPr>
          <p:cNvPr id="17" name="Rounded Rectangle 16"/>
          <p:cNvSpPr/>
          <p:nvPr/>
        </p:nvSpPr>
        <p:spPr>
          <a:xfrm>
            <a:off x="648000" y="11880000"/>
            <a:ext cx="11664000" cy="5256000"/>
          </a:xfrm>
          <a:prstGeom prst="roundRect">
            <a:avLst>
              <a:gd name="adj" fmla="val 3500"/>
            </a:avLst>
          </a:prstGeom>
          <a:solidFill>
            <a:srgbClr val="FCFCF7"/>
          </a:solidFill>
          <a:ln w="15875">
            <a:solidFill>
              <a:srgbClr val="A5B59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917999" y="12131999"/>
            <a:ext cx="612000" cy="612000"/>
          </a:xfrm>
          <a:prstGeom prst="roundRect">
            <a:avLst>
              <a:gd name="adj" fmla="val 22000"/>
            </a:avLst>
          </a:prstGeom>
          <a:solidFill>
            <a:srgbClr val="E0A82E"/>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lnSpc>
                <a:spcPct val="105000"/>
              </a:lnSpc>
              <a:spcBef>
                <a:spcPts val="0"/>
              </a:spcBef>
              <a:spcAft>
                <a:spcPts val="0"/>
              </a:spcAft>
            </a:pPr>
            <a:r>
              <a:rPr sz="3600" b="1" i="0">
                <a:solidFill>
                  <a:srgbClr val="FFFFFF"/>
                </a:solidFill>
                <a:latin typeface="Calibri"/>
              </a:rPr>
              <a:t>03</a:t>
            </a:r>
          </a:p>
        </p:txBody>
      </p:sp>
      <p:sp>
        <p:nvSpPr>
          <p:cNvPr id="19" name="TextBox 18"/>
          <p:cNvSpPr txBox="1"/>
          <p:nvPr/>
        </p:nvSpPr>
        <p:spPr>
          <a:xfrm>
            <a:off x="1674000" y="12122850"/>
            <a:ext cx="10440000" cy="626701"/>
          </a:xfrm>
          <a:prstGeom prst="rect">
            <a:avLst/>
          </a:prstGeom>
          <a:noFill/>
        </p:spPr>
        <p:txBody>
          <a:bodyPr wrap="square" lIns="36000" tIns="36000" rIns="36000" bIns="36000" anchor="ctr">
            <a:spAutoFit/>
          </a:bodyPr>
          <a:lstStyle/>
          <a:p>
            <a:pPr algn="l">
              <a:lnSpc>
                <a:spcPct val="100000"/>
              </a:lnSpc>
              <a:spcBef>
                <a:spcPts val="0"/>
              </a:spcBef>
              <a:spcAft>
                <a:spcPts val="0"/>
              </a:spcAft>
            </a:pPr>
            <a:r>
              <a:rPr sz="3600" b="1" i="0">
                <a:solidFill>
                  <a:srgbClr val="3D4A1F"/>
                </a:solidFill>
                <a:latin typeface="Calibri"/>
              </a:rPr>
              <a:t>Data</a:t>
            </a:r>
          </a:p>
        </p:txBody>
      </p:sp>
      <p:sp>
        <p:nvSpPr>
          <p:cNvPr id="20" name="Rectangle 19"/>
          <p:cNvSpPr/>
          <p:nvPr/>
        </p:nvSpPr>
        <p:spPr>
          <a:xfrm>
            <a:off x="936000" y="12823200"/>
            <a:ext cx="11087999" cy="16200"/>
          </a:xfrm>
          <a:prstGeom prst="rect">
            <a:avLst/>
          </a:prstGeom>
          <a:solidFill>
            <a:srgbClr val="A5B5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954000" y="12941999"/>
            <a:ext cx="3564000" cy="1224000"/>
          </a:xfrm>
          <a:prstGeom prst="roundRect">
            <a:avLst>
              <a:gd name="adj" fmla="val 10000"/>
            </a:avLst>
          </a:prstGeom>
          <a:solidFill>
            <a:srgbClr val="C9D4B5"/>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18000" rIns="18000" bIns="18000" rtlCol="0" anchor="ctr"/>
          <a:lstStyle/>
          <a:p>
            <a:pPr algn="ctr">
              <a:lnSpc>
                <a:spcPct val="95000"/>
              </a:lnSpc>
              <a:spcBef>
                <a:spcPts val="0"/>
              </a:spcBef>
              <a:spcAft>
                <a:spcPts val="0"/>
              </a:spcAft>
            </a:pPr>
            <a:r>
              <a:rPr sz="4400" b="1" i="0" dirty="0">
                <a:solidFill>
                  <a:srgbClr val="3D4A1F"/>
                </a:solidFill>
                <a:latin typeface="Calibri"/>
              </a:rPr>
              <a:t>16,682</a:t>
            </a:r>
          </a:p>
          <a:p>
            <a:pPr algn="ctr">
              <a:lnSpc>
                <a:spcPct val="95000"/>
              </a:lnSpc>
              <a:spcBef>
                <a:spcPts val="200"/>
              </a:spcBef>
              <a:spcAft>
                <a:spcPts val="0"/>
              </a:spcAft>
            </a:pPr>
            <a:r>
              <a:rPr sz="2400" b="1" i="0" dirty="0">
                <a:solidFill>
                  <a:srgbClr val="2E3517"/>
                </a:solidFill>
                <a:latin typeface="Calibri"/>
              </a:rPr>
              <a:t>10-min rows</a:t>
            </a:r>
          </a:p>
        </p:txBody>
      </p:sp>
      <p:sp>
        <p:nvSpPr>
          <p:cNvPr id="22" name="Rounded Rectangle 21"/>
          <p:cNvSpPr/>
          <p:nvPr/>
        </p:nvSpPr>
        <p:spPr>
          <a:xfrm>
            <a:off x="4698000" y="12941999"/>
            <a:ext cx="3564000" cy="1224000"/>
          </a:xfrm>
          <a:prstGeom prst="roundRect">
            <a:avLst>
              <a:gd name="adj" fmla="val 10000"/>
            </a:avLst>
          </a:prstGeom>
          <a:solidFill>
            <a:srgbClr val="C9D4B5"/>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18000" rIns="18000" bIns="18000" rtlCol="0" anchor="ctr"/>
          <a:lstStyle/>
          <a:p>
            <a:pPr algn="ctr">
              <a:lnSpc>
                <a:spcPct val="95000"/>
              </a:lnSpc>
              <a:spcBef>
                <a:spcPts val="0"/>
              </a:spcBef>
              <a:spcAft>
                <a:spcPts val="0"/>
              </a:spcAft>
            </a:pPr>
            <a:r>
              <a:rPr sz="4400" b="1" i="0" dirty="0">
                <a:solidFill>
                  <a:srgbClr val="3D4A1F"/>
                </a:solidFill>
                <a:latin typeface="Calibri"/>
              </a:rPr>
              <a:t>109</a:t>
            </a:r>
          </a:p>
          <a:p>
            <a:pPr algn="ctr">
              <a:lnSpc>
                <a:spcPct val="95000"/>
              </a:lnSpc>
              <a:spcBef>
                <a:spcPts val="200"/>
              </a:spcBef>
              <a:spcAft>
                <a:spcPts val="0"/>
              </a:spcAft>
            </a:pPr>
            <a:r>
              <a:rPr sz="2400" b="1" i="0" dirty="0">
                <a:solidFill>
                  <a:srgbClr val="2E3517"/>
                </a:solidFill>
                <a:latin typeface="Calibri"/>
              </a:rPr>
              <a:t>pH / EC labels</a:t>
            </a:r>
          </a:p>
        </p:txBody>
      </p:sp>
      <p:sp>
        <p:nvSpPr>
          <p:cNvPr id="23" name="Rounded Rectangle 22"/>
          <p:cNvSpPr/>
          <p:nvPr/>
        </p:nvSpPr>
        <p:spPr>
          <a:xfrm>
            <a:off x="8442000" y="12941999"/>
            <a:ext cx="3564000" cy="1224000"/>
          </a:xfrm>
          <a:prstGeom prst="roundRect">
            <a:avLst>
              <a:gd name="adj" fmla="val 10000"/>
            </a:avLst>
          </a:prstGeom>
          <a:solidFill>
            <a:srgbClr val="C9D4B5"/>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18000" rIns="18000" bIns="18000" rtlCol="0" anchor="ctr"/>
          <a:lstStyle/>
          <a:p>
            <a:pPr algn="ctr">
              <a:lnSpc>
                <a:spcPct val="95000"/>
              </a:lnSpc>
              <a:spcBef>
                <a:spcPts val="0"/>
              </a:spcBef>
              <a:spcAft>
                <a:spcPts val="0"/>
              </a:spcAft>
            </a:pPr>
            <a:r>
              <a:rPr sz="4400" b="1" i="0" dirty="0">
                <a:solidFill>
                  <a:srgbClr val="3D4A1F"/>
                </a:solidFill>
                <a:latin typeface="Calibri"/>
              </a:rPr>
              <a:t>20</a:t>
            </a:r>
          </a:p>
          <a:p>
            <a:pPr algn="ctr">
              <a:lnSpc>
                <a:spcPct val="95000"/>
              </a:lnSpc>
              <a:spcBef>
                <a:spcPts val="200"/>
              </a:spcBef>
              <a:spcAft>
                <a:spcPts val="0"/>
              </a:spcAft>
            </a:pPr>
            <a:r>
              <a:rPr sz="2400" b="1" i="0" dirty="0">
                <a:solidFill>
                  <a:srgbClr val="2E3517"/>
                </a:solidFill>
                <a:latin typeface="Calibri"/>
              </a:rPr>
              <a:t>input features</a:t>
            </a:r>
          </a:p>
        </p:txBody>
      </p:sp>
      <p:sp>
        <p:nvSpPr>
          <p:cNvPr id="24" name="TextBox 23"/>
          <p:cNvSpPr txBox="1"/>
          <p:nvPr/>
        </p:nvSpPr>
        <p:spPr>
          <a:xfrm>
            <a:off x="954000" y="14381999"/>
            <a:ext cx="11052000" cy="2664000"/>
          </a:xfrm>
          <a:prstGeom prst="rect">
            <a:avLst/>
          </a:prstGeom>
          <a:noFill/>
        </p:spPr>
        <p:txBody>
          <a:bodyPr wrap="square" lIns="36000" tIns="36000" rIns="36000" bIns="36000" anchor="t">
            <a:spAutoFit/>
          </a:bodyPr>
          <a:lstStyle/>
          <a:p>
            <a:pPr algn="l">
              <a:lnSpc>
                <a:spcPct val="106000"/>
              </a:lnSpc>
              <a:spcBef>
                <a:spcPts val="0"/>
              </a:spcBef>
              <a:spcAft>
                <a:spcPts val="400"/>
              </a:spcAft>
            </a:pPr>
            <a:r>
              <a:rPr sz="2400" b="1" dirty="0">
                <a:solidFill>
                  <a:srgbClr val="5E6E2E"/>
                </a:solidFill>
                <a:latin typeface="Calibri"/>
              </a:rPr>
              <a:t>▪  </a:t>
            </a:r>
            <a:r>
              <a:rPr sz="2400" b="0" dirty="0">
                <a:solidFill>
                  <a:srgbClr val="2E3517"/>
                </a:solidFill>
                <a:latin typeface="Calibri"/>
              </a:rPr>
              <a:t>Unified 10-minute master dataset · May 29 – Sep 21 2025.</a:t>
            </a:r>
          </a:p>
          <a:p>
            <a:pPr algn="l">
              <a:lnSpc>
                <a:spcPct val="106000"/>
              </a:lnSpc>
              <a:spcBef>
                <a:spcPts val="0"/>
              </a:spcBef>
              <a:spcAft>
                <a:spcPts val="400"/>
              </a:spcAft>
            </a:pPr>
            <a:r>
              <a:rPr sz="2400" b="1" dirty="0">
                <a:solidFill>
                  <a:srgbClr val="5E6E2E"/>
                </a:solidFill>
                <a:latin typeface="Calibri"/>
              </a:rPr>
              <a:t>▪  </a:t>
            </a:r>
            <a:r>
              <a:rPr sz="2400" b="0" dirty="0">
                <a:solidFill>
                  <a:srgbClr val="2E3517"/>
                </a:solidFill>
                <a:latin typeface="Calibri"/>
              </a:rPr>
              <a:t>External weather &amp; solar radiation (open-field station).</a:t>
            </a:r>
          </a:p>
          <a:p>
            <a:pPr algn="l">
              <a:lnSpc>
                <a:spcPct val="106000"/>
              </a:lnSpc>
              <a:spcBef>
                <a:spcPts val="0"/>
              </a:spcBef>
              <a:spcAft>
                <a:spcPts val="400"/>
              </a:spcAft>
            </a:pPr>
            <a:r>
              <a:rPr sz="2400" b="1" dirty="0">
                <a:solidFill>
                  <a:srgbClr val="5E6E2E"/>
                </a:solidFill>
                <a:latin typeface="Calibri"/>
              </a:rPr>
              <a:t>▪  </a:t>
            </a:r>
            <a:r>
              <a:rPr sz="2400" b="0" dirty="0">
                <a:solidFill>
                  <a:srgbClr val="2E3517"/>
                </a:solidFill>
                <a:latin typeface="Calibri"/>
              </a:rPr>
              <a:t>Greenhouse climate </a:t>
            </a:r>
            <a:r>
              <a:rPr lang="he-IL" sz="2400" b="0" dirty="0">
                <a:solidFill>
                  <a:srgbClr val="2E3517"/>
                </a:solidFill>
                <a:latin typeface="Calibri"/>
              </a:rPr>
              <a:t>-</a:t>
            </a:r>
            <a:r>
              <a:rPr sz="2400" b="0" dirty="0">
                <a:solidFill>
                  <a:srgbClr val="2E3517"/>
                </a:solidFill>
                <a:latin typeface="Calibri"/>
              </a:rPr>
              <a:t> air temperature, RH, radiation, ET₀.</a:t>
            </a:r>
          </a:p>
          <a:p>
            <a:pPr algn="l">
              <a:lnSpc>
                <a:spcPct val="106000"/>
              </a:lnSpc>
              <a:spcBef>
                <a:spcPts val="0"/>
              </a:spcBef>
              <a:spcAft>
                <a:spcPts val="400"/>
              </a:spcAft>
            </a:pPr>
            <a:r>
              <a:rPr sz="2400" b="1" dirty="0">
                <a:solidFill>
                  <a:srgbClr val="5E6E2E"/>
                </a:solidFill>
                <a:latin typeface="Calibri"/>
              </a:rPr>
              <a:t>▪  </a:t>
            </a:r>
            <a:r>
              <a:rPr sz="2400" b="0" dirty="0">
                <a:solidFill>
                  <a:srgbClr val="2E3517"/>
                </a:solidFill>
                <a:latin typeface="Calibri"/>
              </a:rPr>
              <a:t>Irrigation &amp; fertigation </a:t>
            </a:r>
            <a:r>
              <a:rPr lang="he-IL" sz="2400" b="0" dirty="0">
                <a:solidFill>
                  <a:srgbClr val="2E3517"/>
                </a:solidFill>
                <a:latin typeface="Calibri"/>
              </a:rPr>
              <a:t>-</a:t>
            </a:r>
            <a:r>
              <a:rPr sz="2400" b="0" dirty="0">
                <a:solidFill>
                  <a:srgbClr val="2E3517"/>
                </a:solidFill>
                <a:latin typeface="Calibri"/>
              </a:rPr>
              <a:t> volumes, EC, acid dosing.</a:t>
            </a:r>
          </a:p>
          <a:p>
            <a:pPr algn="l">
              <a:lnSpc>
                <a:spcPct val="106000"/>
              </a:lnSpc>
              <a:spcBef>
                <a:spcPts val="0"/>
              </a:spcBef>
              <a:spcAft>
                <a:spcPts val="400"/>
              </a:spcAft>
            </a:pPr>
            <a:r>
              <a:rPr sz="2400" b="1" dirty="0">
                <a:solidFill>
                  <a:srgbClr val="5E6E2E"/>
                </a:solidFill>
                <a:latin typeface="Calibri"/>
              </a:rPr>
              <a:t>▪  </a:t>
            </a:r>
            <a:r>
              <a:rPr sz="2400" b="0" dirty="0">
                <a:solidFill>
                  <a:srgbClr val="2E3517"/>
                </a:solidFill>
                <a:latin typeface="Calibri"/>
              </a:rPr>
              <a:t>Crop-state / canopy features </a:t>
            </a:r>
            <a:r>
              <a:rPr lang="he-IL" sz="2400" b="0" dirty="0">
                <a:solidFill>
                  <a:srgbClr val="2E3517"/>
                </a:solidFill>
                <a:latin typeface="Calibri"/>
              </a:rPr>
              <a:t>-</a:t>
            </a:r>
            <a:r>
              <a:rPr sz="2400" b="0" dirty="0">
                <a:solidFill>
                  <a:srgbClr val="2E3517"/>
                </a:solidFill>
                <a:latin typeface="Calibri"/>
              </a:rPr>
              <a:t> growth stage, canopy load.</a:t>
            </a:r>
          </a:p>
          <a:p>
            <a:pPr algn="l">
              <a:lnSpc>
                <a:spcPct val="106000"/>
              </a:lnSpc>
              <a:spcBef>
                <a:spcPts val="0"/>
              </a:spcBef>
              <a:spcAft>
                <a:spcPts val="400"/>
              </a:spcAft>
            </a:pPr>
            <a:r>
              <a:rPr sz="2400" b="1" dirty="0">
                <a:solidFill>
                  <a:srgbClr val="5E6E2E"/>
                </a:solidFill>
                <a:latin typeface="Calibri"/>
              </a:rPr>
              <a:t>▪  </a:t>
            </a:r>
            <a:r>
              <a:rPr sz="2400" b="0" dirty="0">
                <a:solidFill>
                  <a:srgbClr val="2E3517"/>
                </a:solidFill>
                <a:latin typeface="Calibri"/>
              </a:rPr>
              <a:t>Manual laboratory pH &amp; EC </a:t>
            </a:r>
            <a:r>
              <a:rPr lang="he-IL" sz="2400" b="0" dirty="0">
                <a:solidFill>
                  <a:srgbClr val="2E3517"/>
                </a:solidFill>
                <a:latin typeface="Calibri"/>
              </a:rPr>
              <a:t>-</a:t>
            </a:r>
            <a:r>
              <a:rPr sz="2400" b="0" dirty="0">
                <a:solidFill>
                  <a:srgbClr val="2E3517"/>
                </a:solidFill>
                <a:latin typeface="Calibri"/>
              </a:rPr>
              <a:t> sparse target labels.</a:t>
            </a:r>
          </a:p>
        </p:txBody>
      </p:sp>
      <p:sp>
        <p:nvSpPr>
          <p:cNvPr id="25" name="Rounded Rectangle 24"/>
          <p:cNvSpPr/>
          <p:nvPr/>
        </p:nvSpPr>
        <p:spPr>
          <a:xfrm>
            <a:off x="648000" y="17353799"/>
            <a:ext cx="11664000" cy="7200000"/>
          </a:xfrm>
          <a:prstGeom prst="roundRect">
            <a:avLst>
              <a:gd name="adj" fmla="val 3500"/>
            </a:avLst>
          </a:prstGeom>
          <a:solidFill>
            <a:srgbClr val="FCFCF7"/>
          </a:solidFill>
          <a:ln w="15875">
            <a:solidFill>
              <a:srgbClr val="A5B59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ounded Rectangle 25"/>
          <p:cNvSpPr/>
          <p:nvPr/>
        </p:nvSpPr>
        <p:spPr>
          <a:xfrm>
            <a:off x="917999" y="17605800"/>
            <a:ext cx="612000" cy="612000"/>
          </a:xfrm>
          <a:prstGeom prst="roundRect">
            <a:avLst>
              <a:gd name="adj" fmla="val 22000"/>
            </a:avLst>
          </a:prstGeom>
          <a:solidFill>
            <a:srgbClr val="E0A82E"/>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lnSpc>
                <a:spcPct val="105000"/>
              </a:lnSpc>
              <a:spcBef>
                <a:spcPts val="0"/>
              </a:spcBef>
              <a:spcAft>
                <a:spcPts val="0"/>
              </a:spcAft>
            </a:pPr>
            <a:r>
              <a:rPr sz="3600" b="1" i="0">
                <a:solidFill>
                  <a:srgbClr val="FFFFFF"/>
                </a:solidFill>
                <a:latin typeface="Calibri"/>
              </a:rPr>
              <a:t>04</a:t>
            </a:r>
          </a:p>
        </p:txBody>
      </p:sp>
      <p:sp>
        <p:nvSpPr>
          <p:cNvPr id="27" name="TextBox 26"/>
          <p:cNvSpPr txBox="1"/>
          <p:nvPr/>
        </p:nvSpPr>
        <p:spPr>
          <a:xfrm>
            <a:off x="1674000" y="17596649"/>
            <a:ext cx="10440000" cy="626701"/>
          </a:xfrm>
          <a:prstGeom prst="rect">
            <a:avLst/>
          </a:prstGeom>
          <a:noFill/>
        </p:spPr>
        <p:txBody>
          <a:bodyPr wrap="square" lIns="36000" tIns="36000" rIns="36000" bIns="36000" anchor="ctr">
            <a:spAutoFit/>
          </a:bodyPr>
          <a:lstStyle/>
          <a:p>
            <a:pPr algn="l">
              <a:lnSpc>
                <a:spcPct val="100000"/>
              </a:lnSpc>
              <a:spcBef>
                <a:spcPts val="0"/>
              </a:spcBef>
              <a:spcAft>
                <a:spcPts val="0"/>
              </a:spcAft>
            </a:pPr>
            <a:r>
              <a:rPr sz="3600" b="1" i="0">
                <a:solidFill>
                  <a:srgbClr val="3D4A1F"/>
                </a:solidFill>
                <a:latin typeface="Calibri"/>
              </a:rPr>
              <a:t>Method</a:t>
            </a:r>
          </a:p>
        </p:txBody>
      </p:sp>
      <p:sp>
        <p:nvSpPr>
          <p:cNvPr id="28" name="Rectangle 27"/>
          <p:cNvSpPr/>
          <p:nvPr/>
        </p:nvSpPr>
        <p:spPr>
          <a:xfrm>
            <a:off x="936000" y="18296999"/>
            <a:ext cx="11087999" cy="16200"/>
          </a:xfrm>
          <a:prstGeom prst="rect">
            <a:avLst/>
          </a:prstGeom>
          <a:solidFill>
            <a:srgbClr val="A5B5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954000" y="18415800"/>
            <a:ext cx="11052000" cy="1307593"/>
          </a:xfrm>
          <a:prstGeom prst="rect">
            <a:avLst/>
          </a:prstGeom>
          <a:noFill/>
        </p:spPr>
        <p:txBody>
          <a:bodyPr wrap="square" lIns="36000" tIns="36000" rIns="36000" bIns="36000" anchor="t">
            <a:spAutoFit/>
          </a:bodyPr>
          <a:lstStyle/>
          <a:p>
            <a:pPr algn="l">
              <a:lnSpc>
                <a:spcPct val="106000"/>
              </a:lnSpc>
              <a:spcBef>
                <a:spcPts val="0"/>
              </a:spcBef>
              <a:spcAft>
                <a:spcPts val="600"/>
              </a:spcAft>
            </a:pPr>
            <a:r>
              <a:rPr sz="2400" b="1" dirty="0">
                <a:solidFill>
                  <a:srgbClr val="5E6E2E"/>
                </a:solidFill>
                <a:latin typeface="Calibri"/>
              </a:rPr>
              <a:t>▪  </a:t>
            </a:r>
            <a:r>
              <a:rPr sz="2400" b="0" dirty="0">
                <a:solidFill>
                  <a:srgbClr val="2E3517"/>
                </a:solidFill>
                <a:latin typeface="Calibri"/>
              </a:rPr>
              <a:t>Two-stage soft sensor </a:t>
            </a:r>
            <a:r>
              <a:rPr lang="he-IL" sz="2400" b="0" dirty="0">
                <a:solidFill>
                  <a:srgbClr val="2E3517"/>
                </a:solidFill>
                <a:latin typeface="Calibri"/>
              </a:rPr>
              <a:t>-</a:t>
            </a:r>
            <a:r>
              <a:rPr sz="2400" b="0" dirty="0">
                <a:solidFill>
                  <a:srgbClr val="2E3517"/>
                </a:solidFill>
                <a:latin typeface="Calibri"/>
              </a:rPr>
              <a:t> Stage 1 predicts greenhouse micro-climate from external weather; Stage 2 predicts root-zone pH &amp; EC.</a:t>
            </a:r>
          </a:p>
          <a:p>
            <a:pPr algn="l">
              <a:lnSpc>
                <a:spcPct val="106000"/>
              </a:lnSpc>
              <a:spcBef>
                <a:spcPts val="0"/>
              </a:spcBef>
              <a:spcAft>
                <a:spcPts val="600"/>
              </a:spcAft>
            </a:pPr>
            <a:r>
              <a:rPr sz="2400" b="1" dirty="0">
                <a:solidFill>
                  <a:srgbClr val="5E6E2E"/>
                </a:solidFill>
                <a:latin typeface="Calibri"/>
              </a:rPr>
              <a:t>▪  </a:t>
            </a:r>
            <a:r>
              <a:rPr sz="2400" b="0" dirty="0">
                <a:solidFill>
                  <a:srgbClr val="2E3517"/>
                </a:solidFill>
                <a:latin typeface="Calibri"/>
              </a:rPr>
              <a:t>Models the t₀→t₁ interval change rather than labelling every timestamp.</a:t>
            </a:r>
          </a:p>
        </p:txBody>
      </p:sp>
      <p:sp>
        <p:nvSpPr>
          <p:cNvPr id="31" name="Rounded Rectangle 30"/>
          <p:cNvSpPr/>
          <p:nvPr/>
        </p:nvSpPr>
        <p:spPr>
          <a:xfrm>
            <a:off x="648000" y="24767999"/>
            <a:ext cx="11664000" cy="10440000"/>
          </a:xfrm>
          <a:prstGeom prst="roundRect">
            <a:avLst>
              <a:gd name="adj" fmla="val 3500"/>
            </a:avLst>
          </a:prstGeom>
          <a:solidFill>
            <a:srgbClr val="FCFCF7"/>
          </a:solidFill>
          <a:ln w="15875">
            <a:solidFill>
              <a:srgbClr val="A5B59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ounded Rectangle 31"/>
          <p:cNvSpPr/>
          <p:nvPr/>
        </p:nvSpPr>
        <p:spPr>
          <a:xfrm>
            <a:off x="917999" y="25019999"/>
            <a:ext cx="612000" cy="612000"/>
          </a:xfrm>
          <a:prstGeom prst="roundRect">
            <a:avLst>
              <a:gd name="adj" fmla="val 22000"/>
            </a:avLst>
          </a:prstGeom>
          <a:solidFill>
            <a:srgbClr val="E0A82E"/>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lnSpc>
                <a:spcPct val="105000"/>
              </a:lnSpc>
              <a:spcBef>
                <a:spcPts val="0"/>
              </a:spcBef>
              <a:spcAft>
                <a:spcPts val="0"/>
              </a:spcAft>
            </a:pPr>
            <a:r>
              <a:rPr sz="3600" b="1" i="0">
                <a:solidFill>
                  <a:srgbClr val="FFFFFF"/>
                </a:solidFill>
                <a:latin typeface="Calibri"/>
              </a:rPr>
              <a:t>05</a:t>
            </a:r>
          </a:p>
        </p:txBody>
      </p:sp>
      <p:sp>
        <p:nvSpPr>
          <p:cNvPr id="33" name="TextBox 32"/>
          <p:cNvSpPr txBox="1"/>
          <p:nvPr/>
        </p:nvSpPr>
        <p:spPr>
          <a:xfrm>
            <a:off x="1674000" y="25010849"/>
            <a:ext cx="10440000" cy="626701"/>
          </a:xfrm>
          <a:prstGeom prst="rect">
            <a:avLst/>
          </a:prstGeom>
          <a:noFill/>
        </p:spPr>
        <p:txBody>
          <a:bodyPr wrap="square" lIns="36000" tIns="36000" rIns="36000" bIns="36000" anchor="ctr">
            <a:spAutoFit/>
          </a:bodyPr>
          <a:lstStyle/>
          <a:p>
            <a:pPr algn="l">
              <a:lnSpc>
                <a:spcPct val="100000"/>
              </a:lnSpc>
              <a:spcBef>
                <a:spcPts val="0"/>
              </a:spcBef>
              <a:spcAft>
                <a:spcPts val="0"/>
              </a:spcAft>
            </a:pPr>
            <a:r>
              <a:rPr sz="3600" b="1" i="0">
                <a:solidFill>
                  <a:srgbClr val="3D4A1F"/>
                </a:solidFill>
                <a:latin typeface="Calibri"/>
              </a:rPr>
              <a:t>Algorithms &amp; Model Choice</a:t>
            </a:r>
          </a:p>
        </p:txBody>
      </p:sp>
      <p:sp>
        <p:nvSpPr>
          <p:cNvPr id="34" name="Rectangle 33"/>
          <p:cNvSpPr/>
          <p:nvPr/>
        </p:nvSpPr>
        <p:spPr>
          <a:xfrm>
            <a:off x="936000" y="25711199"/>
            <a:ext cx="11087999" cy="16200"/>
          </a:xfrm>
          <a:prstGeom prst="rect">
            <a:avLst/>
          </a:prstGeom>
          <a:solidFill>
            <a:srgbClr val="A5B5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ounded Rectangle 34"/>
          <p:cNvSpPr/>
          <p:nvPr/>
        </p:nvSpPr>
        <p:spPr>
          <a:xfrm>
            <a:off x="954000" y="25920000"/>
            <a:ext cx="5418000" cy="3096000"/>
          </a:xfrm>
          <a:prstGeom prst="roundRect">
            <a:avLst>
              <a:gd name="adj" fmla="val 8000"/>
            </a:avLst>
          </a:prstGeom>
          <a:solidFill>
            <a:srgbClr val="FFFFFF"/>
          </a:solidFill>
          <a:ln w="12700">
            <a:solidFill>
              <a:srgbClr val="C9D4B5"/>
            </a:solidFill>
          </a:ln>
          <a:effectLst/>
        </p:spPr>
        <p:style>
          <a:lnRef idx="1">
            <a:schemeClr val="accent1"/>
          </a:lnRef>
          <a:fillRef idx="3">
            <a:schemeClr val="accent1"/>
          </a:fillRef>
          <a:effectRef idx="2">
            <a:schemeClr val="accent1"/>
          </a:effectRef>
          <a:fontRef idx="minor">
            <a:schemeClr val="lt1"/>
          </a:fontRef>
        </p:style>
        <p:txBody>
          <a:bodyPr wrap="square" lIns="72000" tIns="72000" rIns="72000" bIns="72000" rtlCol="0" anchor="ctr"/>
          <a:lstStyle/>
          <a:p>
            <a:pPr algn="l">
              <a:lnSpc>
                <a:spcPct val="100000"/>
              </a:lnSpc>
              <a:spcBef>
                <a:spcPts val="0"/>
              </a:spcBef>
              <a:spcAft>
                <a:spcPts val="300"/>
              </a:spcAft>
            </a:pPr>
            <a:r>
              <a:rPr sz="3000" b="1" dirty="0">
                <a:solidFill>
                  <a:srgbClr val="5E6E2E"/>
                </a:solidFill>
                <a:latin typeface="Calibri"/>
              </a:rPr>
              <a:t>Gradient Boosting</a:t>
            </a:r>
          </a:p>
          <a:p>
            <a:pPr algn="l">
              <a:lnSpc>
                <a:spcPct val="104000"/>
              </a:lnSpc>
              <a:spcBef>
                <a:spcPts val="0"/>
              </a:spcBef>
              <a:spcAft>
                <a:spcPts val="0"/>
              </a:spcAft>
            </a:pPr>
            <a:r>
              <a:rPr sz="2400" b="0" dirty="0">
                <a:solidFill>
                  <a:srgbClr val="2E3517"/>
                </a:solidFill>
                <a:latin typeface="Calibri"/>
              </a:rPr>
              <a:t>Performs well on tabular greenhouse data; captures nonlinear interactions between climate, irrigation, fertigation, crop state and previous pH/EC. Suited to the hybrid interpolation / extrapolation task.</a:t>
            </a:r>
          </a:p>
        </p:txBody>
      </p:sp>
      <p:sp>
        <p:nvSpPr>
          <p:cNvPr id="38" name="Rounded Rectangle 37"/>
          <p:cNvSpPr/>
          <p:nvPr/>
        </p:nvSpPr>
        <p:spPr>
          <a:xfrm>
            <a:off x="6588000" y="25920000"/>
            <a:ext cx="5418000" cy="3096000"/>
          </a:xfrm>
          <a:prstGeom prst="roundRect">
            <a:avLst>
              <a:gd name="adj" fmla="val 8000"/>
            </a:avLst>
          </a:prstGeom>
          <a:solidFill>
            <a:srgbClr val="FFFFFF"/>
          </a:solidFill>
          <a:ln w="12700">
            <a:solidFill>
              <a:srgbClr val="C9D4B5"/>
            </a:solidFill>
          </a:ln>
          <a:effectLst/>
        </p:spPr>
        <p:style>
          <a:lnRef idx="1">
            <a:schemeClr val="accent1"/>
          </a:lnRef>
          <a:fillRef idx="3">
            <a:schemeClr val="accent1"/>
          </a:fillRef>
          <a:effectRef idx="2">
            <a:schemeClr val="accent1"/>
          </a:effectRef>
          <a:fontRef idx="minor">
            <a:schemeClr val="lt1"/>
          </a:fontRef>
        </p:style>
        <p:txBody>
          <a:bodyPr wrap="square" lIns="72000" tIns="72000" rIns="72000" bIns="72000" rtlCol="0" anchor="t"/>
          <a:lstStyle/>
          <a:p>
            <a:pPr algn="l">
              <a:lnSpc>
                <a:spcPct val="100000"/>
              </a:lnSpc>
              <a:spcBef>
                <a:spcPts val="0"/>
              </a:spcBef>
              <a:spcAft>
                <a:spcPts val="300"/>
              </a:spcAft>
            </a:pPr>
            <a:r>
              <a:rPr sz="3000" b="1" dirty="0">
                <a:solidFill>
                  <a:srgbClr val="5E6E2E"/>
                </a:solidFill>
                <a:latin typeface="Calibri"/>
              </a:rPr>
              <a:t>Huber Regressor</a:t>
            </a:r>
          </a:p>
          <a:p>
            <a:pPr algn="l">
              <a:lnSpc>
                <a:spcPct val="104000"/>
              </a:lnSpc>
              <a:spcBef>
                <a:spcPts val="0"/>
              </a:spcBef>
              <a:spcAft>
                <a:spcPts val="0"/>
              </a:spcAft>
            </a:pPr>
            <a:r>
              <a:rPr sz="2400" b="0" dirty="0">
                <a:solidFill>
                  <a:srgbClr val="2E3517"/>
                </a:solidFill>
                <a:latin typeface="Calibri"/>
              </a:rPr>
              <a:t>Robust to outliers and the sharp changes caused by fertigation, acid injection or salinity shifts. A stable, complementary model that handles noisy and extreme target behavior.</a:t>
            </a:r>
          </a:p>
        </p:txBody>
      </p:sp>
      <p:sp>
        <p:nvSpPr>
          <p:cNvPr id="39" name="Rounded Rectangle 38"/>
          <p:cNvSpPr/>
          <p:nvPr/>
        </p:nvSpPr>
        <p:spPr>
          <a:xfrm>
            <a:off x="12887999" y="11148100"/>
            <a:ext cx="11664000" cy="7848000"/>
          </a:xfrm>
          <a:prstGeom prst="roundRect">
            <a:avLst>
              <a:gd name="adj" fmla="val 3500"/>
            </a:avLst>
          </a:prstGeom>
          <a:solidFill>
            <a:srgbClr val="FCFCF7"/>
          </a:solidFill>
          <a:ln w="15875">
            <a:solidFill>
              <a:srgbClr val="A5B59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Rounded Rectangle 39"/>
          <p:cNvSpPr/>
          <p:nvPr/>
        </p:nvSpPr>
        <p:spPr>
          <a:xfrm>
            <a:off x="13157999" y="11400100"/>
            <a:ext cx="612000" cy="612000"/>
          </a:xfrm>
          <a:prstGeom prst="roundRect">
            <a:avLst>
              <a:gd name="adj" fmla="val 22000"/>
            </a:avLst>
          </a:prstGeom>
          <a:solidFill>
            <a:srgbClr val="E0A82E"/>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lnSpc>
                <a:spcPct val="105000"/>
              </a:lnSpc>
              <a:spcBef>
                <a:spcPts val="0"/>
              </a:spcBef>
              <a:spcAft>
                <a:spcPts val="0"/>
              </a:spcAft>
            </a:pPr>
            <a:r>
              <a:rPr lang="he-IL" sz="3600" b="1" i="0" dirty="0">
                <a:solidFill>
                  <a:srgbClr val="FFFFFF"/>
                </a:solidFill>
                <a:latin typeface="Calibri"/>
              </a:rPr>
              <a:t>07</a:t>
            </a:r>
            <a:endParaRPr sz="3600" b="1" i="0" dirty="0">
              <a:solidFill>
                <a:srgbClr val="FFFFFF"/>
              </a:solidFill>
              <a:latin typeface="Calibri"/>
            </a:endParaRPr>
          </a:p>
        </p:txBody>
      </p:sp>
      <p:sp>
        <p:nvSpPr>
          <p:cNvPr id="41" name="TextBox 40"/>
          <p:cNvSpPr txBox="1"/>
          <p:nvPr/>
        </p:nvSpPr>
        <p:spPr>
          <a:xfrm>
            <a:off x="13914000" y="11390950"/>
            <a:ext cx="10440000" cy="626701"/>
          </a:xfrm>
          <a:prstGeom prst="rect">
            <a:avLst/>
          </a:prstGeom>
          <a:noFill/>
        </p:spPr>
        <p:txBody>
          <a:bodyPr wrap="square" lIns="36000" tIns="36000" rIns="36000" bIns="36000" anchor="ctr">
            <a:spAutoFit/>
          </a:bodyPr>
          <a:lstStyle/>
          <a:p>
            <a:pPr algn="l">
              <a:lnSpc>
                <a:spcPct val="100000"/>
              </a:lnSpc>
              <a:spcBef>
                <a:spcPts val="0"/>
              </a:spcBef>
              <a:spcAft>
                <a:spcPts val="0"/>
              </a:spcAft>
            </a:pPr>
            <a:r>
              <a:rPr sz="3600" b="1" i="0" dirty="0">
                <a:solidFill>
                  <a:srgbClr val="3D4A1F"/>
                </a:solidFill>
                <a:latin typeface="Calibri"/>
              </a:rPr>
              <a:t>Micro-Climate Model</a:t>
            </a:r>
            <a:r>
              <a:rPr lang="he-IL" sz="3600" b="1" i="0" dirty="0">
                <a:solidFill>
                  <a:srgbClr val="3D4A1F"/>
                </a:solidFill>
                <a:latin typeface="Calibri"/>
              </a:rPr>
              <a:t> </a:t>
            </a:r>
            <a:r>
              <a:rPr lang="en-US" sz="3600" b="1" dirty="0">
                <a:solidFill>
                  <a:srgbClr val="3D4A1F"/>
                </a:solidFill>
                <a:latin typeface="Calibri"/>
              </a:rPr>
              <a:t>Results</a:t>
            </a:r>
            <a:endParaRPr sz="3600" b="1" i="0" dirty="0">
              <a:solidFill>
                <a:srgbClr val="3D4A1F"/>
              </a:solidFill>
              <a:latin typeface="Calibri"/>
            </a:endParaRPr>
          </a:p>
        </p:txBody>
      </p:sp>
      <p:sp>
        <p:nvSpPr>
          <p:cNvPr id="42" name="Rectangle 41"/>
          <p:cNvSpPr/>
          <p:nvPr/>
        </p:nvSpPr>
        <p:spPr>
          <a:xfrm>
            <a:off x="13175999" y="12091300"/>
            <a:ext cx="11087999" cy="16200"/>
          </a:xfrm>
          <a:prstGeom prst="rect">
            <a:avLst/>
          </a:prstGeom>
          <a:solidFill>
            <a:srgbClr val="A5B5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13194000" y="12210100"/>
            <a:ext cx="11052000" cy="1320417"/>
          </a:xfrm>
          <a:prstGeom prst="rect">
            <a:avLst/>
          </a:prstGeom>
          <a:noFill/>
        </p:spPr>
        <p:txBody>
          <a:bodyPr wrap="square" lIns="36000" tIns="36000" rIns="36000" bIns="36000" anchor="t">
            <a:spAutoFit/>
          </a:bodyPr>
          <a:lstStyle/>
          <a:p>
            <a:pPr algn="l">
              <a:lnSpc>
                <a:spcPct val="106000"/>
              </a:lnSpc>
              <a:spcBef>
                <a:spcPts val="0"/>
              </a:spcBef>
              <a:spcAft>
                <a:spcPts val="700"/>
              </a:spcAft>
            </a:pPr>
            <a:r>
              <a:rPr sz="2400" b="1" i="0" dirty="0">
                <a:solidFill>
                  <a:srgbClr val="5E6E2E"/>
                </a:solidFill>
                <a:latin typeface="Calibri"/>
              </a:rPr>
              <a:t>▪  </a:t>
            </a:r>
            <a:r>
              <a:rPr sz="2400" b="0" i="0" dirty="0">
                <a:solidFill>
                  <a:srgbClr val="2E3517"/>
                </a:solidFill>
                <a:latin typeface="Calibri"/>
              </a:rPr>
              <a:t>Estimates internal greenhouse climate from external weather &amp; radiation.</a:t>
            </a:r>
          </a:p>
          <a:p>
            <a:pPr algn="l">
              <a:lnSpc>
                <a:spcPct val="106000"/>
              </a:lnSpc>
              <a:spcBef>
                <a:spcPts val="0"/>
              </a:spcBef>
              <a:spcAft>
                <a:spcPts val="700"/>
              </a:spcAft>
            </a:pPr>
            <a:r>
              <a:rPr sz="2400" b="1" i="0" dirty="0">
                <a:solidFill>
                  <a:srgbClr val="5E6E2E"/>
                </a:solidFill>
                <a:latin typeface="Calibri"/>
              </a:rPr>
              <a:t>▪  </a:t>
            </a:r>
            <a:r>
              <a:rPr sz="2400" b="0" i="0" dirty="0">
                <a:solidFill>
                  <a:srgbClr val="2E3517"/>
                </a:solidFill>
                <a:latin typeface="Calibri"/>
              </a:rPr>
              <a:t>Feeds continuous climate features (ET₀, temperature, radiation</a:t>
            </a:r>
            <a:r>
              <a:rPr lang="en-US" sz="2400" dirty="0">
                <a:solidFill>
                  <a:srgbClr val="2E3517"/>
                </a:solidFill>
                <a:latin typeface="Calibri"/>
              </a:rPr>
              <a:t>, RH, soil temp</a:t>
            </a:r>
            <a:r>
              <a:rPr sz="2400" b="0" i="0" dirty="0">
                <a:solidFill>
                  <a:srgbClr val="2E3517"/>
                </a:solidFill>
                <a:latin typeface="Calibri"/>
              </a:rPr>
              <a:t>) to the root-zone model.</a:t>
            </a:r>
          </a:p>
        </p:txBody>
      </p:sp>
      <p:pic>
        <p:nvPicPr>
          <p:cNvPr id="44" name="Picture 43" descr="microclimate.png"/>
          <p:cNvPicPr>
            <a:picLocks noChangeAspect="1"/>
          </p:cNvPicPr>
          <p:nvPr/>
        </p:nvPicPr>
        <p:blipFill>
          <a:blip r:embed="rId2"/>
          <a:stretch>
            <a:fillRect/>
          </a:stretch>
        </p:blipFill>
        <p:spPr>
          <a:xfrm>
            <a:off x="14400000" y="13524100"/>
            <a:ext cx="8640000" cy="5268672"/>
          </a:xfrm>
          <a:prstGeom prst="rect">
            <a:avLst/>
          </a:prstGeom>
        </p:spPr>
      </p:pic>
      <p:sp>
        <p:nvSpPr>
          <p:cNvPr id="50" name="Rounded Rectangle 49"/>
          <p:cNvSpPr/>
          <p:nvPr/>
        </p:nvSpPr>
        <p:spPr>
          <a:xfrm>
            <a:off x="12887999" y="19223999"/>
            <a:ext cx="11664000" cy="8100000"/>
          </a:xfrm>
          <a:prstGeom prst="roundRect">
            <a:avLst>
              <a:gd name="adj" fmla="val 3500"/>
            </a:avLst>
          </a:prstGeom>
          <a:solidFill>
            <a:srgbClr val="FCFCF7"/>
          </a:solidFill>
          <a:ln w="15875">
            <a:solidFill>
              <a:srgbClr val="A5B59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Rounded Rectangle 50"/>
          <p:cNvSpPr/>
          <p:nvPr/>
        </p:nvSpPr>
        <p:spPr>
          <a:xfrm>
            <a:off x="13157999" y="19476000"/>
            <a:ext cx="612000" cy="612000"/>
          </a:xfrm>
          <a:prstGeom prst="roundRect">
            <a:avLst>
              <a:gd name="adj" fmla="val 22000"/>
            </a:avLst>
          </a:prstGeom>
          <a:solidFill>
            <a:srgbClr val="E0A82E"/>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lnSpc>
                <a:spcPct val="105000"/>
              </a:lnSpc>
              <a:spcBef>
                <a:spcPts val="0"/>
              </a:spcBef>
              <a:spcAft>
                <a:spcPts val="0"/>
              </a:spcAft>
            </a:pPr>
            <a:r>
              <a:rPr sz="3600" b="1" i="0">
                <a:solidFill>
                  <a:srgbClr val="FFFFFF"/>
                </a:solidFill>
                <a:latin typeface="Calibri"/>
              </a:rPr>
              <a:t>08</a:t>
            </a:r>
          </a:p>
        </p:txBody>
      </p:sp>
      <p:sp>
        <p:nvSpPr>
          <p:cNvPr id="52" name="TextBox 51"/>
          <p:cNvSpPr txBox="1"/>
          <p:nvPr/>
        </p:nvSpPr>
        <p:spPr>
          <a:xfrm>
            <a:off x="13914000" y="19466849"/>
            <a:ext cx="10440000" cy="626701"/>
          </a:xfrm>
          <a:prstGeom prst="rect">
            <a:avLst/>
          </a:prstGeom>
          <a:noFill/>
        </p:spPr>
        <p:txBody>
          <a:bodyPr wrap="square" lIns="36000" tIns="36000" rIns="36000" bIns="36000" anchor="ctr">
            <a:spAutoFit/>
          </a:bodyPr>
          <a:lstStyle/>
          <a:p>
            <a:r>
              <a:rPr lang="en-US" sz="3600" b="1" dirty="0">
                <a:solidFill>
                  <a:srgbClr val="3D4A1F"/>
                </a:solidFill>
              </a:rPr>
              <a:t>Root-zone Model Results</a:t>
            </a:r>
          </a:p>
        </p:txBody>
      </p:sp>
      <p:sp>
        <p:nvSpPr>
          <p:cNvPr id="53" name="Rectangle 52"/>
          <p:cNvSpPr/>
          <p:nvPr/>
        </p:nvSpPr>
        <p:spPr>
          <a:xfrm>
            <a:off x="13175999" y="20167199"/>
            <a:ext cx="11087999" cy="16200"/>
          </a:xfrm>
          <a:prstGeom prst="rect">
            <a:avLst/>
          </a:prstGeom>
          <a:solidFill>
            <a:srgbClr val="A5B5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Rounded Rectangle 53"/>
          <p:cNvSpPr/>
          <p:nvPr/>
        </p:nvSpPr>
        <p:spPr>
          <a:xfrm>
            <a:off x="13194000" y="20268000"/>
            <a:ext cx="3564000" cy="756000"/>
          </a:xfrm>
          <a:prstGeom prst="roundRect">
            <a:avLst>
              <a:gd name="adj" fmla="val 10000"/>
            </a:avLst>
          </a:prstGeom>
          <a:solidFill>
            <a:srgbClr val="C9D4B5"/>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18000" rIns="18000" bIns="18000" rtlCol="0" anchor="ctr"/>
          <a:lstStyle/>
          <a:p>
            <a:pPr algn="ctr">
              <a:lnSpc>
                <a:spcPct val="95000"/>
              </a:lnSpc>
              <a:spcBef>
                <a:spcPts val="0"/>
              </a:spcBef>
              <a:spcAft>
                <a:spcPts val="0"/>
              </a:spcAft>
            </a:pPr>
            <a:r>
              <a:rPr sz="3300" b="1" i="0" dirty="0">
                <a:solidFill>
                  <a:srgbClr val="3D4A1F"/>
                </a:solidFill>
                <a:latin typeface="Calibri"/>
              </a:rPr>
              <a:t>0.33</a:t>
            </a:r>
          </a:p>
          <a:p>
            <a:pPr algn="ctr">
              <a:lnSpc>
                <a:spcPct val="95000"/>
              </a:lnSpc>
              <a:spcBef>
                <a:spcPts val="100"/>
              </a:spcBef>
              <a:spcAft>
                <a:spcPts val="0"/>
              </a:spcAft>
            </a:pPr>
            <a:r>
              <a:rPr sz="1700" b="1" i="0" dirty="0">
                <a:solidFill>
                  <a:srgbClr val="2E3517"/>
                </a:solidFill>
                <a:latin typeface="Calibri"/>
              </a:rPr>
              <a:t>pH MAE</a:t>
            </a:r>
          </a:p>
        </p:txBody>
      </p:sp>
      <p:sp>
        <p:nvSpPr>
          <p:cNvPr id="55" name="Rounded Rectangle 54"/>
          <p:cNvSpPr/>
          <p:nvPr/>
        </p:nvSpPr>
        <p:spPr>
          <a:xfrm>
            <a:off x="16938000" y="20268000"/>
            <a:ext cx="3564000" cy="756000"/>
          </a:xfrm>
          <a:prstGeom prst="roundRect">
            <a:avLst>
              <a:gd name="adj" fmla="val 10000"/>
            </a:avLst>
          </a:prstGeom>
          <a:solidFill>
            <a:srgbClr val="C9D4B5"/>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18000" rIns="18000" bIns="18000" rtlCol="0" anchor="ctr"/>
          <a:lstStyle/>
          <a:p>
            <a:pPr algn="ctr">
              <a:lnSpc>
                <a:spcPct val="95000"/>
              </a:lnSpc>
              <a:spcBef>
                <a:spcPts val="0"/>
              </a:spcBef>
              <a:spcAft>
                <a:spcPts val="0"/>
              </a:spcAft>
            </a:pPr>
            <a:r>
              <a:rPr sz="3300" b="1" i="0" dirty="0">
                <a:solidFill>
                  <a:srgbClr val="3D4A1F"/>
                </a:solidFill>
                <a:latin typeface="Calibri"/>
              </a:rPr>
              <a:t>0.93</a:t>
            </a:r>
          </a:p>
          <a:p>
            <a:pPr algn="ctr">
              <a:lnSpc>
                <a:spcPct val="95000"/>
              </a:lnSpc>
              <a:spcBef>
                <a:spcPts val="100"/>
              </a:spcBef>
              <a:spcAft>
                <a:spcPts val="0"/>
              </a:spcAft>
            </a:pPr>
            <a:r>
              <a:rPr sz="1700" b="1" i="0" dirty="0">
                <a:solidFill>
                  <a:srgbClr val="2E3517"/>
                </a:solidFill>
                <a:latin typeface="Calibri"/>
              </a:rPr>
              <a:t>pH R²</a:t>
            </a:r>
          </a:p>
        </p:txBody>
      </p:sp>
      <p:sp>
        <p:nvSpPr>
          <p:cNvPr id="56" name="Rounded Rectangle 55"/>
          <p:cNvSpPr/>
          <p:nvPr/>
        </p:nvSpPr>
        <p:spPr>
          <a:xfrm>
            <a:off x="20682000" y="20268000"/>
            <a:ext cx="3564000" cy="756000"/>
          </a:xfrm>
          <a:prstGeom prst="roundRect">
            <a:avLst>
              <a:gd name="adj" fmla="val 10000"/>
            </a:avLst>
          </a:prstGeom>
          <a:solidFill>
            <a:srgbClr val="F5EAD2"/>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18000" rIns="18000" bIns="18000" rtlCol="0" anchor="ctr"/>
          <a:lstStyle/>
          <a:p>
            <a:pPr algn="ctr">
              <a:lnSpc>
                <a:spcPct val="95000"/>
              </a:lnSpc>
              <a:spcBef>
                <a:spcPts val="0"/>
              </a:spcBef>
              <a:spcAft>
                <a:spcPts val="0"/>
              </a:spcAft>
            </a:pPr>
            <a:r>
              <a:rPr sz="3300" b="1" i="0" dirty="0">
                <a:solidFill>
                  <a:srgbClr val="B98212"/>
                </a:solidFill>
                <a:latin typeface="Calibri"/>
              </a:rPr>
              <a:t>+62%</a:t>
            </a:r>
          </a:p>
          <a:p>
            <a:pPr algn="ctr">
              <a:lnSpc>
                <a:spcPct val="95000"/>
              </a:lnSpc>
              <a:spcBef>
                <a:spcPts val="100"/>
              </a:spcBef>
              <a:spcAft>
                <a:spcPts val="0"/>
              </a:spcAft>
            </a:pPr>
            <a:r>
              <a:rPr sz="1700" b="1" i="0" dirty="0">
                <a:solidFill>
                  <a:srgbClr val="2E3517"/>
                </a:solidFill>
                <a:latin typeface="Calibri"/>
              </a:rPr>
              <a:t>pH MAE gain</a:t>
            </a:r>
          </a:p>
        </p:txBody>
      </p:sp>
      <p:sp>
        <p:nvSpPr>
          <p:cNvPr id="57" name="Rounded Rectangle 56"/>
          <p:cNvSpPr/>
          <p:nvPr/>
        </p:nvSpPr>
        <p:spPr>
          <a:xfrm>
            <a:off x="13194000" y="21096000"/>
            <a:ext cx="3564000" cy="756000"/>
          </a:xfrm>
          <a:prstGeom prst="roundRect">
            <a:avLst>
              <a:gd name="adj" fmla="val 10000"/>
            </a:avLst>
          </a:prstGeom>
          <a:solidFill>
            <a:srgbClr val="C9D4B5"/>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18000" rIns="18000" bIns="18000" rtlCol="0" anchor="ctr"/>
          <a:lstStyle/>
          <a:p>
            <a:pPr algn="ctr">
              <a:lnSpc>
                <a:spcPct val="95000"/>
              </a:lnSpc>
              <a:spcBef>
                <a:spcPts val="0"/>
              </a:spcBef>
              <a:spcAft>
                <a:spcPts val="0"/>
              </a:spcAft>
            </a:pPr>
            <a:r>
              <a:rPr sz="3300" b="1" i="0" dirty="0">
                <a:solidFill>
                  <a:srgbClr val="3D4A1F"/>
                </a:solidFill>
                <a:latin typeface="Calibri"/>
              </a:rPr>
              <a:t>0.127</a:t>
            </a:r>
          </a:p>
          <a:p>
            <a:pPr algn="ctr">
              <a:lnSpc>
                <a:spcPct val="95000"/>
              </a:lnSpc>
              <a:spcBef>
                <a:spcPts val="100"/>
              </a:spcBef>
              <a:spcAft>
                <a:spcPts val="0"/>
              </a:spcAft>
            </a:pPr>
            <a:r>
              <a:rPr sz="1700" b="1" i="0" dirty="0">
                <a:solidFill>
                  <a:srgbClr val="2E3517"/>
                </a:solidFill>
                <a:latin typeface="Calibri"/>
              </a:rPr>
              <a:t>EC MAE</a:t>
            </a:r>
          </a:p>
        </p:txBody>
      </p:sp>
      <p:sp>
        <p:nvSpPr>
          <p:cNvPr id="58" name="Rounded Rectangle 57"/>
          <p:cNvSpPr/>
          <p:nvPr/>
        </p:nvSpPr>
        <p:spPr>
          <a:xfrm>
            <a:off x="16938000" y="21096000"/>
            <a:ext cx="3564000" cy="756000"/>
          </a:xfrm>
          <a:prstGeom prst="roundRect">
            <a:avLst>
              <a:gd name="adj" fmla="val 10000"/>
            </a:avLst>
          </a:prstGeom>
          <a:solidFill>
            <a:srgbClr val="C9D4B5"/>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18000" rIns="18000" bIns="18000" rtlCol="0" anchor="ctr"/>
          <a:lstStyle/>
          <a:p>
            <a:pPr algn="ctr">
              <a:lnSpc>
                <a:spcPct val="95000"/>
              </a:lnSpc>
              <a:spcBef>
                <a:spcPts val="0"/>
              </a:spcBef>
              <a:spcAft>
                <a:spcPts val="0"/>
              </a:spcAft>
            </a:pPr>
            <a:r>
              <a:rPr sz="3300" b="1" i="0" dirty="0">
                <a:solidFill>
                  <a:srgbClr val="3D4A1F"/>
                </a:solidFill>
                <a:latin typeface="Calibri"/>
              </a:rPr>
              <a:t>0.98</a:t>
            </a:r>
          </a:p>
          <a:p>
            <a:pPr algn="ctr">
              <a:lnSpc>
                <a:spcPct val="95000"/>
              </a:lnSpc>
              <a:spcBef>
                <a:spcPts val="100"/>
              </a:spcBef>
              <a:spcAft>
                <a:spcPts val="0"/>
              </a:spcAft>
            </a:pPr>
            <a:r>
              <a:rPr sz="1700" b="1" i="0" dirty="0">
                <a:solidFill>
                  <a:srgbClr val="2E3517"/>
                </a:solidFill>
                <a:latin typeface="Calibri"/>
              </a:rPr>
              <a:t>EC R²</a:t>
            </a:r>
          </a:p>
        </p:txBody>
      </p:sp>
      <p:sp>
        <p:nvSpPr>
          <p:cNvPr id="59" name="Rounded Rectangle 58"/>
          <p:cNvSpPr/>
          <p:nvPr/>
        </p:nvSpPr>
        <p:spPr>
          <a:xfrm>
            <a:off x="20682000" y="21096000"/>
            <a:ext cx="3564000" cy="756000"/>
          </a:xfrm>
          <a:prstGeom prst="roundRect">
            <a:avLst>
              <a:gd name="adj" fmla="val 10000"/>
            </a:avLst>
          </a:prstGeom>
          <a:solidFill>
            <a:srgbClr val="F5EAD2"/>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18000" rIns="18000" bIns="18000" rtlCol="0" anchor="ctr"/>
          <a:lstStyle/>
          <a:p>
            <a:pPr algn="ctr">
              <a:lnSpc>
                <a:spcPct val="95000"/>
              </a:lnSpc>
              <a:spcBef>
                <a:spcPts val="0"/>
              </a:spcBef>
              <a:spcAft>
                <a:spcPts val="0"/>
              </a:spcAft>
            </a:pPr>
            <a:r>
              <a:rPr sz="3300" b="1" i="0" dirty="0">
                <a:solidFill>
                  <a:srgbClr val="B98212"/>
                </a:solidFill>
                <a:latin typeface="Calibri"/>
              </a:rPr>
              <a:t>+35%</a:t>
            </a:r>
          </a:p>
          <a:p>
            <a:pPr algn="ctr">
              <a:lnSpc>
                <a:spcPct val="95000"/>
              </a:lnSpc>
              <a:spcBef>
                <a:spcPts val="100"/>
              </a:spcBef>
              <a:spcAft>
                <a:spcPts val="0"/>
              </a:spcAft>
            </a:pPr>
            <a:r>
              <a:rPr sz="1700" b="1" i="0" dirty="0">
                <a:solidFill>
                  <a:srgbClr val="2E3517"/>
                </a:solidFill>
                <a:latin typeface="Calibri"/>
              </a:rPr>
              <a:t>EC MAE gain</a:t>
            </a:r>
          </a:p>
        </p:txBody>
      </p:sp>
      <p:pic>
        <p:nvPicPr>
          <p:cNvPr id="60" name="Picture 59" descr="parity_ph.png"/>
          <p:cNvPicPr>
            <a:picLocks noChangeAspect="1"/>
          </p:cNvPicPr>
          <p:nvPr/>
        </p:nvPicPr>
        <p:blipFill>
          <a:blip r:embed="rId3"/>
          <a:stretch>
            <a:fillRect/>
          </a:stretch>
        </p:blipFill>
        <p:spPr>
          <a:xfrm>
            <a:off x="13157999" y="21960000"/>
            <a:ext cx="5472000" cy="5130000"/>
          </a:xfrm>
          <a:prstGeom prst="rect">
            <a:avLst/>
          </a:prstGeom>
        </p:spPr>
      </p:pic>
      <p:pic>
        <p:nvPicPr>
          <p:cNvPr id="61" name="Picture 60" descr="parity_ec.png"/>
          <p:cNvPicPr>
            <a:picLocks noChangeAspect="1"/>
          </p:cNvPicPr>
          <p:nvPr/>
        </p:nvPicPr>
        <p:blipFill>
          <a:blip r:embed="rId4"/>
          <a:stretch>
            <a:fillRect/>
          </a:stretch>
        </p:blipFill>
        <p:spPr>
          <a:xfrm>
            <a:off x="18810000" y="21960000"/>
            <a:ext cx="5472000" cy="5130000"/>
          </a:xfrm>
          <a:prstGeom prst="rect">
            <a:avLst/>
          </a:prstGeom>
        </p:spPr>
      </p:pic>
      <p:sp>
        <p:nvSpPr>
          <p:cNvPr id="62" name="Rounded Rectangle 61"/>
          <p:cNvSpPr/>
          <p:nvPr/>
        </p:nvSpPr>
        <p:spPr>
          <a:xfrm>
            <a:off x="12887999" y="27539999"/>
            <a:ext cx="11664000" cy="3420000"/>
          </a:xfrm>
          <a:prstGeom prst="roundRect">
            <a:avLst>
              <a:gd name="adj" fmla="val 3500"/>
            </a:avLst>
          </a:prstGeom>
          <a:solidFill>
            <a:srgbClr val="FCFCF7"/>
          </a:solidFill>
          <a:ln w="15875">
            <a:solidFill>
              <a:srgbClr val="A5B59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Rounded Rectangle 62"/>
          <p:cNvSpPr/>
          <p:nvPr/>
        </p:nvSpPr>
        <p:spPr>
          <a:xfrm>
            <a:off x="13157999" y="27791999"/>
            <a:ext cx="612000" cy="612000"/>
          </a:xfrm>
          <a:prstGeom prst="roundRect">
            <a:avLst>
              <a:gd name="adj" fmla="val 22000"/>
            </a:avLst>
          </a:prstGeom>
          <a:solidFill>
            <a:srgbClr val="E0A82E"/>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lnSpc>
                <a:spcPct val="105000"/>
              </a:lnSpc>
              <a:spcBef>
                <a:spcPts val="0"/>
              </a:spcBef>
              <a:spcAft>
                <a:spcPts val="0"/>
              </a:spcAft>
            </a:pPr>
            <a:r>
              <a:rPr sz="3600" b="1" i="0">
                <a:solidFill>
                  <a:srgbClr val="FFFFFF"/>
                </a:solidFill>
                <a:latin typeface="Calibri"/>
              </a:rPr>
              <a:t>09</a:t>
            </a:r>
          </a:p>
        </p:txBody>
      </p:sp>
      <p:sp>
        <p:nvSpPr>
          <p:cNvPr id="64" name="TextBox 63"/>
          <p:cNvSpPr txBox="1"/>
          <p:nvPr/>
        </p:nvSpPr>
        <p:spPr>
          <a:xfrm>
            <a:off x="13914000" y="27782849"/>
            <a:ext cx="10440000" cy="626701"/>
          </a:xfrm>
          <a:prstGeom prst="rect">
            <a:avLst/>
          </a:prstGeom>
          <a:noFill/>
        </p:spPr>
        <p:txBody>
          <a:bodyPr wrap="square" lIns="36000" tIns="36000" rIns="36000" bIns="36000" anchor="ctr">
            <a:spAutoFit/>
          </a:bodyPr>
          <a:lstStyle/>
          <a:p>
            <a:pPr algn="l">
              <a:lnSpc>
                <a:spcPct val="100000"/>
              </a:lnSpc>
              <a:spcBef>
                <a:spcPts val="0"/>
              </a:spcBef>
              <a:spcAft>
                <a:spcPts val="0"/>
              </a:spcAft>
            </a:pPr>
            <a:r>
              <a:rPr sz="3600" b="1" i="0">
                <a:solidFill>
                  <a:srgbClr val="3D4A1F"/>
                </a:solidFill>
                <a:latin typeface="Calibri"/>
              </a:rPr>
              <a:t>Conclusions</a:t>
            </a:r>
          </a:p>
        </p:txBody>
      </p:sp>
      <p:sp>
        <p:nvSpPr>
          <p:cNvPr id="65" name="Rectangle 64"/>
          <p:cNvSpPr/>
          <p:nvPr/>
        </p:nvSpPr>
        <p:spPr>
          <a:xfrm>
            <a:off x="13175999" y="28483199"/>
            <a:ext cx="11087999" cy="16200"/>
          </a:xfrm>
          <a:prstGeom prst="rect">
            <a:avLst/>
          </a:prstGeom>
          <a:solidFill>
            <a:srgbClr val="A5B5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13194000" y="28601999"/>
            <a:ext cx="11286000" cy="2167572"/>
          </a:xfrm>
          <a:prstGeom prst="rect">
            <a:avLst/>
          </a:prstGeom>
          <a:noFill/>
        </p:spPr>
        <p:txBody>
          <a:bodyPr wrap="square" lIns="36000" tIns="36000" rIns="36000" bIns="36000" anchor="t">
            <a:spAutoFit/>
          </a:bodyPr>
          <a:lstStyle/>
          <a:p>
            <a:pPr algn="l">
              <a:lnSpc>
                <a:spcPct val="106000"/>
              </a:lnSpc>
              <a:spcBef>
                <a:spcPts val="0"/>
              </a:spcBef>
              <a:spcAft>
                <a:spcPts val="600"/>
              </a:spcAft>
            </a:pPr>
            <a:r>
              <a:rPr sz="2400" b="1" dirty="0">
                <a:solidFill>
                  <a:srgbClr val="5E6E2E"/>
                </a:solidFill>
                <a:latin typeface="Calibri"/>
              </a:rPr>
              <a:t>▪  </a:t>
            </a:r>
            <a:r>
              <a:rPr sz="2400" b="0" dirty="0">
                <a:solidFill>
                  <a:srgbClr val="2E3517"/>
                </a:solidFill>
                <a:latin typeface="Calibri"/>
              </a:rPr>
              <a:t>Acts as a soft sensor, estimating root-zone pH &amp; EC between sparse manual lab samples.</a:t>
            </a:r>
          </a:p>
          <a:p>
            <a:pPr algn="l">
              <a:lnSpc>
                <a:spcPct val="106000"/>
              </a:lnSpc>
              <a:spcBef>
                <a:spcPts val="0"/>
              </a:spcBef>
              <a:spcAft>
                <a:spcPts val="600"/>
              </a:spcAft>
            </a:pPr>
            <a:r>
              <a:rPr sz="2400" b="1" dirty="0">
                <a:solidFill>
                  <a:srgbClr val="5E6E2E"/>
                </a:solidFill>
                <a:latin typeface="Calibri"/>
              </a:rPr>
              <a:t>▪  </a:t>
            </a:r>
            <a:r>
              <a:rPr sz="2400" b="0" dirty="0">
                <a:solidFill>
                  <a:srgbClr val="2E3517"/>
                </a:solidFill>
                <a:latin typeface="Calibri"/>
              </a:rPr>
              <a:t>The hybrid two-stage approach improves accuracy over the last-measurement baseline (+62% pH, +35% EC).</a:t>
            </a:r>
          </a:p>
          <a:p>
            <a:pPr algn="l">
              <a:lnSpc>
                <a:spcPct val="106000"/>
              </a:lnSpc>
              <a:spcBef>
                <a:spcPts val="0"/>
              </a:spcBef>
              <a:spcAft>
                <a:spcPts val="600"/>
              </a:spcAft>
            </a:pPr>
            <a:r>
              <a:rPr sz="2400" b="1" dirty="0">
                <a:solidFill>
                  <a:srgbClr val="5E6E2E"/>
                </a:solidFill>
                <a:latin typeface="Calibri"/>
              </a:rPr>
              <a:t>▪  </a:t>
            </a:r>
            <a:r>
              <a:rPr sz="2400" b="0" dirty="0">
                <a:solidFill>
                  <a:srgbClr val="2E3517"/>
                </a:solidFill>
                <a:latin typeface="Calibri"/>
              </a:rPr>
              <a:t>Designed for decision support </a:t>
            </a:r>
            <a:r>
              <a:rPr lang="he-IL" sz="2400" b="0" dirty="0">
                <a:solidFill>
                  <a:srgbClr val="2E3517"/>
                </a:solidFill>
                <a:latin typeface="Calibri"/>
              </a:rPr>
              <a:t>-</a:t>
            </a:r>
            <a:r>
              <a:rPr sz="2400" b="0" dirty="0">
                <a:solidFill>
                  <a:srgbClr val="2E3517"/>
                </a:solidFill>
                <a:latin typeface="Calibri"/>
              </a:rPr>
              <a:t> guiding irrigation &amp; fertigation </a:t>
            </a:r>
            <a:r>
              <a:rPr lang="he-IL" sz="2400" b="0" dirty="0">
                <a:solidFill>
                  <a:srgbClr val="2E3517"/>
                </a:solidFill>
                <a:latin typeface="Calibri"/>
              </a:rPr>
              <a:t>-</a:t>
            </a:r>
            <a:r>
              <a:rPr sz="2400" b="0" dirty="0">
                <a:solidFill>
                  <a:srgbClr val="2E3517"/>
                </a:solidFill>
                <a:latin typeface="Calibri"/>
              </a:rPr>
              <a:t> not autonomous control.</a:t>
            </a:r>
          </a:p>
        </p:txBody>
      </p:sp>
      <p:sp>
        <p:nvSpPr>
          <p:cNvPr id="67" name="Rounded Rectangle 66"/>
          <p:cNvSpPr/>
          <p:nvPr/>
        </p:nvSpPr>
        <p:spPr>
          <a:xfrm>
            <a:off x="12887999" y="31175999"/>
            <a:ext cx="11664000" cy="3960000"/>
          </a:xfrm>
          <a:prstGeom prst="roundRect">
            <a:avLst>
              <a:gd name="adj" fmla="val 3500"/>
            </a:avLst>
          </a:prstGeom>
          <a:solidFill>
            <a:srgbClr val="FCFCF7"/>
          </a:solidFill>
          <a:ln w="15875">
            <a:solidFill>
              <a:srgbClr val="A5B59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Rounded Rectangle 67"/>
          <p:cNvSpPr/>
          <p:nvPr/>
        </p:nvSpPr>
        <p:spPr>
          <a:xfrm>
            <a:off x="13157999" y="31427999"/>
            <a:ext cx="612000" cy="612000"/>
          </a:xfrm>
          <a:prstGeom prst="roundRect">
            <a:avLst>
              <a:gd name="adj" fmla="val 22000"/>
            </a:avLst>
          </a:prstGeom>
          <a:solidFill>
            <a:srgbClr val="E0A82E"/>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lnSpc>
                <a:spcPct val="105000"/>
              </a:lnSpc>
              <a:spcBef>
                <a:spcPts val="0"/>
              </a:spcBef>
              <a:spcAft>
                <a:spcPts val="0"/>
              </a:spcAft>
            </a:pPr>
            <a:r>
              <a:rPr sz="3600" b="1" i="0">
                <a:solidFill>
                  <a:srgbClr val="FFFFFF"/>
                </a:solidFill>
                <a:latin typeface="Calibri"/>
              </a:rPr>
              <a:t>10</a:t>
            </a:r>
          </a:p>
        </p:txBody>
      </p:sp>
      <p:sp>
        <p:nvSpPr>
          <p:cNvPr id="69" name="TextBox 68"/>
          <p:cNvSpPr txBox="1"/>
          <p:nvPr/>
        </p:nvSpPr>
        <p:spPr>
          <a:xfrm>
            <a:off x="13914000" y="31418849"/>
            <a:ext cx="10440000" cy="626701"/>
          </a:xfrm>
          <a:prstGeom prst="rect">
            <a:avLst/>
          </a:prstGeom>
          <a:noFill/>
        </p:spPr>
        <p:txBody>
          <a:bodyPr wrap="square" lIns="36000" tIns="36000" rIns="36000" bIns="36000" anchor="ctr">
            <a:spAutoFit/>
          </a:bodyPr>
          <a:lstStyle/>
          <a:p>
            <a:pPr algn="l">
              <a:lnSpc>
                <a:spcPct val="100000"/>
              </a:lnSpc>
              <a:spcBef>
                <a:spcPts val="0"/>
              </a:spcBef>
              <a:spcAft>
                <a:spcPts val="0"/>
              </a:spcAft>
            </a:pPr>
            <a:r>
              <a:rPr sz="3600" b="1" i="0">
                <a:solidFill>
                  <a:srgbClr val="3D4A1F"/>
                </a:solidFill>
                <a:latin typeface="Calibri"/>
              </a:rPr>
              <a:t>Challenges &amp; Limitations</a:t>
            </a:r>
          </a:p>
        </p:txBody>
      </p:sp>
      <p:sp>
        <p:nvSpPr>
          <p:cNvPr id="70" name="Rectangle 69"/>
          <p:cNvSpPr/>
          <p:nvPr/>
        </p:nvSpPr>
        <p:spPr>
          <a:xfrm>
            <a:off x="13175999" y="32119199"/>
            <a:ext cx="11087999" cy="16200"/>
          </a:xfrm>
          <a:prstGeom prst="rect">
            <a:avLst/>
          </a:prstGeom>
          <a:solidFill>
            <a:srgbClr val="A5B5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TextBox 70"/>
          <p:cNvSpPr txBox="1"/>
          <p:nvPr/>
        </p:nvSpPr>
        <p:spPr>
          <a:xfrm>
            <a:off x="13194000" y="32237999"/>
            <a:ext cx="11286000" cy="2597561"/>
          </a:xfrm>
          <a:prstGeom prst="rect">
            <a:avLst/>
          </a:prstGeom>
          <a:noFill/>
        </p:spPr>
        <p:txBody>
          <a:bodyPr wrap="square" lIns="36000" tIns="36000" rIns="36000" bIns="36000" anchor="t">
            <a:spAutoFit/>
          </a:bodyPr>
          <a:lstStyle/>
          <a:p>
            <a:pPr algn="l">
              <a:lnSpc>
                <a:spcPct val="106000"/>
              </a:lnSpc>
              <a:spcBef>
                <a:spcPts val="0"/>
              </a:spcBef>
              <a:spcAft>
                <a:spcPts val="300"/>
              </a:spcAft>
            </a:pPr>
            <a:r>
              <a:rPr sz="2400" b="1" dirty="0">
                <a:solidFill>
                  <a:srgbClr val="5E6E2E"/>
                </a:solidFill>
                <a:latin typeface="Calibri"/>
              </a:rPr>
              <a:t>▪  </a:t>
            </a:r>
            <a:r>
              <a:rPr sz="2400" b="0" dirty="0">
                <a:solidFill>
                  <a:srgbClr val="2E3517"/>
                </a:solidFill>
                <a:latin typeface="Calibri"/>
              </a:rPr>
              <a:t>Only 109 manual pH/EC labels against 16,682 dense sensor records.</a:t>
            </a:r>
          </a:p>
          <a:p>
            <a:pPr algn="l">
              <a:lnSpc>
                <a:spcPct val="106000"/>
              </a:lnSpc>
              <a:spcBef>
                <a:spcPts val="0"/>
              </a:spcBef>
              <a:spcAft>
                <a:spcPts val="300"/>
              </a:spcAft>
            </a:pPr>
            <a:r>
              <a:rPr sz="2400" b="1" dirty="0">
                <a:solidFill>
                  <a:srgbClr val="5E6E2E"/>
                </a:solidFill>
                <a:latin typeface="Calibri"/>
              </a:rPr>
              <a:t>▪  </a:t>
            </a:r>
            <a:r>
              <a:rPr sz="2400" b="0" dirty="0">
                <a:solidFill>
                  <a:srgbClr val="2E3517"/>
                </a:solidFill>
                <a:latin typeface="Calibri"/>
              </a:rPr>
              <a:t>No continuous ground-truth pH/EC between lab samples.</a:t>
            </a:r>
          </a:p>
          <a:p>
            <a:pPr algn="l">
              <a:lnSpc>
                <a:spcPct val="106000"/>
              </a:lnSpc>
              <a:spcBef>
                <a:spcPts val="0"/>
              </a:spcBef>
              <a:spcAft>
                <a:spcPts val="300"/>
              </a:spcAft>
            </a:pPr>
            <a:r>
              <a:rPr sz="2400" b="1" dirty="0">
                <a:solidFill>
                  <a:srgbClr val="5E6E2E"/>
                </a:solidFill>
                <a:latin typeface="Calibri"/>
              </a:rPr>
              <a:t>▪  </a:t>
            </a:r>
            <a:r>
              <a:rPr sz="2400" b="0" dirty="0">
                <a:solidFill>
                  <a:srgbClr val="2E3517"/>
                </a:solidFill>
                <a:latin typeface="Calibri"/>
              </a:rPr>
              <a:t>Irregular sampling intervals complicate interval modelling.</a:t>
            </a:r>
          </a:p>
          <a:p>
            <a:pPr algn="l">
              <a:lnSpc>
                <a:spcPct val="106000"/>
              </a:lnSpc>
              <a:spcBef>
                <a:spcPts val="0"/>
              </a:spcBef>
              <a:spcAft>
                <a:spcPts val="300"/>
              </a:spcAft>
            </a:pPr>
            <a:r>
              <a:rPr sz="2400" b="1" dirty="0">
                <a:solidFill>
                  <a:srgbClr val="5E6E2E"/>
                </a:solidFill>
                <a:latin typeface="Calibri"/>
              </a:rPr>
              <a:t>▪  </a:t>
            </a:r>
            <a:r>
              <a:rPr sz="2400" b="0" dirty="0">
                <a:solidFill>
                  <a:srgbClr val="2E3517"/>
                </a:solidFill>
                <a:latin typeface="Calibri"/>
              </a:rPr>
              <a:t>Higher uncertainty in rare or extreme fertigation / salinity cases.</a:t>
            </a:r>
          </a:p>
          <a:p>
            <a:pPr algn="l">
              <a:lnSpc>
                <a:spcPct val="106000"/>
              </a:lnSpc>
              <a:spcBef>
                <a:spcPts val="0"/>
              </a:spcBef>
              <a:spcAft>
                <a:spcPts val="300"/>
              </a:spcAft>
            </a:pPr>
            <a:r>
              <a:rPr sz="2400" b="1" dirty="0">
                <a:solidFill>
                  <a:srgbClr val="5E6E2E"/>
                </a:solidFill>
                <a:latin typeface="Calibri"/>
              </a:rPr>
              <a:t>▪  </a:t>
            </a:r>
            <a:r>
              <a:rPr sz="2400" b="0" dirty="0">
                <a:solidFill>
                  <a:srgbClr val="2E3517"/>
                </a:solidFill>
                <a:latin typeface="Calibri"/>
              </a:rPr>
              <a:t>Limited generalization — data from a single season and one crop.</a:t>
            </a:r>
          </a:p>
          <a:p>
            <a:pPr algn="l">
              <a:lnSpc>
                <a:spcPct val="106000"/>
              </a:lnSpc>
              <a:spcBef>
                <a:spcPts val="0"/>
              </a:spcBef>
              <a:spcAft>
                <a:spcPts val="300"/>
              </a:spcAft>
            </a:pPr>
            <a:r>
              <a:rPr sz="2400" b="1" dirty="0">
                <a:solidFill>
                  <a:srgbClr val="5E6E2E"/>
                </a:solidFill>
                <a:latin typeface="Calibri"/>
              </a:rPr>
              <a:t>▪  </a:t>
            </a:r>
            <a:r>
              <a:rPr sz="2400" b="0" dirty="0">
                <a:solidFill>
                  <a:srgbClr val="2E3517"/>
                </a:solidFill>
                <a:latin typeface="Calibri"/>
              </a:rPr>
              <a:t>More seasons, crops &amp; greenhouse conditions needed for stronger validation.</a:t>
            </a:r>
          </a:p>
        </p:txBody>
      </p:sp>
      <p:pic>
        <p:nvPicPr>
          <p:cNvPr id="72" name="Picture 71" descr="download-Photoroom.png"/>
          <p:cNvPicPr>
            <a:picLocks noChangeAspect="1"/>
          </p:cNvPicPr>
          <p:nvPr/>
        </p:nvPicPr>
        <p:blipFill>
          <a:blip r:embed="rId5"/>
          <a:stretch>
            <a:fillRect/>
          </a:stretch>
        </p:blipFill>
        <p:spPr>
          <a:xfrm>
            <a:off x="503999" y="764682"/>
            <a:ext cx="2365200" cy="2375843"/>
          </a:xfrm>
          <a:prstGeom prst="rect">
            <a:avLst/>
          </a:prstGeom>
        </p:spPr>
      </p:pic>
      <p:pic>
        <p:nvPicPr>
          <p:cNvPr id="73" name="Picture 72" descr="Volcani_logo.png"/>
          <p:cNvPicPr>
            <a:picLocks noChangeAspect="1"/>
          </p:cNvPicPr>
          <p:nvPr/>
        </p:nvPicPr>
        <p:blipFill>
          <a:blip r:embed="rId6"/>
          <a:stretch>
            <a:fillRect/>
          </a:stretch>
        </p:blipFill>
        <p:spPr>
          <a:xfrm>
            <a:off x="22222800" y="764682"/>
            <a:ext cx="2467800" cy="2375997"/>
          </a:xfrm>
          <a:prstGeom prst="rect">
            <a:avLst/>
          </a:prstGeom>
        </p:spPr>
      </p:pic>
      <p:pic>
        <p:nvPicPr>
          <p:cNvPr id="75" name="Picture 74" descr="feature_importance.png"/>
          <p:cNvPicPr>
            <a:picLocks noChangeAspect="1"/>
          </p:cNvPicPr>
          <p:nvPr/>
        </p:nvPicPr>
        <p:blipFill>
          <a:blip r:embed="rId7"/>
          <a:stretch>
            <a:fillRect/>
          </a:stretch>
        </p:blipFill>
        <p:spPr>
          <a:xfrm>
            <a:off x="2034942" y="29208601"/>
            <a:ext cx="7740000" cy="5663358"/>
          </a:xfrm>
          <a:prstGeom prst="rect">
            <a:avLst/>
          </a:prstGeom>
        </p:spPr>
      </p:pic>
      <p:pic>
        <p:nvPicPr>
          <p:cNvPr id="36" name="תמונה 35">
            <a:extLst>
              <a:ext uri="{FF2B5EF4-FFF2-40B4-BE49-F238E27FC236}">
                <a16:creationId xmlns:a16="http://schemas.microsoft.com/office/drawing/2014/main" id="{18970B83-5CF0-EC42-97E5-46849577E6BE}"/>
              </a:ext>
            </a:extLst>
          </p:cNvPr>
          <p:cNvPicPr>
            <a:picLocks noChangeAspect="1"/>
          </p:cNvPicPr>
          <p:nvPr/>
        </p:nvPicPr>
        <p:blipFill>
          <a:blip r:embed="rId8"/>
          <a:stretch>
            <a:fillRect/>
          </a:stretch>
        </p:blipFill>
        <p:spPr>
          <a:xfrm>
            <a:off x="710412" y="19814396"/>
            <a:ext cx="11539173" cy="4461813"/>
          </a:xfrm>
          <a:prstGeom prst="rect">
            <a:avLst/>
          </a:prstGeom>
        </p:spPr>
      </p:pic>
      <p:sp>
        <p:nvSpPr>
          <p:cNvPr id="30" name="Rounded Rectangle 44"/>
          <p:cNvSpPr/>
          <p:nvPr/>
        </p:nvSpPr>
        <p:spPr>
          <a:xfrm>
            <a:off x="12892649" y="3740325"/>
            <a:ext cx="11664000" cy="7200000"/>
          </a:xfrm>
          <a:prstGeom prst="roundRect">
            <a:avLst>
              <a:gd name="adj" fmla="val 3500"/>
            </a:avLst>
          </a:prstGeom>
          <a:solidFill>
            <a:srgbClr val="FCFCF7"/>
          </a:solidFill>
          <a:ln w="15875">
            <a:solidFill>
              <a:srgbClr val="A5B59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37" name="Rounded Rectangle 45"/>
          <p:cNvSpPr/>
          <p:nvPr/>
        </p:nvSpPr>
        <p:spPr>
          <a:xfrm>
            <a:off x="13162649" y="3992325"/>
            <a:ext cx="612000" cy="612000"/>
          </a:xfrm>
          <a:prstGeom prst="roundRect">
            <a:avLst>
              <a:gd name="adj" fmla="val 22000"/>
            </a:avLst>
          </a:prstGeom>
          <a:solidFill>
            <a:srgbClr val="E0A82E"/>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lnSpc>
                <a:spcPct val="105000"/>
              </a:lnSpc>
              <a:spcBef>
                <a:spcPts val="0"/>
              </a:spcBef>
              <a:spcAft>
                <a:spcPts val="0"/>
              </a:spcAft>
            </a:pPr>
            <a:r>
              <a:rPr lang="he-IL" sz="3600" b="1" i="0" dirty="0">
                <a:solidFill>
                  <a:srgbClr val="FFFFFF"/>
                </a:solidFill>
                <a:latin typeface="Calibri"/>
              </a:rPr>
              <a:t>06</a:t>
            </a:r>
            <a:endParaRPr sz="3600" b="1" i="0" dirty="0">
              <a:solidFill>
                <a:srgbClr val="FFFFFF"/>
              </a:solidFill>
              <a:latin typeface="Calibri"/>
            </a:endParaRPr>
          </a:p>
        </p:txBody>
      </p:sp>
      <p:sp>
        <p:nvSpPr>
          <p:cNvPr id="74" name="TextBox 46"/>
          <p:cNvSpPr txBox="1"/>
          <p:nvPr/>
        </p:nvSpPr>
        <p:spPr>
          <a:xfrm>
            <a:off x="13918650" y="3983175"/>
            <a:ext cx="10440000" cy="626701"/>
          </a:xfrm>
          <a:prstGeom prst="rect">
            <a:avLst/>
          </a:prstGeom>
          <a:noFill/>
        </p:spPr>
        <p:txBody>
          <a:bodyPr wrap="square" lIns="36000" tIns="36000" rIns="36000" bIns="36000" anchor="ctr">
            <a:spAutoFit/>
          </a:bodyPr>
          <a:lstStyle/>
          <a:p>
            <a:pPr algn="l">
              <a:lnSpc>
                <a:spcPct val="100000"/>
              </a:lnSpc>
              <a:spcBef>
                <a:spcPts val="0"/>
              </a:spcBef>
              <a:spcAft>
                <a:spcPts val="0"/>
              </a:spcAft>
            </a:pPr>
            <a:r>
              <a:rPr sz="3600" b="1" i="0">
                <a:solidFill>
                  <a:srgbClr val="3D4A1F"/>
                </a:solidFill>
                <a:latin typeface="Calibri"/>
              </a:rPr>
              <a:t>Validation Strategy</a:t>
            </a:r>
          </a:p>
        </p:txBody>
      </p:sp>
      <p:sp>
        <p:nvSpPr>
          <p:cNvPr id="77" name="Rectangle 47"/>
          <p:cNvSpPr/>
          <p:nvPr/>
        </p:nvSpPr>
        <p:spPr>
          <a:xfrm>
            <a:off x="13180649" y="4683525"/>
            <a:ext cx="11087999" cy="16200"/>
          </a:xfrm>
          <a:prstGeom prst="rect">
            <a:avLst/>
          </a:prstGeom>
          <a:solidFill>
            <a:srgbClr val="A5B5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TextBox 48"/>
          <p:cNvSpPr txBox="1"/>
          <p:nvPr/>
        </p:nvSpPr>
        <p:spPr>
          <a:xfrm>
            <a:off x="13198650" y="4802325"/>
            <a:ext cx="11052000" cy="1407812"/>
          </a:xfrm>
          <a:prstGeom prst="rect">
            <a:avLst/>
          </a:prstGeom>
          <a:noFill/>
        </p:spPr>
        <p:txBody>
          <a:bodyPr wrap="square" lIns="36000" tIns="36000" rIns="36000" bIns="36000" anchor="t">
            <a:spAutoFit/>
          </a:bodyPr>
          <a:lstStyle/>
          <a:p>
            <a:pPr algn="l">
              <a:lnSpc>
                <a:spcPct val="106000"/>
              </a:lnSpc>
              <a:spcBef>
                <a:spcPts val="0"/>
              </a:spcBef>
              <a:spcAft>
                <a:spcPts val="700"/>
              </a:spcAft>
            </a:pPr>
            <a:r>
              <a:rPr sz="2400" b="1" i="0" dirty="0">
                <a:solidFill>
                  <a:srgbClr val="5E6E2E"/>
                </a:solidFill>
                <a:latin typeface="Calibri"/>
              </a:rPr>
              <a:t>▪  </a:t>
            </a:r>
            <a:r>
              <a:rPr sz="2400" b="0" i="0" dirty="0">
                <a:solidFill>
                  <a:srgbClr val="2E3517"/>
                </a:solidFill>
                <a:latin typeface="Calibri"/>
              </a:rPr>
              <a:t>Walk-forward validation: train only on past observations, predict future samples.</a:t>
            </a:r>
          </a:p>
          <a:p>
            <a:pPr algn="l">
              <a:lnSpc>
                <a:spcPct val="106000"/>
              </a:lnSpc>
              <a:spcBef>
                <a:spcPts val="0"/>
              </a:spcBef>
              <a:spcAft>
                <a:spcPts val="700"/>
              </a:spcAft>
            </a:pPr>
            <a:r>
              <a:rPr sz="2400" b="1" i="0" dirty="0">
                <a:solidFill>
                  <a:srgbClr val="5E6E2E"/>
                </a:solidFill>
                <a:latin typeface="Calibri"/>
              </a:rPr>
              <a:t>▪  </a:t>
            </a:r>
            <a:r>
              <a:rPr sz="2400" b="0" i="0" dirty="0">
                <a:solidFill>
                  <a:srgbClr val="2E3517"/>
                </a:solidFill>
                <a:latin typeface="Calibri"/>
              </a:rPr>
              <a:t>Skipped-interval holdout: remove selected target intervals, predict them later.</a:t>
            </a:r>
          </a:p>
          <a:p>
            <a:pPr algn="l">
              <a:lnSpc>
                <a:spcPct val="106000"/>
              </a:lnSpc>
              <a:spcBef>
                <a:spcPts val="0"/>
              </a:spcBef>
              <a:spcAft>
                <a:spcPts val="700"/>
              </a:spcAft>
            </a:pPr>
            <a:r>
              <a:rPr sz="2400" b="1" i="0" dirty="0">
                <a:solidFill>
                  <a:srgbClr val="5E6E2E"/>
                </a:solidFill>
                <a:latin typeface="Calibri"/>
              </a:rPr>
              <a:t>▪  </a:t>
            </a:r>
            <a:r>
              <a:rPr sz="2400" b="0" i="0" dirty="0">
                <a:solidFill>
                  <a:srgbClr val="2E3517"/>
                </a:solidFill>
                <a:latin typeface="Calibri"/>
              </a:rPr>
              <a:t>Metrics interpreted per target </a:t>
            </a:r>
            <a:r>
              <a:rPr lang="he-IL" sz="2400" b="0" i="0" dirty="0">
                <a:solidFill>
                  <a:srgbClr val="2E3517"/>
                </a:solidFill>
                <a:latin typeface="Calibri"/>
              </a:rPr>
              <a:t>-</a:t>
            </a:r>
            <a:r>
              <a:rPr sz="2400" b="0" i="0" dirty="0">
                <a:solidFill>
                  <a:srgbClr val="2E3517"/>
                </a:solidFill>
                <a:latin typeface="Calibri"/>
              </a:rPr>
              <a:t> pH (units) and EC (mS/cm).</a:t>
            </a:r>
          </a:p>
        </p:txBody>
      </p:sp>
      <p:pic>
        <p:nvPicPr>
          <p:cNvPr id="79" name="Picture 75" descr="walkforward.png"/>
          <p:cNvPicPr>
            <a:picLocks noChangeAspect="1"/>
          </p:cNvPicPr>
          <p:nvPr/>
        </p:nvPicPr>
        <p:blipFill>
          <a:blip r:embed="rId9"/>
          <a:stretch>
            <a:fillRect/>
          </a:stretch>
        </p:blipFill>
        <p:spPr>
          <a:xfrm>
            <a:off x="15196650" y="6548325"/>
            <a:ext cx="7056000" cy="4302748"/>
          </a:xfrm>
          <a:prstGeom prst="rect">
            <a:avLst/>
          </a:prstGeom>
        </p:spPr>
      </p:pic>
    </p:spTree>
    <p:extLst>
      <p:ext uri="{BB962C8B-B14F-4D97-AF65-F5344CB8AC3E}">
        <p14:creationId xmlns:p14="http://schemas.microsoft.com/office/powerpoint/2010/main" val="1587688478"/>
      </p:ext>
    </p:extLst>
  </p:cSld>
  <p:clrMapOvr>
    <a:masterClrMapping/>
  </p:clrMapOvr>
</p:sld>
</file>

<file path=ppt/theme/theme1.xml><?xml version="1.0" encoding="utf-8"?>
<a:theme xmlns:a="http://schemas.openxmlformats.org/drawingml/2006/main" name="PosterPresentations.com-70CMx100CM">
  <a:themeElements>
    <a:clrScheme name="Paper">
      <a:dk1>
        <a:sysClr val="windowText" lastClr="000000"/>
      </a:dk1>
      <a:lt1>
        <a:sysClr val="window" lastClr="FFFFFF"/>
      </a:lt1>
      <a:dk2>
        <a:srgbClr val="444D26"/>
      </a:dk2>
      <a:lt2>
        <a:srgbClr val="FEFAC9"/>
      </a:lt2>
      <a:accent1>
        <a:srgbClr val="A5B592"/>
      </a:accent1>
      <a:accent2>
        <a:srgbClr val="F3A447"/>
      </a:accent2>
      <a:accent3>
        <a:srgbClr val="E7BC29"/>
      </a:accent3>
      <a:accent4>
        <a:srgbClr val="D092A7"/>
      </a:accent4>
      <a:accent5>
        <a:srgbClr val="9C85C0"/>
      </a:accent5>
      <a:accent6>
        <a:srgbClr val="809EC2"/>
      </a:accent6>
      <a:hlink>
        <a:srgbClr val="8E58B6"/>
      </a:hlink>
      <a:folHlink>
        <a:srgbClr val="7F6F6F"/>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txDef>
      <a:spPr>
        <a:noFill/>
      </a:spPr>
      <a:bodyPr wrap="square" rtlCol="0">
        <a:spAutoFit/>
      </a:bodyPr>
      <a:lstStyle>
        <a:defPPr>
          <a:defRPr sz="2400" dirty="0">
            <a:latin typeface="Times New Roman" panose="02020603050405020304" pitchFamily="18" charset="0"/>
            <a:cs typeface="Times New Roman" panose="02020603050405020304" pitchFamily="18" charset="0"/>
          </a:defRPr>
        </a:defPPr>
      </a:lstStyle>
    </a:txDef>
  </a:objectDefaults>
  <a:extraClrSchemeLst/>
</a:theme>
</file>

<file path=ppt/theme/theme2.xml><?xml version="1.0" encoding="utf-8"?>
<a:theme xmlns:a="http://schemas.openxmlformats.org/drawingml/2006/main" name="Without Quick Guides">
  <a:themeElements>
    <a:clrScheme name="Paper">
      <a:dk1>
        <a:sysClr val="windowText" lastClr="000000"/>
      </a:dk1>
      <a:lt1>
        <a:sysClr val="window" lastClr="FFFFFF"/>
      </a:lt1>
      <a:dk2>
        <a:srgbClr val="444D26"/>
      </a:dk2>
      <a:lt2>
        <a:srgbClr val="FEFAC9"/>
      </a:lt2>
      <a:accent1>
        <a:srgbClr val="A5B592"/>
      </a:accent1>
      <a:accent2>
        <a:srgbClr val="F3A447"/>
      </a:accent2>
      <a:accent3>
        <a:srgbClr val="E7BC29"/>
      </a:accent3>
      <a:accent4>
        <a:srgbClr val="D092A7"/>
      </a:accent4>
      <a:accent5>
        <a:srgbClr val="9C85C0"/>
      </a:accent5>
      <a:accent6>
        <a:srgbClr val="809EC2"/>
      </a:accent6>
      <a:hlink>
        <a:srgbClr val="8E58B6"/>
      </a:hlink>
      <a:folHlink>
        <a:srgbClr val="7F6F6F"/>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txDef>
      <a:spPr>
        <a:noFill/>
      </a:spPr>
      <a:bodyPr wrap="square" rtlCol="0">
        <a:spAutoFit/>
      </a:bodyPr>
      <a:lstStyle>
        <a:defPPr>
          <a:defRPr sz="2400" dirty="0">
            <a:latin typeface="Times New Roman" panose="02020603050405020304" pitchFamily="18" charset="0"/>
            <a:cs typeface="Times New Roman" panose="02020603050405020304" pitchFamily="18" charset="0"/>
          </a:defRPr>
        </a:defPPr>
      </a:lstStyle>
    </a:txDef>
  </a:objectDefaults>
  <a:extraClrSchemeLst/>
</a:theme>
</file>

<file path=ppt/theme/theme3.xml><?xml version="1.0" encoding="utf-8"?>
<a:theme xmlns:a="http://schemas.openxmlformats.org/drawingml/2006/main" name="Classic - Wide Center">
  <a:themeElements>
    <a:clrScheme name="Paper">
      <a:dk1>
        <a:sysClr val="windowText" lastClr="000000"/>
      </a:dk1>
      <a:lt1>
        <a:sysClr val="window" lastClr="FFFFFF"/>
      </a:lt1>
      <a:dk2>
        <a:srgbClr val="444D26"/>
      </a:dk2>
      <a:lt2>
        <a:srgbClr val="FEFAC9"/>
      </a:lt2>
      <a:accent1>
        <a:srgbClr val="A5B592"/>
      </a:accent1>
      <a:accent2>
        <a:srgbClr val="F3A447"/>
      </a:accent2>
      <a:accent3>
        <a:srgbClr val="E7BC29"/>
      </a:accent3>
      <a:accent4>
        <a:srgbClr val="D092A7"/>
      </a:accent4>
      <a:accent5>
        <a:srgbClr val="9C85C0"/>
      </a:accent5>
      <a:accent6>
        <a:srgbClr val="809EC2"/>
      </a:accent6>
      <a:hlink>
        <a:srgbClr val="8E58B6"/>
      </a:hlink>
      <a:folHlink>
        <a:srgbClr val="7F6F6F"/>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txDef>
      <a:spPr>
        <a:noFill/>
      </a:spPr>
      <a:bodyPr wrap="square" rtlCol="0">
        <a:spAutoFit/>
      </a:bodyPr>
      <a:lstStyle>
        <a:defPPr>
          <a:defRPr sz="2400" dirty="0">
            <a:latin typeface="Times New Roman" panose="02020603050405020304" pitchFamily="18" charset="0"/>
            <a:cs typeface="Times New Roman" panose="02020603050405020304" pitchFamily="18" charset="0"/>
          </a:defRPr>
        </a:defPPr>
      </a:lstStyle>
    </a:txDef>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PosterPresentations.com-70CMx100CM</Template>
  <TotalTime>110</TotalTime>
  <Words>616</Words>
  <Application>Microsoft Office PowerPoint</Application>
  <PresentationFormat>מותאם אישית</PresentationFormat>
  <Paragraphs>74</Paragraphs>
  <Slides>1</Slides>
  <Notes>0</Notes>
  <HiddenSlides>0</HiddenSlides>
  <MMClips>0</MMClips>
  <ScaleCrop>false</ScaleCrop>
  <HeadingPairs>
    <vt:vector size="6" baseType="variant">
      <vt:variant>
        <vt:lpstr>גופנים בשימוש</vt:lpstr>
      </vt:variant>
      <vt:variant>
        <vt:i4>6</vt:i4>
      </vt:variant>
      <vt:variant>
        <vt:lpstr>ערכת נושא</vt:lpstr>
      </vt:variant>
      <vt:variant>
        <vt:i4>3</vt:i4>
      </vt:variant>
      <vt:variant>
        <vt:lpstr>כותרות שקופיות</vt:lpstr>
      </vt:variant>
      <vt:variant>
        <vt:i4>1</vt:i4>
      </vt:variant>
    </vt:vector>
  </HeadingPairs>
  <TitlesOfParts>
    <vt:vector size="10" baseType="lpstr">
      <vt:lpstr>Arial</vt:lpstr>
      <vt:lpstr>Arial Black</vt:lpstr>
      <vt:lpstr>Calibri</vt:lpstr>
      <vt:lpstr>Cambria</vt:lpstr>
      <vt:lpstr>Times New Roman</vt:lpstr>
      <vt:lpstr>Trebuchet MS</vt:lpstr>
      <vt:lpstr>PosterPresentations.com-70CMx100CM</vt:lpstr>
      <vt:lpstr>Without Quick Guides</vt:lpstr>
      <vt:lpstr>Classic - Wide Center</vt:lpstr>
      <vt:lpstr>מצגת של PowerPoint‏</vt:lpstr>
    </vt:vector>
  </TitlesOfParts>
  <Company>Hewlett-Packard Company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CanterburyMedia</dc:creator>
  <dc:description>This template is the property of PosterPresentations.com. Call us if you need help with this poster template._x000d_
1-866-649-3004           _x000d_
 (c)PosterPresentations.com</dc:description>
  <cp:lastModifiedBy>עדן אליהו</cp:lastModifiedBy>
  <cp:revision>44</cp:revision>
  <dcterms:created xsi:type="dcterms:W3CDTF">2012-02-10T00:10:15Z</dcterms:created>
  <dcterms:modified xsi:type="dcterms:W3CDTF">2026-05-31T10:04:26Z</dcterms:modified>
</cp:coreProperties>
</file>