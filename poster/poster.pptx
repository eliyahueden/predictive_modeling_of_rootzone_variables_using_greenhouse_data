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4260" r:id="rId1"/>
  </p:sldMasterIdLst>
  <p:handoutMasterIdLst>
    <p:handoutMasterId r:id="rId3"/>
  </p:handoutMasterIdLst>
  <p:sldIdLst>
    <p:sldId id="256" r:id="rId2"/>
  </p:sldIdLst>
  <p:sldSz cx="25201563" cy="35999738"/>
  <p:notesSz cx="7010400" cy="9271000"/>
  <p:custDataLst>
    <p:tags r:id="rId4"/>
  </p:custDataLst>
  <p:defaultTextStyle>
    <a:defPPr>
      <a:defRPr lang="en-US"/>
    </a:defPPr>
    <a:lvl1pPr marL="0" algn="l" defTabSz="2992807" rtl="0" eaLnBrk="1" latinLnBrk="0" hangingPunct="1">
      <a:defRPr sz="5896" kern="1200">
        <a:solidFill>
          <a:schemeClr val="tx1"/>
        </a:solidFill>
        <a:latin typeface="+mn-lt"/>
        <a:ea typeface="+mn-ea"/>
        <a:cs typeface="+mn-cs"/>
      </a:defRPr>
    </a:lvl1pPr>
    <a:lvl2pPr marL="1496404" algn="l" defTabSz="2992807" rtl="0" eaLnBrk="1" latinLnBrk="0" hangingPunct="1">
      <a:defRPr sz="5896" kern="1200">
        <a:solidFill>
          <a:schemeClr val="tx1"/>
        </a:solidFill>
        <a:latin typeface="+mn-lt"/>
        <a:ea typeface="+mn-ea"/>
        <a:cs typeface="+mn-cs"/>
      </a:defRPr>
    </a:lvl2pPr>
    <a:lvl3pPr marL="2992807" algn="l" defTabSz="2992807" rtl="0" eaLnBrk="1" latinLnBrk="0" hangingPunct="1">
      <a:defRPr sz="5896" kern="1200">
        <a:solidFill>
          <a:schemeClr val="tx1"/>
        </a:solidFill>
        <a:latin typeface="+mn-lt"/>
        <a:ea typeface="+mn-ea"/>
        <a:cs typeface="+mn-cs"/>
      </a:defRPr>
    </a:lvl3pPr>
    <a:lvl4pPr marL="4489212" algn="l" defTabSz="2992807" rtl="0" eaLnBrk="1" latinLnBrk="0" hangingPunct="1">
      <a:defRPr sz="5896" kern="1200">
        <a:solidFill>
          <a:schemeClr val="tx1"/>
        </a:solidFill>
        <a:latin typeface="+mn-lt"/>
        <a:ea typeface="+mn-ea"/>
        <a:cs typeface="+mn-cs"/>
      </a:defRPr>
    </a:lvl4pPr>
    <a:lvl5pPr marL="5985620" algn="l" defTabSz="2992807" rtl="0" eaLnBrk="1" latinLnBrk="0" hangingPunct="1">
      <a:defRPr sz="5896" kern="1200">
        <a:solidFill>
          <a:schemeClr val="tx1"/>
        </a:solidFill>
        <a:latin typeface="+mn-lt"/>
        <a:ea typeface="+mn-ea"/>
        <a:cs typeface="+mn-cs"/>
      </a:defRPr>
    </a:lvl5pPr>
    <a:lvl6pPr marL="7482023" algn="l" defTabSz="2992807" rtl="0" eaLnBrk="1" latinLnBrk="0" hangingPunct="1">
      <a:defRPr sz="5896" kern="1200">
        <a:solidFill>
          <a:schemeClr val="tx1"/>
        </a:solidFill>
        <a:latin typeface="+mn-lt"/>
        <a:ea typeface="+mn-ea"/>
        <a:cs typeface="+mn-cs"/>
      </a:defRPr>
    </a:lvl6pPr>
    <a:lvl7pPr marL="8978430" algn="l" defTabSz="2992807" rtl="0" eaLnBrk="1" latinLnBrk="0" hangingPunct="1">
      <a:defRPr sz="5896" kern="1200">
        <a:solidFill>
          <a:schemeClr val="tx1"/>
        </a:solidFill>
        <a:latin typeface="+mn-lt"/>
        <a:ea typeface="+mn-ea"/>
        <a:cs typeface="+mn-cs"/>
      </a:defRPr>
    </a:lvl7pPr>
    <a:lvl8pPr marL="10474834" algn="l" defTabSz="2992807" rtl="0" eaLnBrk="1" latinLnBrk="0" hangingPunct="1">
      <a:defRPr sz="5896" kern="1200">
        <a:solidFill>
          <a:schemeClr val="tx1"/>
        </a:solidFill>
        <a:latin typeface="+mn-lt"/>
        <a:ea typeface="+mn-ea"/>
        <a:cs typeface="+mn-cs"/>
      </a:defRPr>
    </a:lvl8pPr>
    <a:lvl9pPr marL="11971239" algn="l" defTabSz="2992807" rtl="0" eaLnBrk="1" latinLnBrk="0" hangingPunct="1">
      <a:defRPr sz="589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1102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5078"/>
    <a:srgbClr val="FBFEF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069" autoAdjust="0"/>
    <p:restoredTop sz="97386" autoAdjust="0"/>
  </p:normalViewPr>
  <p:slideViewPr>
    <p:cSldViewPr snapToGrid="0">
      <p:cViewPr varScale="1">
        <p:scale>
          <a:sx n="36" d="100"/>
          <a:sy n="36" d="100"/>
        </p:scale>
        <p:origin x="96" y="930"/>
      </p:cViewPr>
      <p:guideLst>
        <p:guide orient="horz"/>
        <p:guide pos="110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66" d="100"/>
          <a:sy n="66" d="100"/>
        </p:scale>
        <p:origin x="6180" y="16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handoutMaster" Target="handoutMasters/handout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3550"/>
          </a:xfrm>
          <a:prstGeom prst="rect">
            <a:avLst/>
          </a:prstGeom>
        </p:spPr>
        <p:txBody>
          <a:bodyPr vert="horz" lIns="93031" tIns="46516" rIns="93031" bIns="46516" rtlCol="0"/>
          <a:lstStyle>
            <a:defPPr>
              <a:defRPr kern="1200"/>
            </a:defPPr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3550"/>
          </a:xfrm>
          <a:prstGeom prst="rect">
            <a:avLst/>
          </a:prstGeom>
        </p:spPr>
        <p:txBody>
          <a:bodyPr vert="horz" lIns="93031" tIns="46516" rIns="93031" bIns="46516" rtlCol="0"/>
          <a:lstStyle>
            <a:defPPr>
              <a:defRPr kern="1200"/>
            </a:defPPr>
            <a:lvl1pPr algn="r">
              <a:defRPr sz="1200"/>
            </a:lvl1pPr>
          </a:lstStyle>
          <a:p>
            <a:fld id="{302F586B-0015-43FB-918D-31E1A09780E3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05841"/>
            <a:ext cx="3037840" cy="463550"/>
          </a:xfrm>
          <a:prstGeom prst="rect">
            <a:avLst/>
          </a:prstGeom>
        </p:spPr>
        <p:txBody>
          <a:bodyPr vert="horz" lIns="93031" tIns="46516" rIns="93031" bIns="46516" rtlCol="0" anchor="b"/>
          <a:lstStyle>
            <a:defPPr>
              <a:defRPr kern="1200"/>
            </a:defPPr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05841"/>
            <a:ext cx="3037840" cy="463550"/>
          </a:xfrm>
          <a:prstGeom prst="rect">
            <a:avLst/>
          </a:prstGeom>
        </p:spPr>
        <p:txBody>
          <a:bodyPr vert="horz" lIns="93031" tIns="46516" rIns="93031" bIns="46516" rtlCol="0" anchor="b"/>
          <a:lstStyle>
            <a:defPPr>
              <a:defRPr kern="1200"/>
            </a:defPPr>
            <a:lvl1pPr algn="r">
              <a:defRPr sz="1200"/>
            </a:lvl1pPr>
          </a:lstStyle>
          <a:p>
            <a:fld id="{5F29C2D4-4424-41A2-A90C-29D31B733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513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955731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31252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752" y="23133173"/>
            <a:ext cx="21421330" cy="7149948"/>
          </a:xfrm>
        </p:spPr>
        <p:txBody>
          <a:bodyPr anchor="t"/>
          <a:lstStyle>
            <a:defPPr>
              <a:defRPr kern="1200"/>
            </a:defPPr>
            <a:lvl1pPr algn="l">
              <a:defRPr sz="941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90752" y="15258228"/>
            <a:ext cx="21421330" cy="7874940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4681">
                <a:solidFill>
                  <a:schemeClr val="tx1">
                    <a:tint val="75000"/>
                  </a:schemeClr>
                </a:solidFill>
              </a:defRPr>
            </a:lvl1pPr>
            <a:lvl2pPr marL="1073474" indent="0">
              <a:buNone/>
              <a:defRPr sz="4224">
                <a:solidFill>
                  <a:schemeClr val="tx1">
                    <a:tint val="75000"/>
                  </a:schemeClr>
                </a:solidFill>
              </a:defRPr>
            </a:lvl2pPr>
            <a:lvl3pPr marL="2146949" indent="0">
              <a:buNone/>
              <a:defRPr sz="3767">
                <a:solidFill>
                  <a:schemeClr val="tx1">
                    <a:tint val="75000"/>
                  </a:schemeClr>
                </a:solidFill>
              </a:defRPr>
            </a:lvl3pPr>
            <a:lvl4pPr marL="3220423" indent="0">
              <a:buNone/>
              <a:defRPr sz="3311">
                <a:solidFill>
                  <a:schemeClr val="tx1">
                    <a:tint val="75000"/>
                  </a:schemeClr>
                </a:solidFill>
              </a:defRPr>
            </a:lvl4pPr>
            <a:lvl5pPr marL="4293898" indent="0">
              <a:buNone/>
              <a:defRPr sz="3311">
                <a:solidFill>
                  <a:schemeClr val="tx1">
                    <a:tint val="75000"/>
                  </a:schemeClr>
                </a:solidFill>
              </a:defRPr>
            </a:lvl5pPr>
            <a:lvl6pPr marL="5367373" indent="0">
              <a:buNone/>
              <a:defRPr sz="3311">
                <a:solidFill>
                  <a:schemeClr val="tx1">
                    <a:tint val="75000"/>
                  </a:schemeClr>
                </a:solidFill>
              </a:defRPr>
            </a:lvl6pPr>
            <a:lvl7pPr marL="6440848" indent="0">
              <a:buNone/>
              <a:defRPr sz="3311">
                <a:solidFill>
                  <a:schemeClr val="tx1">
                    <a:tint val="75000"/>
                  </a:schemeClr>
                </a:solidFill>
              </a:defRPr>
            </a:lvl7pPr>
            <a:lvl8pPr marL="7514322" indent="0">
              <a:buNone/>
              <a:defRPr sz="3311">
                <a:solidFill>
                  <a:schemeClr val="tx1">
                    <a:tint val="75000"/>
                  </a:schemeClr>
                </a:solidFill>
              </a:defRPr>
            </a:lvl8pPr>
            <a:lvl9pPr marL="8587796" indent="0">
              <a:buNone/>
              <a:defRPr sz="331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84067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0079" y="8399944"/>
            <a:ext cx="11130691" cy="23758163"/>
          </a:xfrm>
        </p:spPr>
        <p:txBody>
          <a:bodyPr/>
          <a:lstStyle>
            <a:defPPr>
              <a:defRPr kern="1200"/>
            </a:defPPr>
            <a:lvl1pPr>
              <a:defRPr sz="6565"/>
            </a:lvl1pPr>
            <a:lvl2pPr>
              <a:defRPr sz="5652"/>
            </a:lvl2pPr>
            <a:lvl3pPr>
              <a:defRPr sz="4681"/>
            </a:lvl3pPr>
            <a:lvl4pPr>
              <a:defRPr sz="4224"/>
            </a:lvl4pPr>
            <a:lvl5pPr>
              <a:defRPr sz="4224"/>
            </a:lvl5pPr>
            <a:lvl6pPr>
              <a:defRPr sz="4224"/>
            </a:lvl6pPr>
            <a:lvl7pPr>
              <a:defRPr sz="4224"/>
            </a:lvl7pPr>
            <a:lvl8pPr>
              <a:defRPr sz="4224"/>
            </a:lvl8pPr>
            <a:lvl9pPr>
              <a:defRPr sz="422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10796" y="8399944"/>
            <a:ext cx="11130691" cy="23758163"/>
          </a:xfrm>
        </p:spPr>
        <p:txBody>
          <a:bodyPr/>
          <a:lstStyle>
            <a:defPPr>
              <a:defRPr kern="1200"/>
            </a:defPPr>
            <a:lvl1pPr>
              <a:defRPr sz="6565"/>
            </a:lvl1pPr>
            <a:lvl2pPr>
              <a:defRPr sz="5652"/>
            </a:lvl2pPr>
            <a:lvl3pPr>
              <a:defRPr sz="4681"/>
            </a:lvl3pPr>
            <a:lvl4pPr>
              <a:defRPr sz="4224"/>
            </a:lvl4pPr>
            <a:lvl5pPr>
              <a:defRPr sz="4224"/>
            </a:lvl5pPr>
            <a:lvl6pPr>
              <a:defRPr sz="4224"/>
            </a:lvl6pPr>
            <a:lvl7pPr>
              <a:defRPr sz="4224"/>
            </a:lvl7pPr>
            <a:lvl8pPr>
              <a:defRPr sz="4224"/>
            </a:lvl8pPr>
            <a:lvl9pPr>
              <a:defRPr sz="422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32779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0080" y="8058281"/>
            <a:ext cx="11135067" cy="3358306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5652" b="1"/>
            </a:lvl1pPr>
            <a:lvl2pPr marL="1073474" indent="0">
              <a:buNone/>
              <a:defRPr sz="4681" b="1"/>
            </a:lvl2pPr>
            <a:lvl3pPr marL="2146949" indent="0">
              <a:buNone/>
              <a:defRPr sz="4224" b="1"/>
            </a:lvl3pPr>
            <a:lvl4pPr marL="3220423" indent="0">
              <a:buNone/>
              <a:defRPr sz="3767" b="1"/>
            </a:lvl4pPr>
            <a:lvl5pPr marL="4293898" indent="0">
              <a:buNone/>
              <a:defRPr sz="3767" b="1"/>
            </a:lvl5pPr>
            <a:lvl6pPr marL="5367373" indent="0">
              <a:buNone/>
              <a:defRPr sz="3767" b="1"/>
            </a:lvl6pPr>
            <a:lvl7pPr marL="6440848" indent="0">
              <a:buNone/>
              <a:defRPr sz="3767" b="1"/>
            </a:lvl7pPr>
            <a:lvl8pPr marL="7514322" indent="0">
              <a:buNone/>
              <a:defRPr sz="3767" b="1"/>
            </a:lvl8pPr>
            <a:lvl9pPr marL="8587796" indent="0">
              <a:buNone/>
              <a:defRPr sz="37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0080" y="11416586"/>
            <a:ext cx="11135067" cy="20741519"/>
          </a:xfrm>
        </p:spPr>
        <p:txBody>
          <a:bodyPr/>
          <a:lstStyle>
            <a:defPPr>
              <a:defRPr kern="1200"/>
            </a:defPPr>
            <a:lvl1pPr>
              <a:defRPr sz="5652"/>
            </a:lvl1pPr>
            <a:lvl2pPr>
              <a:defRPr sz="4681"/>
            </a:lvl2pPr>
            <a:lvl3pPr>
              <a:defRPr sz="4224"/>
            </a:lvl3pPr>
            <a:lvl4pPr>
              <a:defRPr sz="3767"/>
            </a:lvl4pPr>
            <a:lvl5pPr>
              <a:defRPr sz="3767"/>
            </a:lvl5pPr>
            <a:lvl6pPr>
              <a:defRPr sz="3767"/>
            </a:lvl6pPr>
            <a:lvl7pPr>
              <a:defRPr sz="3767"/>
            </a:lvl7pPr>
            <a:lvl8pPr>
              <a:defRPr sz="3767"/>
            </a:lvl8pPr>
            <a:lvl9pPr>
              <a:defRPr sz="37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802045" y="8058281"/>
            <a:ext cx="11139440" cy="3358306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5652" b="1"/>
            </a:lvl1pPr>
            <a:lvl2pPr marL="1073474" indent="0">
              <a:buNone/>
              <a:defRPr sz="4681" b="1"/>
            </a:lvl2pPr>
            <a:lvl3pPr marL="2146949" indent="0">
              <a:buNone/>
              <a:defRPr sz="4224" b="1"/>
            </a:lvl3pPr>
            <a:lvl4pPr marL="3220423" indent="0">
              <a:buNone/>
              <a:defRPr sz="3767" b="1"/>
            </a:lvl4pPr>
            <a:lvl5pPr marL="4293898" indent="0">
              <a:buNone/>
              <a:defRPr sz="3767" b="1"/>
            </a:lvl5pPr>
            <a:lvl6pPr marL="5367373" indent="0">
              <a:buNone/>
              <a:defRPr sz="3767" b="1"/>
            </a:lvl6pPr>
            <a:lvl7pPr marL="6440848" indent="0">
              <a:buNone/>
              <a:defRPr sz="3767" b="1"/>
            </a:lvl7pPr>
            <a:lvl8pPr marL="7514322" indent="0">
              <a:buNone/>
              <a:defRPr sz="3767" b="1"/>
            </a:lvl8pPr>
            <a:lvl9pPr marL="8587796" indent="0">
              <a:buNone/>
              <a:defRPr sz="37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802045" y="11416586"/>
            <a:ext cx="11139440" cy="20741519"/>
          </a:xfrm>
        </p:spPr>
        <p:txBody>
          <a:bodyPr/>
          <a:lstStyle>
            <a:defPPr>
              <a:defRPr kern="1200"/>
            </a:defPPr>
            <a:lvl1pPr>
              <a:defRPr sz="5652"/>
            </a:lvl1pPr>
            <a:lvl2pPr>
              <a:defRPr sz="4681"/>
            </a:lvl2pPr>
            <a:lvl3pPr>
              <a:defRPr sz="4224"/>
            </a:lvl3pPr>
            <a:lvl4pPr>
              <a:defRPr sz="3767"/>
            </a:lvl4pPr>
            <a:lvl5pPr>
              <a:defRPr sz="3767"/>
            </a:lvl5pPr>
            <a:lvl6pPr>
              <a:defRPr sz="3767"/>
            </a:lvl6pPr>
            <a:lvl7pPr>
              <a:defRPr sz="3767"/>
            </a:lvl7pPr>
            <a:lvl8pPr>
              <a:defRPr sz="3767"/>
            </a:lvl8pPr>
            <a:lvl9pPr>
              <a:defRPr sz="37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03302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1450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814781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083" y="1433323"/>
            <a:ext cx="8291141" cy="6099956"/>
          </a:xfrm>
        </p:spPr>
        <p:txBody>
          <a:bodyPr anchor="b"/>
          <a:lstStyle>
            <a:defPPr>
              <a:defRPr kern="1200"/>
            </a:defPPr>
            <a:lvl1pPr algn="l">
              <a:defRPr sz="468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3110" y="1433324"/>
            <a:ext cx="14088374" cy="30724779"/>
          </a:xfrm>
        </p:spPr>
        <p:txBody>
          <a:bodyPr/>
          <a:lstStyle>
            <a:defPPr>
              <a:defRPr kern="1200"/>
            </a:defPPr>
            <a:lvl1pPr>
              <a:defRPr sz="7535"/>
            </a:lvl1pPr>
            <a:lvl2pPr>
              <a:defRPr sz="6565"/>
            </a:lvl2pPr>
            <a:lvl3pPr>
              <a:defRPr sz="5652"/>
            </a:lvl3pPr>
            <a:lvl4pPr>
              <a:defRPr sz="4681"/>
            </a:lvl4pPr>
            <a:lvl5pPr>
              <a:defRPr sz="4681"/>
            </a:lvl5pPr>
            <a:lvl6pPr>
              <a:defRPr sz="4681"/>
            </a:lvl6pPr>
            <a:lvl7pPr>
              <a:defRPr sz="4681"/>
            </a:lvl7pPr>
            <a:lvl8pPr>
              <a:defRPr sz="4681"/>
            </a:lvl8pPr>
            <a:lvl9pPr>
              <a:defRPr sz="4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0083" y="7533282"/>
            <a:ext cx="8291141" cy="24624823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3311"/>
            </a:lvl1pPr>
            <a:lvl2pPr marL="1073474" indent="0">
              <a:buNone/>
              <a:defRPr sz="2798"/>
            </a:lvl2pPr>
            <a:lvl3pPr marL="2146949" indent="0">
              <a:buNone/>
              <a:defRPr sz="2341"/>
            </a:lvl3pPr>
            <a:lvl4pPr marL="3220423" indent="0">
              <a:buNone/>
              <a:defRPr sz="2113"/>
            </a:lvl4pPr>
            <a:lvl5pPr marL="4293898" indent="0">
              <a:buNone/>
              <a:defRPr sz="2113"/>
            </a:lvl5pPr>
            <a:lvl6pPr marL="5367373" indent="0">
              <a:buNone/>
              <a:defRPr sz="2113"/>
            </a:lvl6pPr>
            <a:lvl7pPr marL="6440848" indent="0">
              <a:buNone/>
              <a:defRPr sz="2113"/>
            </a:lvl7pPr>
            <a:lvl8pPr marL="7514322" indent="0">
              <a:buNone/>
              <a:defRPr sz="2113"/>
            </a:lvl8pPr>
            <a:lvl9pPr marL="8587796" indent="0">
              <a:buNone/>
              <a:defRPr sz="21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44970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9685" y="25199819"/>
            <a:ext cx="15120939" cy="2974981"/>
          </a:xfrm>
        </p:spPr>
        <p:txBody>
          <a:bodyPr anchor="b"/>
          <a:lstStyle>
            <a:defPPr>
              <a:defRPr kern="1200"/>
            </a:defPPr>
            <a:lvl1pPr algn="l">
              <a:defRPr sz="468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939685" y="3216647"/>
            <a:ext cx="15120939" cy="21599841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7535"/>
            </a:lvl1pPr>
            <a:lvl2pPr marL="1073474" indent="0">
              <a:buNone/>
              <a:defRPr sz="6565"/>
            </a:lvl2pPr>
            <a:lvl3pPr marL="2146949" indent="0">
              <a:buNone/>
              <a:defRPr sz="5652"/>
            </a:lvl3pPr>
            <a:lvl4pPr marL="3220423" indent="0">
              <a:buNone/>
              <a:defRPr sz="4681"/>
            </a:lvl4pPr>
            <a:lvl5pPr marL="4293898" indent="0">
              <a:buNone/>
              <a:defRPr sz="4681"/>
            </a:lvl5pPr>
            <a:lvl6pPr marL="5367373" indent="0">
              <a:buNone/>
              <a:defRPr sz="4681"/>
            </a:lvl6pPr>
            <a:lvl7pPr marL="6440848" indent="0">
              <a:buNone/>
              <a:defRPr sz="4681"/>
            </a:lvl7pPr>
            <a:lvl8pPr marL="7514322" indent="0">
              <a:buNone/>
              <a:defRPr sz="4681"/>
            </a:lvl8pPr>
            <a:lvl9pPr marL="8587796" indent="0">
              <a:buNone/>
              <a:defRPr sz="4681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39685" y="28174801"/>
            <a:ext cx="15120939" cy="4224966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3311"/>
            </a:lvl1pPr>
            <a:lvl2pPr marL="1073474" indent="0">
              <a:buNone/>
              <a:defRPr sz="2798"/>
            </a:lvl2pPr>
            <a:lvl3pPr marL="2146949" indent="0">
              <a:buNone/>
              <a:defRPr sz="2341"/>
            </a:lvl3pPr>
            <a:lvl4pPr marL="3220423" indent="0">
              <a:buNone/>
              <a:defRPr sz="2113"/>
            </a:lvl4pPr>
            <a:lvl5pPr marL="4293898" indent="0">
              <a:buNone/>
              <a:defRPr sz="2113"/>
            </a:lvl5pPr>
            <a:lvl6pPr marL="5367373" indent="0">
              <a:buNone/>
              <a:defRPr sz="2113"/>
            </a:lvl6pPr>
            <a:lvl7pPr marL="6440848" indent="0">
              <a:buNone/>
              <a:defRPr sz="2113"/>
            </a:lvl7pPr>
            <a:lvl8pPr marL="7514322" indent="0">
              <a:buNone/>
              <a:defRPr sz="2113"/>
            </a:lvl8pPr>
            <a:lvl9pPr marL="8587796" indent="0">
              <a:buNone/>
              <a:defRPr sz="21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62618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52483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271134" y="1441664"/>
            <a:ext cx="5670352" cy="30716444"/>
          </a:xfrm>
        </p:spPr>
        <p:txBody>
          <a:bodyPr vert="eaVert"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60080" y="1441664"/>
            <a:ext cx="16591028" cy="30716444"/>
          </a:xfr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87228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0081" y="1441659"/>
            <a:ext cx="22681405" cy="5999956"/>
          </a:xfrm>
          <a:prstGeom prst="rect">
            <a:avLst/>
          </a:prstGeom>
        </p:spPr>
        <p:txBody>
          <a:bodyPr vert="horz" lIns="376108" tIns="188056" rIns="376108" bIns="188056" rtlCol="0" anchor="ctr">
            <a:normAutofit/>
          </a:bodyPr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0081" y="8399944"/>
            <a:ext cx="22681405" cy="23758163"/>
          </a:xfrm>
          <a:prstGeom prst="rect">
            <a:avLst/>
          </a:prstGeom>
        </p:spPr>
        <p:txBody>
          <a:bodyPr vert="horz" lIns="376108" tIns="188056" rIns="376108" bIns="188056" rtlCol="0">
            <a:normAutofit/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60078" y="33366434"/>
            <a:ext cx="5880365" cy="1916653"/>
          </a:xfrm>
          <a:prstGeom prst="rect">
            <a:avLst/>
          </a:prstGeom>
        </p:spPr>
        <p:txBody>
          <a:bodyPr vert="horz" lIns="376108" tIns="188056" rIns="376108" bIns="188056" rtlCol="0" anchor="ctr"/>
          <a:lstStyle>
            <a:defPPr>
              <a:defRPr kern="1200"/>
            </a:defPPr>
            <a:lvl1pPr algn="l">
              <a:defRPr sz="2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3EE5B7-680E-44FF-962F-3113FAB5030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610536" y="33366434"/>
            <a:ext cx="7980495" cy="1916653"/>
          </a:xfrm>
          <a:prstGeom prst="rect">
            <a:avLst/>
          </a:prstGeom>
        </p:spPr>
        <p:txBody>
          <a:bodyPr vert="horz" lIns="376108" tIns="188056" rIns="376108" bIns="188056" rtlCol="0" anchor="ctr"/>
          <a:lstStyle>
            <a:defPPr>
              <a:defRPr kern="1200"/>
            </a:defPPr>
            <a:lvl1pPr algn="ctr">
              <a:defRPr sz="2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061121" y="33366434"/>
            <a:ext cx="5880365" cy="1916653"/>
          </a:xfrm>
          <a:prstGeom prst="rect">
            <a:avLst/>
          </a:prstGeom>
        </p:spPr>
        <p:txBody>
          <a:bodyPr vert="horz" lIns="376108" tIns="188056" rIns="376108" bIns="188056" rtlCol="0" anchor="ctr"/>
          <a:lstStyle>
            <a:defPPr>
              <a:defRPr kern="1200"/>
            </a:defPPr>
            <a:lvl1pPr algn="r">
              <a:defRPr sz="2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New picture"/>
          <p:cNvPicPr/>
          <p:nvPr/>
        </p:nvPicPr>
        <p:blipFill>
          <a:blip r:embed="rId13"/>
          <a:stretch>
            <a:fillRect/>
          </a:stretch>
        </p:blipFill>
        <p:spPr>
          <a:xfrm rot="16200000">
            <a:off x="-8868199" y="18107403"/>
            <a:ext cx="11708248" cy="3014075"/>
          </a:xfrm>
          <a:prstGeom prst="rect">
            <a:avLst/>
          </a:prstGeom>
        </p:spPr>
      </p:pic>
      <p:pic>
        <p:nvPicPr>
          <p:cNvPr id="8" name="New picture"/>
          <p:cNvPicPr/>
          <p:nvPr/>
        </p:nvPicPr>
        <p:blipFill>
          <a:blip r:embed="rId13"/>
          <a:stretch>
            <a:fillRect/>
          </a:stretch>
        </p:blipFill>
        <p:spPr>
          <a:xfrm rot="5400000">
            <a:off x="22361515" y="18107403"/>
            <a:ext cx="11708248" cy="3014075"/>
          </a:xfrm>
          <a:prstGeom prst="rect">
            <a:avLst/>
          </a:prstGeom>
        </p:spPr>
      </p:pic>
      <p:pic>
        <p:nvPicPr>
          <p:cNvPr id="9" name="New picture"/>
          <p:cNvPicPr/>
          <p:nvPr/>
        </p:nvPicPr>
        <p:blipFill>
          <a:blip r:embed="rId14"/>
          <a:stretch>
            <a:fillRect/>
          </a:stretch>
        </p:blipFill>
        <p:spPr>
          <a:xfrm>
            <a:off x="1118126" y="36416402"/>
            <a:ext cx="22965313" cy="1187492"/>
          </a:xfrm>
          <a:prstGeom prst="rect">
            <a:avLst/>
          </a:prstGeom>
        </p:spPr>
      </p:pic>
      <p:sp>
        <p:nvSpPr>
          <p:cNvPr id="10" name="New shape"/>
          <p:cNvSpPr/>
          <p:nvPr/>
        </p:nvSpPr>
        <p:spPr>
          <a:xfrm>
            <a:off x="1118125" y="36885149"/>
            <a:ext cx="12600782" cy="10416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471">
                <a:solidFill>
                  <a:srgbClr val="808080"/>
                </a:solidFill>
              </a:rPr>
              <a:t>Template ID: hypotheticalocean  Size: 36x48</a:t>
            </a:r>
          </a:p>
        </p:txBody>
      </p:sp>
    </p:spTree>
    <p:extLst>
      <p:ext uri="{BB962C8B-B14F-4D97-AF65-F5344CB8AC3E}">
        <p14:creationId xmlns:p14="http://schemas.microsoft.com/office/powerpoint/2010/main" val="265923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1" r:id="rId1"/>
    <p:sldLayoutId id="2147484262" r:id="rId2"/>
    <p:sldLayoutId id="2147484263" r:id="rId3"/>
    <p:sldLayoutId id="2147484264" r:id="rId4"/>
    <p:sldLayoutId id="2147484265" r:id="rId5"/>
    <p:sldLayoutId id="2147484266" r:id="rId6"/>
    <p:sldLayoutId id="2147484267" r:id="rId7"/>
    <p:sldLayoutId id="2147484268" r:id="rId8"/>
    <p:sldLayoutId id="2147484269" r:id="rId9"/>
    <p:sldLayoutId id="2147484270" r:id="rId10"/>
    <p:sldLayoutId id="2147484271" r:id="rId11"/>
  </p:sldLayoutIdLst>
  <p:transition/>
  <p:txStyles>
    <p:titleStyle>
      <a:defPPr>
        <a:defRPr kern="1200"/>
      </a:defPPr>
      <a:lvl1pPr algn="ctr" defTabSz="2146949" rtl="0" eaLnBrk="1" latinLnBrk="0" hangingPunct="1">
        <a:spcBef>
          <a:spcPct val="0"/>
        </a:spcBef>
        <a:buNone/>
        <a:defRPr sz="103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defPPr>
        <a:defRPr kern="1200"/>
      </a:defPPr>
      <a:lvl1pPr marL="805105" indent="-805105" algn="l" defTabSz="2146949" rtl="0" eaLnBrk="1" latinLnBrk="0" hangingPunct="1">
        <a:spcBef>
          <a:spcPct val="20000"/>
        </a:spcBef>
        <a:buFont typeface="Arial" pitchFamily="34" charset="0"/>
        <a:buChar char="•"/>
        <a:defRPr sz="7535" kern="1200">
          <a:solidFill>
            <a:schemeClr val="tx1"/>
          </a:solidFill>
          <a:latin typeface="+mn-lt"/>
          <a:ea typeface="+mn-ea"/>
          <a:cs typeface="+mn-cs"/>
        </a:defRPr>
      </a:lvl1pPr>
      <a:lvl2pPr marL="1744397" indent="-670923" algn="l" defTabSz="2146949" rtl="0" eaLnBrk="1" latinLnBrk="0" hangingPunct="1">
        <a:spcBef>
          <a:spcPct val="20000"/>
        </a:spcBef>
        <a:buFont typeface="Arial" pitchFamily="34" charset="0"/>
        <a:buChar char="–"/>
        <a:defRPr sz="6565" kern="1200">
          <a:solidFill>
            <a:schemeClr val="tx1"/>
          </a:solidFill>
          <a:latin typeface="+mn-lt"/>
          <a:ea typeface="+mn-ea"/>
          <a:cs typeface="+mn-cs"/>
        </a:defRPr>
      </a:lvl2pPr>
      <a:lvl3pPr marL="2683686" indent="-536737" algn="l" defTabSz="2146949" rtl="0" eaLnBrk="1" latinLnBrk="0" hangingPunct="1">
        <a:spcBef>
          <a:spcPct val="20000"/>
        </a:spcBef>
        <a:buFont typeface="Arial" pitchFamily="34" charset="0"/>
        <a:buChar char="•"/>
        <a:defRPr sz="5652" kern="1200">
          <a:solidFill>
            <a:schemeClr val="tx1"/>
          </a:solidFill>
          <a:latin typeface="+mn-lt"/>
          <a:ea typeface="+mn-ea"/>
          <a:cs typeface="+mn-cs"/>
        </a:defRPr>
      </a:lvl3pPr>
      <a:lvl4pPr marL="3757160" indent="-536737" algn="l" defTabSz="2146949" rtl="0" eaLnBrk="1" latinLnBrk="0" hangingPunct="1">
        <a:spcBef>
          <a:spcPct val="20000"/>
        </a:spcBef>
        <a:buFont typeface="Arial" pitchFamily="34" charset="0"/>
        <a:buChar char="–"/>
        <a:defRPr sz="4681" kern="1200">
          <a:solidFill>
            <a:schemeClr val="tx1"/>
          </a:solidFill>
          <a:latin typeface="+mn-lt"/>
          <a:ea typeface="+mn-ea"/>
          <a:cs typeface="+mn-cs"/>
        </a:defRPr>
      </a:lvl4pPr>
      <a:lvl5pPr marL="4830635" indent="-536737" algn="l" defTabSz="2146949" rtl="0" eaLnBrk="1" latinLnBrk="0" hangingPunct="1">
        <a:spcBef>
          <a:spcPct val="20000"/>
        </a:spcBef>
        <a:buFont typeface="Arial" pitchFamily="34" charset="0"/>
        <a:buChar char="»"/>
        <a:defRPr sz="4681" kern="1200">
          <a:solidFill>
            <a:schemeClr val="tx1"/>
          </a:solidFill>
          <a:latin typeface="+mn-lt"/>
          <a:ea typeface="+mn-ea"/>
          <a:cs typeface="+mn-cs"/>
        </a:defRPr>
      </a:lvl5pPr>
      <a:lvl6pPr marL="5904110" indent="-536737" algn="l" defTabSz="2146949" rtl="0" eaLnBrk="1" latinLnBrk="0" hangingPunct="1">
        <a:spcBef>
          <a:spcPct val="20000"/>
        </a:spcBef>
        <a:buFont typeface="Arial" pitchFamily="34" charset="0"/>
        <a:buChar char="•"/>
        <a:defRPr sz="4681" kern="1200">
          <a:solidFill>
            <a:schemeClr val="tx1"/>
          </a:solidFill>
          <a:latin typeface="+mn-lt"/>
          <a:ea typeface="+mn-ea"/>
          <a:cs typeface="+mn-cs"/>
        </a:defRPr>
      </a:lvl6pPr>
      <a:lvl7pPr marL="6977585" indent="-536737" algn="l" defTabSz="2146949" rtl="0" eaLnBrk="1" latinLnBrk="0" hangingPunct="1">
        <a:spcBef>
          <a:spcPct val="20000"/>
        </a:spcBef>
        <a:buFont typeface="Arial" pitchFamily="34" charset="0"/>
        <a:buChar char="•"/>
        <a:defRPr sz="4681" kern="1200">
          <a:solidFill>
            <a:schemeClr val="tx1"/>
          </a:solidFill>
          <a:latin typeface="+mn-lt"/>
          <a:ea typeface="+mn-ea"/>
          <a:cs typeface="+mn-cs"/>
        </a:defRPr>
      </a:lvl7pPr>
      <a:lvl8pPr marL="8051059" indent="-536737" algn="l" defTabSz="2146949" rtl="0" eaLnBrk="1" latinLnBrk="0" hangingPunct="1">
        <a:spcBef>
          <a:spcPct val="20000"/>
        </a:spcBef>
        <a:buFont typeface="Arial" pitchFamily="34" charset="0"/>
        <a:buChar char="•"/>
        <a:defRPr sz="4681" kern="1200">
          <a:solidFill>
            <a:schemeClr val="tx1"/>
          </a:solidFill>
          <a:latin typeface="+mn-lt"/>
          <a:ea typeface="+mn-ea"/>
          <a:cs typeface="+mn-cs"/>
        </a:defRPr>
      </a:lvl8pPr>
      <a:lvl9pPr marL="9124534" indent="-536737" algn="l" defTabSz="2146949" rtl="0" eaLnBrk="1" latinLnBrk="0" hangingPunct="1">
        <a:spcBef>
          <a:spcPct val="20000"/>
        </a:spcBef>
        <a:buFont typeface="Arial" pitchFamily="34" charset="0"/>
        <a:buChar char="•"/>
        <a:defRPr sz="468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46949" rtl="0" eaLnBrk="1" latinLnBrk="0" hangingPunct="1">
        <a:defRPr sz="4224" kern="1200">
          <a:solidFill>
            <a:schemeClr val="tx1"/>
          </a:solidFill>
          <a:latin typeface="+mn-lt"/>
          <a:ea typeface="+mn-ea"/>
          <a:cs typeface="+mn-cs"/>
        </a:defRPr>
      </a:lvl1pPr>
      <a:lvl2pPr marL="1073474" algn="l" defTabSz="2146949" rtl="0" eaLnBrk="1" latinLnBrk="0" hangingPunct="1">
        <a:defRPr sz="4224" kern="1200">
          <a:solidFill>
            <a:schemeClr val="tx1"/>
          </a:solidFill>
          <a:latin typeface="+mn-lt"/>
          <a:ea typeface="+mn-ea"/>
          <a:cs typeface="+mn-cs"/>
        </a:defRPr>
      </a:lvl2pPr>
      <a:lvl3pPr marL="2146949" algn="l" defTabSz="2146949" rtl="0" eaLnBrk="1" latinLnBrk="0" hangingPunct="1">
        <a:defRPr sz="4224" kern="1200">
          <a:solidFill>
            <a:schemeClr val="tx1"/>
          </a:solidFill>
          <a:latin typeface="+mn-lt"/>
          <a:ea typeface="+mn-ea"/>
          <a:cs typeface="+mn-cs"/>
        </a:defRPr>
      </a:lvl3pPr>
      <a:lvl4pPr marL="3220423" algn="l" defTabSz="2146949" rtl="0" eaLnBrk="1" latinLnBrk="0" hangingPunct="1">
        <a:defRPr sz="4224" kern="1200">
          <a:solidFill>
            <a:schemeClr val="tx1"/>
          </a:solidFill>
          <a:latin typeface="+mn-lt"/>
          <a:ea typeface="+mn-ea"/>
          <a:cs typeface="+mn-cs"/>
        </a:defRPr>
      </a:lvl4pPr>
      <a:lvl5pPr marL="4293898" algn="l" defTabSz="2146949" rtl="0" eaLnBrk="1" latinLnBrk="0" hangingPunct="1">
        <a:defRPr sz="4224" kern="1200">
          <a:solidFill>
            <a:schemeClr val="tx1"/>
          </a:solidFill>
          <a:latin typeface="+mn-lt"/>
          <a:ea typeface="+mn-ea"/>
          <a:cs typeface="+mn-cs"/>
        </a:defRPr>
      </a:lvl5pPr>
      <a:lvl6pPr marL="5367373" algn="l" defTabSz="2146949" rtl="0" eaLnBrk="1" latinLnBrk="0" hangingPunct="1">
        <a:defRPr sz="4224" kern="1200">
          <a:solidFill>
            <a:schemeClr val="tx1"/>
          </a:solidFill>
          <a:latin typeface="+mn-lt"/>
          <a:ea typeface="+mn-ea"/>
          <a:cs typeface="+mn-cs"/>
        </a:defRPr>
      </a:lvl6pPr>
      <a:lvl7pPr marL="6440848" algn="l" defTabSz="2146949" rtl="0" eaLnBrk="1" latinLnBrk="0" hangingPunct="1">
        <a:defRPr sz="4224" kern="1200">
          <a:solidFill>
            <a:schemeClr val="tx1"/>
          </a:solidFill>
          <a:latin typeface="+mn-lt"/>
          <a:ea typeface="+mn-ea"/>
          <a:cs typeface="+mn-cs"/>
        </a:defRPr>
      </a:lvl7pPr>
      <a:lvl8pPr marL="7514322" algn="l" defTabSz="2146949" rtl="0" eaLnBrk="1" latinLnBrk="0" hangingPunct="1">
        <a:defRPr sz="4224" kern="1200">
          <a:solidFill>
            <a:schemeClr val="tx1"/>
          </a:solidFill>
          <a:latin typeface="+mn-lt"/>
          <a:ea typeface="+mn-ea"/>
          <a:cs typeface="+mn-cs"/>
        </a:defRPr>
      </a:lvl8pPr>
      <a:lvl9pPr marL="8587796" algn="l" defTabSz="2146949" rtl="0" eaLnBrk="1" latinLnBrk="0" hangingPunct="1">
        <a:defRPr sz="422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lowchart: Document 34"/>
          <p:cNvSpPr/>
          <p:nvPr/>
        </p:nvSpPr>
        <p:spPr>
          <a:xfrm rot="10800000">
            <a:off x="73822" y="3999767"/>
            <a:ext cx="25053923" cy="9825148"/>
          </a:xfrm>
          <a:prstGeom prst="flowChartDocument">
            <a:avLst/>
          </a:prstGeom>
          <a:solidFill>
            <a:srgbClr val="8CD2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4224">
              <a:latin typeface="+mj-lt"/>
            </a:endParaRPr>
          </a:p>
        </p:txBody>
      </p:sp>
      <p:sp>
        <p:nvSpPr>
          <p:cNvPr id="9" name="Flowchart: Document 34">
            <a:extLst>
              <a:ext uri="{FF2B5EF4-FFF2-40B4-BE49-F238E27FC236}">
                <a16:creationId xmlns:a16="http://schemas.microsoft.com/office/drawing/2014/main" id="{8397F56D-B1A2-B9BA-28A7-418D096905A1}"/>
              </a:ext>
            </a:extLst>
          </p:cNvPr>
          <p:cNvSpPr/>
          <p:nvPr/>
        </p:nvSpPr>
        <p:spPr>
          <a:xfrm rot="10800000">
            <a:off x="-1" y="2525486"/>
            <a:ext cx="25201561" cy="9825148"/>
          </a:xfrm>
          <a:prstGeom prst="flowChartDocument">
            <a:avLst/>
          </a:prstGeom>
          <a:solidFill>
            <a:srgbClr val="8CD2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4224">
              <a:latin typeface="+mj-lt"/>
            </a:endParaRPr>
          </a:p>
        </p:txBody>
      </p:sp>
      <p:sp>
        <p:nvSpPr>
          <p:cNvPr id="10" name="Flowchart: Document 70">
            <a:extLst>
              <a:ext uri="{FF2B5EF4-FFF2-40B4-BE49-F238E27FC236}">
                <a16:creationId xmlns:a16="http://schemas.microsoft.com/office/drawing/2014/main" id="{1ED62B0E-167F-C733-4FD2-A45277CF2B9B}"/>
              </a:ext>
            </a:extLst>
          </p:cNvPr>
          <p:cNvSpPr/>
          <p:nvPr/>
        </p:nvSpPr>
        <p:spPr>
          <a:xfrm rot="10800000" flipH="1">
            <a:off x="-2" y="2511520"/>
            <a:ext cx="25201565" cy="9825150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dup0" fmla="*/ 0 w 21600"/>
              <a:gd name="connsiteY0dup0" fmla="*/ 0 h 21495"/>
              <a:gd name="connsiteX1dup0" fmla="*/ 21600 w 21600"/>
              <a:gd name="connsiteY1dup0" fmla="*/ 0 h 21495"/>
              <a:gd name="connsiteX2dup0" fmla="*/ 15601 w 21600"/>
              <a:gd name="connsiteY2dup0" fmla="*/ 18514 h 21495"/>
              <a:gd name="connsiteX3dup0" fmla="*/ 0 w 21600"/>
              <a:gd name="connsiteY3dup0" fmla="*/ 20172 h 21495"/>
              <a:gd name="connsiteX4dup0" fmla="*/ 0 w 21600"/>
              <a:gd name="connsiteY4dup0" fmla="*/ 0 h 21495"/>
              <a:gd name="connsiteX0dup0dup1" fmla="*/ 0 w 15601"/>
              <a:gd name="connsiteY0dup0dup1" fmla="*/ 29 h 21524"/>
              <a:gd name="connsiteX1dup0dup1" fmla="*/ 15591 w 15601"/>
              <a:gd name="connsiteY1dup0dup1" fmla="*/ 0 h 21524"/>
              <a:gd name="connsiteX2dup0dup1" fmla="*/ 15601 w 15601"/>
              <a:gd name="connsiteY2dup0dup1" fmla="*/ 18543 h 21524"/>
              <a:gd name="connsiteX3dup0dup1" fmla="*/ 0 w 15601"/>
              <a:gd name="connsiteY3dup0dup1" fmla="*/ 20201 h 21524"/>
              <a:gd name="connsiteX4dup0dup1" fmla="*/ 0 w 15601"/>
              <a:gd name="connsiteY4dup0dup1" fmla="*/ 29 h 21524"/>
              <a:gd name="connsiteX0dup0dup1dup2" fmla="*/ 0 w 15601"/>
              <a:gd name="connsiteY0dup0dup1dup2" fmla="*/ 29 h 21278"/>
              <a:gd name="connsiteX1dup0dup1dup2" fmla="*/ 15591 w 15601"/>
              <a:gd name="connsiteY1dup0dup1dup2" fmla="*/ 0 h 21278"/>
              <a:gd name="connsiteX2dup0dup1dup2" fmla="*/ 15601 w 15601"/>
              <a:gd name="connsiteY2dup0dup1dup2" fmla="*/ 18543 h 21278"/>
              <a:gd name="connsiteX3dup0dup1dup2" fmla="*/ 0 w 15601"/>
              <a:gd name="connsiteY3dup0dup1dup2" fmla="*/ 20201 h 21278"/>
              <a:gd name="connsiteX4dup0dup1dup2" fmla="*/ 0 w 15601"/>
              <a:gd name="connsiteY4dup0dup1dup2" fmla="*/ 29 h 21278"/>
              <a:gd name="connsiteX0dup0dup1dup2dup3" fmla="*/ 0 w 15601"/>
              <a:gd name="connsiteY0dup0dup1dup2dup3" fmla="*/ 29 h 21156"/>
              <a:gd name="connsiteX1dup0dup1dup2dup3" fmla="*/ 15591 w 15601"/>
              <a:gd name="connsiteY1dup0dup1dup2dup3" fmla="*/ 0 h 21156"/>
              <a:gd name="connsiteX2dup0dup1dup2dup3" fmla="*/ 15601 w 15601"/>
              <a:gd name="connsiteY2dup0dup1dup2dup3" fmla="*/ 18543 h 21156"/>
              <a:gd name="connsiteX3dup0dup1dup2dup3" fmla="*/ 0 w 15601"/>
              <a:gd name="connsiteY3dup0dup1dup2dup3" fmla="*/ 20201 h 21156"/>
              <a:gd name="connsiteX4dup0dup1dup2dup3" fmla="*/ 0 w 15601"/>
              <a:gd name="connsiteY4dup0dup1dup2dup3" fmla="*/ 29 h 21156"/>
              <a:gd name="connsiteX0dup0dup1dup2dup3dup4" fmla="*/ 0 w 15601"/>
              <a:gd name="connsiteY0dup0dup1dup2dup3dup4" fmla="*/ 29 h 21172"/>
              <a:gd name="connsiteX1dup0dup1dup2dup3dup4" fmla="*/ 15591 w 15601"/>
              <a:gd name="connsiteY1dup0dup1dup2dup3dup4" fmla="*/ 0 h 21172"/>
              <a:gd name="connsiteX2dup0dup1dup2dup3dup4" fmla="*/ 15601 w 15601"/>
              <a:gd name="connsiteY2dup0dup1dup2dup3dup4" fmla="*/ 18543 h 21172"/>
              <a:gd name="connsiteX3dup0dup1dup2dup3dup4" fmla="*/ 0 w 15601"/>
              <a:gd name="connsiteY3dup0dup1dup2dup3dup4" fmla="*/ 20201 h 21172"/>
              <a:gd name="connsiteX4dup0dup1dup2dup3dup4" fmla="*/ 0 w 15601"/>
              <a:gd name="connsiteY4dup0dup1dup2dup3dup4" fmla="*/ 29 h 21172"/>
              <a:gd name="connsiteX0dup0dup1dup2dup3dup4dup5" fmla="*/ 0 w 15601"/>
              <a:gd name="connsiteY0dup0dup1dup2dup3dup4dup5" fmla="*/ 29 h 21294"/>
              <a:gd name="connsiteX1dup0dup1dup2dup3dup4dup5" fmla="*/ 15591 w 15601"/>
              <a:gd name="connsiteY1dup0dup1dup2dup3dup4dup5" fmla="*/ 0 h 21294"/>
              <a:gd name="connsiteX2dup0dup1dup2dup3dup4dup5" fmla="*/ 15601 w 15601"/>
              <a:gd name="connsiteY2dup0dup1dup2dup3dup4dup5" fmla="*/ 18543 h 21294"/>
              <a:gd name="connsiteX3dup0dup1dup2dup3dup4dup5" fmla="*/ 0 w 15601"/>
              <a:gd name="connsiteY3dup0dup1dup2dup3dup4dup5" fmla="*/ 20201 h 21294"/>
              <a:gd name="connsiteX4dup0dup1dup2dup3dup4dup5" fmla="*/ 0 w 15601"/>
              <a:gd name="connsiteY4dup0dup1dup2dup3dup4dup5" fmla="*/ 29 h 21294"/>
              <a:gd name="connsiteX0dup0dup1dup2dup3dup4dup5dup6" fmla="*/ 0 w 15601"/>
              <a:gd name="connsiteY0dup0dup1dup2dup3dup4dup5dup6" fmla="*/ 29 h 21270"/>
              <a:gd name="connsiteX1dup0dup1dup2dup3dup4dup5dup6" fmla="*/ 15591 w 15601"/>
              <a:gd name="connsiteY1dup0dup1dup2dup3dup4dup5dup6" fmla="*/ 0 h 21270"/>
              <a:gd name="connsiteX2dup0dup1dup2dup3dup4dup5dup6" fmla="*/ 15601 w 15601"/>
              <a:gd name="connsiteY2dup0dup1dup2dup3dup4dup5dup6" fmla="*/ 18543 h 21270"/>
              <a:gd name="connsiteX3dup0dup1dup2dup3dup4dup5dup6" fmla="*/ 0 w 15601"/>
              <a:gd name="connsiteY3dup0dup1dup2dup3dup4dup5dup6" fmla="*/ 20201 h 21270"/>
              <a:gd name="connsiteX4dup0dup1dup2dup3dup4dup5dup6" fmla="*/ 0 w 15601"/>
              <a:gd name="connsiteY4dup0dup1dup2dup3dup4dup5dup6" fmla="*/ 29 h 21270"/>
              <a:gd name="connsiteX0dup0dup1dup2dup3dup4dup5dup6dup7" fmla="*/ 0 w 15601"/>
              <a:gd name="connsiteY0dup0dup1dup2dup3dup4dup5dup6dup7" fmla="*/ 29 h 21322"/>
              <a:gd name="connsiteX1dup0dup1dup2dup3dup4dup5dup6dup7" fmla="*/ 15591 w 15601"/>
              <a:gd name="connsiteY1dup0dup1dup2dup3dup4dup5dup6dup7" fmla="*/ 0 h 21322"/>
              <a:gd name="connsiteX2dup0dup1dup2dup3dup4dup5dup6dup7" fmla="*/ 15601 w 15601"/>
              <a:gd name="connsiteY2dup0dup1dup2dup3dup4dup5dup6dup7" fmla="*/ 18863 h 21322"/>
              <a:gd name="connsiteX3dup0dup1dup2dup3dup4dup5dup6dup7" fmla="*/ 0 w 15601"/>
              <a:gd name="connsiteY3dup0dup1dup2dup3dup4dup5dup6dup7" fmla="*/ 20201 h 21322"/>
              <a:gd name="connsiteX4dup0dup1dup2dup3dup4dup5dup6dup7" fmla="*/ 0 w 15601"/>
              <a:gd name="connsiteY4dup0dup1dup2dup3dup4dup5dup6dup7" fmla="*/ 29 h 21322"/>
              <a:gd name="connsiteX0dup0dup1dup2dup3dup4dup5dup6dup7dup8" fmla="*/ 0 w 15601"/>
              <a:gd name="connsiteY0dup0dup1dup2dup3dup4dup5dup6dup7dup8" fmla="*/ 29 h 21347"/>
              <a:gd name="connsiteX1dup0dup1dup2dup3dup4dup5dup6dup7dup8" fmla="*/ 15591 w 15601"/>
              <a:gd name="connsiteY1dup0dup1dup2dup3dup4dup5dup6dup7dup8" fmla="*/ 0 h 21347"/>
              <a:gd name="connsiteX2dup0dup1dup2dup3dup4dup5dup6dup7dup8" fmla="*/ 15601 w 15601"/>
              <a:gd name="connsiteY2dup0dup1dup2dup3dup4dup5dup6dup7dup8" fmla="*/ 18863 h 21347"/>
              <a:gd name="connsiteX3dup0dup1dup2dup3dup4dup5dup6dup7dup8" fmla="*/ 0 w 15601"/>
              <a:gd name="connsiteY3dup0dup1dup2dup3dup4dup5dup6dup7dup8" fmla="*/ 20201 h 21347"/>
              <a:gd name="connsiteX4dup0dup1dup2dup3dup4dup5dup6dup7dup8" fmla="*/ 0 w 15601"/>
              <a:gd name="connsiteY4dup0dup1dup2dup3dup4dup5dup6dup7dup8" fmla="*/ 29 h 21347"/>
              <a:gd name="connsiteX0dup0dup1dup2dup3dup4dup5dup6dup7dup8dup9" fmla="*/ 0 w 15601"/>
              <a:gd name="connsiteY0dup0dup1dup2dup3dup4dup5dup6dup7dup8dup9" fmla="*/ 29 h 21222"/>
              <a:gd name="connsiteX1dup0dup1dup2dup3dup4dup5dup6dup7dup8dup9" fmla="*/ 15591 w 15601"/>
              <a:gd name="connsiteY1dup0dup1dup2dup3dup4dup5dup6dup7dup8dup9" fmla="*/ 0 h 21222"/>
              <a:gd name="connsiteX2dup0dup1dup2dup3dup4dup5dup6dup7dup8dup9" fmla="*/ 15601 w 15601"/>
              <a:gd name="connsiteY2dup0dup1dup2dup3dup4dup5dup6dup7dup8dup9" fmla="*/ 18863 h 21222"/>
              <a:gd name="connsiteX3dup0dup1dup2dup3dup4dup5dup6dup7dup8dup9" fmla="*/ 0 w 15601"/>
              <a:gd name="connsiteY3dup0dup1dup2dup3dup4dup5dup6dup7dup8dup9" fmla="*/ 20201 h 21222"/>
              <a:gd name="connsiteX4dup0dup1dup2dup3dup4dup5dup6dup7dup8dup9" fmla="*/ 0 w 15601"/>
              <a:gd name="connsiteY4dup0dup1dup2dup3dup4dup5dup6dup7dup8dup9" fmla="*/ 29 h 21222"/>
              <a:gd name="connsiteX0dup0dup1dup2dup3dup4dup5dup6dup7dup8dup9dup10" fmla="*/ 0 w 15601"/>
              <a:gd name="connsiteY0dup0dup1dup2dup3dup4dup5dup6dup7dup8dup9dup10" fmla="*/ 29 h 21210"/>
              <a:gd name="connsiteX1dup0dup1dup2dup3dup4dup5dup6dup7dup8dup9dup10" fmla="*/ 15591 w 15601"/>
              <a:gd name="connsiteY1dup0dup1dup2dup3dup4dup5dup6dup7dup8dup9dup10" fmla="*/ 0 h 21210"/>
              <a:gd name="connsiteX2dup0dup1dup2dup3dup4dup5dup6dup7dup8dup9dup10" fmla="*/ 15601 w 15601"/>
              <a:gd name="connsiteY2dup0dup1dup2dup3dup4dup5dup6dup7dup8dup9dup10" fmla="*/ 18863 h 21210"/>
              <a:gd name="connsiteX3dup0dup1dup2dup3dup4dup5dup6dup7dup8dup9dup10" fmla="*/ 0 w 15601"/>
              <a:gd name="connsiteY3dup0dup1dup2dup3dup4dup5dup6dup7dup8dup9dup10" fmla="*/ 20201 h 21210"/>
              <a:gd name="connsiteX4dup0dup1dup2dup3dup4dup5dup6dup7dup8dup9dup10" fmla="*/ 0 w 15601"/>
              <a:gd name="connsiteY4dup0dup1dup2dup3dup4dup5dup6dup7dup8dup9dup10" fmla="*/ 29 h 21210"/>
              <a:gd name="connsiteX0dup0dup1dup2dup3dup4dup5dup6dup7dup8dup9dup10dup11" fmla="*/ 0 w 15601"/>
              <a:gd name="connsiteY0dup0dup1dup2dup3dup4dup5dup6dup7dup8dup9dup10dup11" fmla="*/ 29 h 21275"/>
              <a:gd name="connsiteX1dup0dup1dup2dup3dup4dup5dup6dup7dup8dup9dup10dup11" fmla="*/ 15591 w 15601"/>
              <a:gd name="connsiteY1dup0dup1dup2dup3dup4dup5dup6dup7dup8dup9dup10dup11" fmla="*/ 0 h 21275"/>
              <a:gd name="connsiteX2dup0dup1dup2dup3dup4dup5dup6dup7dup8dup9dup10dup11" fmla="*/ 15601 w 15601"/>
              <a:gd name="connsiteY2dup0dup1dup2dup3dup4dup5dup6dup7dup8dup9dup10dup11" fmla="*/ 19241 h 21275"/>
              <a:gd name="connsiteX3dup0dup1dup2dup3dup4dup5dup6dup7dup8dup9dup10dup11" fmla="*/ 0 w 15601"/>
              <a:gd name="connsiteY3dup0dup1dup2dup3dup4dup5dup6dup7dup8dup9dup10dup11" fmla="*/ 20201 h 21275"/>
              <a:gd name="connsiteX4dup0dup1dup2dup3dup4dup5dup6dup7dup8dup9dup10dup11" fmla="*/ 0 w 15601"/>
              <a:gd name="connsiteY4dup0dup1dup2dup3dup4dup5dup6dup7dup8dup9dup10dup11" fmla="*/ 29 h 21275"/>
              <a:gd name="connsiteX0dup0dup1dup2dup3dup4dup5dup6dup7dup8dup9dup10dup11dup12" fmla="*/ 0 w 15601"/>
              <a:gd name="connsiteY0dup0dup1dup2dup3dup4dup5dup6dup7dup8dup9dup10dup11dup12" fmla="*/ 29 h 21467"/>
              <a:gd name="connsiteX1dup0dup1dup2dup3dup4dup5dup6dup7dup8dup9dup10dup11dup12" fmla="*/ 15591 w 15601"/>
              <a:gd name="connsiteY1dup0dup1dup2dup3dup4dup5dup6dup7dup8dup9dup10dup11dup12" fmla="*/ 0 h 21467"/>
              <a:gd name="connsiteX2dup0dup1dup2dup3dup4dup5dup6dup7dup8dup9dup10dup11dup12" fmla="*/ 15601 w 15601"/>
              <a:gd name="connsiteY2dup0dup1dup2dup3dup4dup5dup6dup7dup8dup9dup10dup11dup12" fmla="*/ 19241 h 21467"/>
              <a:gd name="connsiteX3dup0dup1dup2dup3dup4dup5dup6dup7dup8dup9dup10dup11dup12" fmla="*/ 0 w 15601"/>
              <a:gd name="connsiteY3dup0dup1dup2dup3dup4dup5dup6dup7dup8dup9dup10dup11dup12" fmla="*/ 20434 h 21467"/>
              <a:gd name="connsiteX4dup0dup1dup2dup3dup4dup5dup6dup7dup8dup9dup10dup11dup12" fmla="*/ 0 w 15601"/>
              <a:gd name="connsiteY4dup0dup1dup2dup3dup4dup5dup6dup7dup8dup9dup10dup11dup12" fmla="*/ 29 h 21467"/>
              <a:gd name="connsiteX0dup0dup1dup2dup3dup4dup5dup6dup7dup8dup9dup10dup11dup12dup13" fmla="*/ 0 w 15601"/>
              <a:gd name="connsiteY0dup0dup1dup2dup3dup4dup5dup6dup7dup8dup9dup10dup11dup12dup13" fmla="*/ 29 h 21343"/>
              <a:gd name="connsiteX1dup0dup1dup2dup3dup4dup5dup6dup7dup8dup9dup10dup11dup12dup13" fmla="*/ 15591 w 15601"/>
              <a:gd name="connsiteY1dup0dup1dup2dup3dup4dup5dup6dup7dup8dup9dup10dup11dup12dup13" fmla="*/ 0 h 21343"/>
              <a:gd name="connsiteX2dup0dup1dup2dup3dup4dup5dup6dup7dup8dup9dup10dup11dup12dup13" fmla="*/ 15601 w 15601"/>
              <a:gd name="connsiteY2dup0dup1dup2dup3dup4dup5dup6dup7dup8dup9dup10dup11dup12dup13" fmla="*/ 19241 h 21343"/>
              <a:gd name="connsiteX3dup0dup1dup2dup3dup4dup5dup6dup7dup8dup9dup10dup11dup12dup13" fmla="*/ 0 w 15601"/>
              <a:gd name="connsiteY3dup0dup1dup2dup3dup4dup5dup6dup7dup8dup9dup10dup11dup12dup13" fmla="*/ 20434 h 21343"/>
              <a:gd name="connsiteX4dup0dup1dup2dup3dup4dup5dup6dup7dup8dup9dup10dup11dup12dup13" fmla="*/ 0 w 15601"/>
              <a:gd name="connsiteY4dup0dup1dup2dup3dup4dup5dup6dup7dup8dup9dup10dup11dup12dup13" fmla="*/ 29 h 21343"/>
              <a:gd name="connsiteX0dup0dup1dup2dup3dup4dup5dup6dup7dup8dup9dup10dup11dup12dup13dup14" fmla="*/ 0 w 15601"/>
              <a:gd name="connsiteY0dup0dup1dup2dup3dup4dup5dup6dup7dup8dup9dup10dup11dup12dup13dup14" fmla="*/ 29 h 21351"/>
              <a:gd name="connsiteX1dup0dup1dup2dup3dup4dup5dup6dup7dup8dup9dup10dup11dup12dup13dup14" fmla="*/ 15591 w 15601"/>
              <a:gd name="connsiteY1dup0dup1dup2dup3dup4dup5dup6dup7dup8dup9dup10dup11dup12dup13dup14" fmla="*/ 0 h 21351"/>
              <a:gd name="connsiteX2dup0dup1dup2dup3dup4dup5dup6dup7dup8dup9dup10dup11dup12dup13dup14" fmla="*/ 15601 w 15601"/>
              <a:gd name="connsiteY2dup0dup1dup2dup3dup4dup5dup6dup7dup8dup9dup10dup11dup12dup13dup14" fmla="*/ 19241 h 21351"/>
              <a:gd name="connsiteX3dup0dup1dup2dup3dup4dup5dup6dup7dup8dup9dup10dup11dup12dup13dup14" fmla="*/ 0 w 15601"/>
              <a:gd name="connsiteY3dup0dup1dup2dup3dup4dup5dup6dup7dup8dup9dup10dup11dup12dup13dup14" fmla="*/ 20434 h 21351"/>
              <a:gd name="connsiteX4dup0dup1dup2dup3dup4dup5dup6dup7dup8dup9dup10dup11dup12dup13dup14" fmla="*/ 0 w 15601"/>
              <a:gd name="connsiteY4dup0dup1dup2dup3dup4dup5dup6dup7dup8dup9dup10dup11dup12dup13dup14" fmla="*/ 29 h 21351"/>
            </a:gdLst>
            <a:ahLst/>
            <a:cxnLst>
              <a:cxn ang="0">
                <a:pos x="connsiteX0dup0dup1dup2dup3dup4dup5dup6dup7dup8dup9dup10dup11dup12dup13dup14" y="connsiteY0dup0dup1dup2dup3dup4dup5dup6dup7dup8dup9dup10dup11dup12dup13dup14"/>
              </a:cxn>
              <a:cxn ang="0">
                <a:pos x="connsiteX1dup0dup1dup2dup3dup4dup5dup6dup7dup8dup9dup10dup11dup12dup13dup14" y="connsiteY1dup0dup1dup2dup3dup4dup5dup6dup7dup8dup9dup10dup11dup12dup13dup14"/>
              </a:cxn>
              <a:cxn ang="0">
                <a:pos x="connsiteX2dup0dup1dup2dup3dup4dup5dup6dup7dup8dup9dup10dup11dup12dup13dup14" y="connsiteY2dup0dup1dup2dup3dup4dup5dup6dup7dup8dup9dup10dup11dup12dup13dup14"/>
              </a:cxn>
              <a:cxn ang="0">
                <a:pos x="connsiteX3dup0dup1dup2dup3dup4dup5dup6dup7dup8dup9dup10dup11dup12dup13dup14" y="connsiteY3dup0dup1dup2dup3dup4dup5dup6dup7dup8dup9dup10dup11dup12dup13dup14"/>
              </a:cxn>
              <a:cxn ang="0">
                <a:pos x="connsiteX4dup0dup1dup2dup3dup4dup5dup6dup7dup8dup9dup10dup11dup12dup13dup14" y="connsiteY4dup0dup1dup2dup3dup4dup5dup6dup7dup8dup9dup10dup11dup12dup13dup14"/>
              </a:cxn>
            </a:cxnLst>
            <a:rect l="l" t="t" r="r" b="b"/>
            <a:pathLst>
              <a:path w="15601" h="21351">
                <a:moveTo>
                  <a:pt x="0" y="29"/>
                </a:moveTo>
                <a:lnTo>
                  <a:pt x="15591" y="0"/>
                </a:lnTo>
                <a:cubicBezTo>
                  <a:pt x="15591" y="5774"/>
                  <a:pt x="15601" y="13467"/>
                  <a:pt x="15601" y="19241"/>
                </a:cubicBezTo>
                <a:cubicBezTo>
                  <a:pt x="10638" y="19328"/>
                  <a:pt x="7602" y="23020"/>
                  <a:pt x="0" y="20434"/>
                </a:cubicBezTo>
                <a:lnTo>
                  <a:pt x="0" y="29"/>
                </a:lnTo>
                <a:close/>
              </a:path>
            </a:pathLst>
          </a:custGeom>
          <a:solidFill>
            <a:srgbClr val="2350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r>
              <a:rPr lang="en-US" sz="4224" dirty="0">
                <a:latin typeface="+mj-lt"/>
              </a:rPr>
              <a:t> </a:t>
            </a:r>
          </a:p>
        </p:txBody>
      </p:sp>
      <p:sp>
        <p:nvSpPr>
          <p:cNvPr id="38" name="Flowchart: Document 37"/>
          <p:cNvSpPr/>
          <p:nvPr/>
        </p:nvSpPr>
        <p:spPr>
          <a:xfrm rot="10800000">
            <a:off x="73821" y="5347110"/>
            <a:ext cx="25053925" cy="9673460"/>
          </a:xfrm>
          <a:prstGeom prst="flowChartDocument">
            <a:avLst/>
          </a:prstGeom>
          <a:solidFill>
            <a:srgbClr val="2350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4224">
              <a:latin typeface="+mj-lt"/>
            </a:endParaRPr>
          </a:p>
        </p:txBody>
      </p:sp>
      <p:sp>
        <p:nvSpPr>
          <p:cNvPr id="39" name="Flowchart: Document 70"/>
          <p:cNvSpPr/>
          <p:nvPr/>
        </p:nvSpPr>
        <p:spPr>
          <a:xfrm rot="10800000" flipH="1">
            <a:off x="1" y="3867434"/>
            <a:ext cx="25164556" cy="9825150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dup0" fmla="*/ 0 w 21600"/>
              <a:gd name="connsiteY0dup0" fmla="*/ 0 h 21495"/>
              <a:gd name="connsiteX1dup0" fmla="*/ 21600 w 21600"/>
              <a:gd name="connsiteY1dup0" fmla="*/ 0 h 21495"/>
              <a:gd name="connsiteX2dup0" fmla="*/ 15601 w 21600"/>
              <a:gd name="connsiteY2dup0" fmla="*/ 18514 h 21495"/>
              <a:gd name="connsiteX3dup0" fmla="*/ 0 w 21600"/>
              <a:gd name="connsiteY3dup0" fmla="*/ 20172 h 21495"/>
              <a:gd name="connsiteX4dup0" fmla="*/ 0 w 21600"/>
              <a:gd name="connsiteY4dup0" fmla="*/ 0 h 21495"/>
              <a:gd name="connsiteX0dup0dup1" fmla="*/ 0 w 15601"/>
              <a:gd name="connsiteY0dup0dup1" fmla="*/ 29 h 21524"/>
              <a:gd name="connsiteX1dup0dup1" fmla="*/ 15591 w 15601"/>
              <a:gd name="connsiteY1dup0dup1" fmla="*/ 0 h 21524"/>
              <a:gd name="connsiteX2dup0dup1" fmla="*/ 15601 w 15601"/>
              <a:gd name="connsiteY2dup0dup1" fmla="*/ 18543 h 21524"/>
              <a:gd name="connsiteX3dup0dup1" fmla="*/ 0 w 15601"/>
              <a:gd name="connsiteY3dup0dup1" fmla="*/ 20201 h 21524"/>
              <a:gd name="connsiteX4dup0dup1" fmla="*/ 0 w 15601"/>
              <a:gd name="connsiteY4dup0dup1" fmla="*/ 29 h 21524"/>
              <a:gd name="connsiteX0dup0dup1dup2" fmla="*/ 0 w 15601"/>
              <a:gd name="connsiteY0dup0dup1dup2" fmla="*/ 29 h 21278"/>
              <a:gd name="connsiteX1dup0dup1dup2" fmla="*/ 15591 w 15601"/>
              <a:gd name="connsiteY1dup0dup1dup2" fmla="*/ 0 h 21278"/>
              <a:gd name="connsiteX2dup0dup1dup2" fmla="*/ 15601 w 15601"/>
              <a:gd name="connsiteY2dup0dup1dup2" fmla="*/ 18543 h 21278"/>
              <a:gd name="connsiteX3dup0dup1dup2" fmla="*/ 0 w 15601"/>
              <a:gd name="connsiteY3dup0dup1dup2" fmla="*/ 20201 h 21278"/>
              <a:gd name="connsiteX4dup0dup1dup2" fmla="*/ 0 w 15601"/>
              <a:gd name="connsiteY4dup0dup1dup2" fmla="*/ 29 h 21278"/>
              <a:gd name="connsiteX0dup0dup1dup2dup3" fmla="*/ 0 w 15601"/>
              <a:gd name="connsiteY0dup0dup1dup2dup3" fmla="*/ 29 h 21156"/>
              <a:gd name="connsiteX1dup0dup1dup2dup3" fmla="*/ 15591 w 15601"/>
              <a:gd name="connsiteY1dup0dup1dup2dup3" fmla="*/ 0 h 21156"/>
              <a:gd name="connsiteX2dup0dup1dup2dup3" fmla="*/ 15601 w 15601"/>
              <a:gd name="connsiteY2dup0dup1dup2dup3" fmla="*/ 18543 h 21156"/>
              <a:gd name="connsiteX3dup0dup1dup2dup3" fmla="*/ 0 w 15601"/>
              <a:gd name="connsiteY3dup0dup1dup2dup3" fmla="*/ 20201 h 21156"/>
              <a:gd name="connsiteX4dup0dup1dup2dup3" fmla="*/ 0 w 15601"/>
              <a:gd name="connsiteY4dup0dup1dup2dup3" fmla="*/ 29 h 21156"/>
              <a:gd name="connsiteX0dup0dup1dup2dup3dup4" fmla="*/ 0 w 15601"/>
              <a:gd name="connsiteY0dup0dup1dup2dup3dup4" fmla="*/ 29 h 21172"/>
              <a:gd name="connsiteX1dup0dup1dup2dup3dup4" fmla="*/ 15591 w 15601"/>
              <a:gd name="connsiteY1dup0dup1dup2dup3dup4" fmla="*/ 0 h 21172"/>
              <a:gd name="connsiteX2dup0dup1dup2dup3dup4" fmla="*/ 15601 w 15601"/>
              <a:gd name="connsiteY2dup0dup1dup2dup3dup4" fmla="*/ 18543 h 21172"/>
              <a:gd name="connsiteX3dup0dup1dup2dup3dup4" fmla="*/ 0 w 15601"/>
              <a:gd name="connsiteY3dup0dup1dup2dup3dup4" fmla="*/ 20201 h 21172"/>
              <a:gd name="connsiteX4dup0dup1dup2dup3dup4" fmla="*/ 0 w 15601"/>
              <a:gd name="connsiteY4dup0dup1dup2dup3dup4" fmla="*/ 29 h 21172"/>
              <a:gd name="connsiteX0dup0dup1dup2dup3dup4dup5" fmla="*/ 0 w 15601"/>
              <a:gd name="connsiteY0dup0dup1dup2dup3dup4dup5" fmla="*/ 29 h 21294"/>
              <a:gd name="connsiteX1dup0dup1dup2dup3dup4dup5" fmla="*/ 15591 w 15601"/>
              <a:gd name="connsiteY1dup0dup1dup2dup3dup4dup5" fmla="*/ 0 h 21294"/>
              <a:gd name="connsiteX2dup0dup1dup2dup3dup4dup5" fmla="*/ 15601 w 15601"/>
              <a:gd name="connsiteY2dup0dup1dup2dup3dup4dup5" fmla="*/ 18543 h 21294"/>
              <a:gd name="connsiteX3dup0dup1dup2dup3dup4dup5" fmla="*/ 0 w 15601"/>
              <a:gd name="connsiteY3dup0dup1dup2dup3dup4dup5" fmla="*/ 20201 h 21294"/>
              <a:gd name="connsiteX4dup0dup1dup2dup3dup4dup5" fmla="*/ 0 w 15601"/>
              <a:gd name="connsiteY4dup0dup1dup2dup3dup4dup5" fmla="*/ 29 h 21294"/>
              <a:gd name="connsiteX0dup0dup1dup2dup3dup4dup5dup6" fmla="*/ 0 w 15601"/>
              <a:gd name="connsiteY0dup0dup1dup2dup3dup4dup5dup6" fmla="*/ 29 h 21270"/>
              <a:gd name="connsiteX1dup0dup1dup2dup3dup4dup5dup6" fmla="*/ 15591 w 15601"/>
              <a:gd name="connsiteY1dup0dup1dup2dup3dup4dup5dup6" fmla="*/ 0 h 21270"/>
              <a:gd name="connsiteX2dup0dup1dup2dup3dup4dup5dup6" fmla="*/ 15601 w 15601"/>
              <a:gd name="connsiteY2dup0dup1dup2dup3dup4dup5dup6" fmla="*/ 18543 h 21270"/>
              <a:gd name="connsiteX3dup0dup1dup2dup3dup4dup5dup6" fmla="*/ 0 w 15601"/>
              <a:gd name="connsiteY3dup0dup1dup2dup3dup4dup5dup6" fmla="*/ 20201 h 21270"/>
              <a:gd name="connsiteX4dup0dup1dup2dup3dup4dup5dup6" fmla="*/ 0 w 15601"/>
              <a:gd name="connsiteY4dup0dup1dup2dup3dup4dup5dup6" fmla="*/ 29 h 21270"/>
              <a:gd name="connsiteX0dup0dup1dup2dup3dup4dup5dup6dup7" fmla="*/ 0 w 15601"/>
              <a:gd name="connsiteY0dup0dup1dup2dup3dup4dup5dup6dup7" fmla="*/ 29 h 21322"/>
              <a:gd name="connsiteX1dup0dup1dup2dup3dup4dup5dup6dup7" fmla="*/ 15591 w 15601"/>
              <a:gd name="connsiteY1dup0dup1dup2dup3dup4dup5dup6dup7" fmla="*/ 0 h 21322"/>
              <a:gd name="connsiteX2dup0dup1dup2dup3dup4dup5dup6dup7" fmla="*/ 15601 w 15601"/>
              <a:gd name="connsiteY2dup0dup1dup2dup3dup4dup5dup6dup7" fmla="*/ 18863 h 21322"/>
              <a:gd name="connsiteX3dup0dup1dup2dup3dup4dup5dup6dup7" fmla="*/ 0 w 15601"/>
              <a:gd name="connsiteY3dup0dup1dup2dup3dup4dup5dup6dup7" fmla="*/ 20201 h 21322"/>
              <a:gd name="connsiteX4dup0dup1dup2dup3dup4dup5dup6dup7" fmla="*/ 0 w 15601"/>
              <a:gd name="connsiteY4dup0dup1dup2dup3dup4dup5dup6dup7" fmla="*/ 29 h 21322"/>
              <a:gd name="connsiteX0dup0dup1dup2dup3dup4dup5dup6dup7dup8" fmla="*/ 0 w 15601"/>
              <a:gd name="connsiteY0dup0dup1dup2dup3dup4dup5dup6dup7dup8" fmla="*/ 29 h 21347"/>
              <a:gd name="connsiteX1dup0dup1dup2dup3dup4dup5dup6dup7dup8" fmla="*/ 15591 w 15601"/>
              <a:gd name="connsiteY1dup0dup1dup2dup3dup4dup5dup6dup7dup8" fmla="*/ 0 h 21347"/>
              <a:gd name="connsiteX2dup0dup1dup2dup3dup4dup5dup6dup7dup8" fmla="*/ 15601 w 15601"/>
              <a:gd name="connsiteY2dup0dup1dup2dup3dup4dup5dup6dup7dup8" fmla="*/ 18863 h 21347"/>
              <a:gd name="connsiteX3dup0dup1dup2dup3dup4dup5dup6dup7dup8" fmla="*/ 0 w 15601"/>
              <a:gd name="connsiteY3dup0dup1dup2dup3dup4dup5dup6dup7dup8" fmla="*/ 20201 h 21347"/>
              <a:gd name="connsiteX4dup0dup1dup2dup3dup4dup5dup6dup7dup8" fmla="*/ 0 w 15601"/>
              <a:gd name="connsiteY4dup0dup1dup2dup3dup4dup5dup6dup7dup8" fmla="*/ 29 h 21347"/>
              <a:gd name="connsiteX0dup0dup1dup2dup3dup4dup5dup6dup7dup8dup9" fmla="*/ 0 w 15601"/>
              <a:gd name="connsiteY0dup0dup1dup2dup3dup4dup5dup6dup7dup8dup9" fmla="*/ 29 h 21222"/>
              <a:gd name="connsiteX1dup0dup1dup2dup3dup4dup5dup6dup7dup8dup9" fmla="*/ 15591 w 15601"/>
              <a:gd name="connsiteY1dup0dup1dup2dup3dup4dup5dup6dup7dup8dup9" fmla="*/ 0 h 21222"/>
              <a:gd name="connsiteX2dup0dup1dup2dup3dup4dup5dup6dup7dup8dup9" fmla="*/ 15601 w 15601"/>
              <a:gd name="connsiteY2dup0dup1dup2dup3dup4dup5dup6dup7dup8dup9" fmla="*/ 18863 h 21222"/>
              <a:gd name="connsiteX3dup0dup1dup2dup3dup4dup5dup6dup7dup8dup9" fmla="*/ 0 w 15601"/>
              <a:gd name="connsiteY3dup0dup1dup2dup3dup4dup5dup6dup7dup8dup9" fmla="*/ 20201 h 21222"/>
              <a:gd name="connsiteX4dup0dup1dup2dup3dup4dup5dup6dup7dup8dup9" fmla="*/ 0 w 15601"/>
              <a:gd name="connsiteY4dup0dup1dup2dup3dup4dup5dup6dup7dup8dup9" fmla="*/ 29 h 21222"/>
              <a:gd name="connsiteX0dup0dup1dup2dup3dup4dup5dup6dup7dup8dup9dup10" fmla="*/ 0 w 15601"/>
              <a:gd name="connsiteY0dup0dup1dup2dup3dup4dup5dup6dup7dup8dup9dup10" fmla="*/ 29 h 21210"/>
              <a:gd name="connsiteX1dup0dup1dup2dup3dup4dup5dup6dup7dup8dup9dup10" fmla="*/ 15591 w 15601"/>
              <a:gd name="connsiteY1dup0dup1dup2dup3dup4dup5dup6dup7dup8dup9dup10" fmla="*/ 0 h 21210"/>
              <a:gd name="connsiteX2dup0dup1dup2dup3dup4dup5dup6dup7dup8dup9dup10" fmla="*/ 15601 w 15601"/>
              <a:gd name="connsiteY2dup0dup1dup2dup3dup4dup5dup6dup7dup8dup9dup10" fmla="*/ 18863 h 21210"/>
              <a:gd name="connsiteX3dup0dup1dup2dup3dup4dup5dup6dup7dup8dup9dup10" fmla="*/ 0 w 15601"/>
              <a:gd name="connsiteY3dup0dup1dup2dup3dup4dup5dup6dup7dup8dup9dup10" fmla="*/ 20201 h 21210"/>
              <a:gd name="connsiteX4dup0dup1dup2dup3dup4dup5dup6dup7dup8dup9dup10" fmla="*/ 0 w 15601"/>
              <a:gd name="connsiteY4dup0dup1dup2dup3dup4dup5dup6dup7dup8dup9dup10" fmla="*/ 29 h 21210"/>
              <a:gd name="connsiteX0dup0dup1dup2dup3dup4dup5dup6dup7dup8dup9dup10dup11" fmla="*/ 0 w 15601"/>
              <a:gd name="connsiteY0dup0dup1dup2dup3dup4dup5dup6dup7dup8dup9dup10dup11" fmla="*/ 29 h 21275"/>
              <a:gd name="connsiteX1dup0dup1dup2dup3dup4dup5dup6dup7dup8dup9dup10dup11" fmla="*/ 15591 w 15601"/>
              <a:gd name="connsiteY1dup0dup1dup2dup3dup4dup5dup6dup7dup8dup9dup10dup11" fmla="*/ 0 h 21275"/>
              <a:gd name="connsiteX2dup0dup1dup2dup3dup4dup5dup6dup7dup8dup9dup10dup11" fmla="*/ 15601 w 15601"/>
              <a:gd name="connsiteY2dup0dup1dup2dup3dup4dup5dup6dup7dup8dup9dup10dup11" fmla="*/ 19241 h 21275"/>
              <a:gd name="connsiteX3dup0dup1dup2dup3dup4dup5dup6dup7dup8dup9dup10dup11" fmla="*/ 0 w 15601"/>
              <a:gd name="connsiteY3dup0dup1dup2dup3dup4dup5dup6dup7dup8dup9dup10dup11" fmla="*/ 20201 h 21275"/>
              <a:gd name="connsiteX4dup0dup1dup2dup3dup4dup5dup6dup7dup8dup9dup10dup11" fmla="*/ 0 w 15601"/>
              <a:gd name="connsiteY4dup0dup1dup2dup3dup4dup5dup6dup7dup8dup9dup10dup11" fmla="*/ 29 h 21275"/>
              <a:gd name="connsiteX0dup0dup1dup2dup3dup4dup5dup6dup7dup8dup9dup10dup11dup12" fmla="*/ 0 w 15601"/>
              <a:gd name="connsiteY0dup0dup1dup2dup3dup4dup5dup6dup7dup8dup9dup10dup11dup12" fmla="*/ 29 h 21467"/>
              <a:gd name="connsiteX1dup0dup1dup2dup3dup4dup5dup6dup7dup8dup9dup10dup11dup12" fmla="*/ 15591 w 15601"/>
              <a:gd name="connsiteY1dup0dup1dup2dup3dup4dup5dup6dup7dup8dup9dup10dup11dup12" fmla="*/ 0 h 21467"/>
              <a:gd name="connsiteX2dup0dup1dup2dup3dup4dup5dup6dup7dup8dup9dup10dup11dup12" fmla="*/ 15601 w 15601"/>
              <a:gd name="connsiteY2dup0dup1dup2dup3dup4dup5dup6dup7dup8dup9dup10dup11dup12" fmla="*/ 19241 h 21467"/>
              <a:gd name="connsiteX3dup0dup1dup2dup3dup4dup5dup6dup7dup8dup9dup10dup11dup12" fmla="*/ 0 w 15601"/>
              <a:gd name="connsiteY3dup0dup1dup2dup3dup4dup5dup6dup7dup8dup9dup10dup11dup12" fmla="*/ 20434 h 21467"/>
              <a:gd name="connsiteX4dup0dup1dup2dup3dup4dup5dup6dup7dup8dup9dup10dup11dup12" fmla="*/ 0 w 15601"/>
              <a:gd name="connsiteY4dup0dup1dup2dup3dup4dup5dup6dup7dup8dup9dup10dup11dup12" fmla="*/ 29 h 21467"/>
              <a:gd name="connsiteX0dup0dup1dup2dup3dup4dup5dup6dup7dup8dup9dup10dup11dup12dup13" fmla="*/ 0 w 15601"/>
              <a:gd name="connsiteY0dup0dup1dup2dup3dup4dup5dup6dup7dup8dup9dup10dup11dup12dup13" fmla="*/ 29 h 21343"/>
              <a:gd name="connsiteX1dup0dup1dup2dup3dup4dup5dup6dup7dup8dup9dup10dup11dup12dup13" fmla="*/ 15591 w 15601"/>
              <a:gd name="connsiteY1dup0dup1dup2dup3dup4dup5dup6dup7dup8dup9dup10dup11dup12dup13" fmla="*/ 0 h 21343"/>
              <a:gd name="connsiteX2dup0dup1dup2dup3dup4dup5dup6dup7dup8dup9dup10dup11dup12dup13" fmla="*/ 15601 w 15601"/>
              <a:gd name="connsiteY2dup0dup1dup2dup3dup4dup5dup6dup7dup8dup9dup10dup11dup12dup13" fmla="*/ 19241 h 21343"/>
              <a:gd name="connsiteX3dup0dup1dup2dup3dup4dup5dup6dup7dup8dup9dup10dup11dup12dup13" fmla="*/ 0 w 15601"/>
              <a:gd name="connsiteY3dup0dup1dup2dup3dup4dup5dup6dup7dup8dup9dup10dup11dup12dup13" fmla="*/ 20434 h 21343"/>
              <a:gd name="connsiteX4dup0dup1dup2dup3dup4dup5dup6dup7dup8dup9dup10dup11dup12dup13" fmla="*/ 0 w 15601"/>
              <a:gd name="connsiteY4dup0dup1dup2dup3dup4dup5dup6dup7dup8dup9dup10dup11dup12dup13" fmla="*/ 29 h 21343"/>
              <a:gd name="connsiteX0dup0dup1dup2dup3dup4dup5dup6dup7dup8dup9dup10dup11dup12dup13dup14" fmla="*/ 0 w 15601"/>
              <a:gd name="connsiteY0dup0dup1dup2dup3dup4dup5dup6dup7dup8dup9dup10dup11dup12dup13dup14" fmla="*/ 29 h 21351"/>
              <a:gd name="connsiteX1dup0dup1dup2dup3dup4dup5dup6dup7dup8dup9dup10dup11dup12dup13dup14" fmla="*/ 15591 w 15601"/>
              <a:gd name="connsiteY1dup0dup1dup2dup3dup4dup5dup6dup7dup8dup9dup10dup11dup12dup13dup14" fmla="*/ 0 h 21351"/>
              <a:gd name="connsiteX2dup0dup1dup2dup3dup4dup5dup6dup7dup8dup9dup10dup11dup12dup13dup14" fmla="*/ 15601 w 15601"/>
              <a:gd name="connsiteY2dup0dup1dup2dup3dup4dup5dup6dup7dup8dup9dup10dup11dup12dup13dup14" fmla="*/ 19241 h 21351"/>
              <a:gd name="connsiteX3dup0dup1dup2dup3dup4dup5dup6dup7dup8dup9dup10dup11dup12dup13dup14" fmla="*/ 0 w 15601"/>
              <a:gd name="connsiteY3dup0dup1dup2dup3dup4dup5dup6dup7dup8dup9dup10dup11dup12dup13dup14" fmla="*/ 20434 h 21351"/>
              <a:gd name="connsiteX4dup0dup1dup2dup3dup4dup5dup6dup7dup8dup9dup10dup11dup12dup13dup14" fmla="*/ 0 w 15601"/>
              <a:gd name="connsiteY4dup0dup1dup2dup3dup4dup5dup6dup7dup8dup9dup10dup11dup12dup13dup14" fmla="*/ 29 h 21351"/>
            </a:gdLst>
            <a:ahLst/>
            <a:cxnLst>
              <a:cxn ang="0">
                <a:pos x="connsiteX0dup0dup1dup2dup3dup4dup5dup6dup7dup8dup9dup10dup11dup12dup13dup14" y="connsiteY0dup0dup1dup2dup3dup4dup5dup6dup7dup8dup9dup10dup11dup12dup13dup14"/>
              </a:cxn>
              <a:cxn ang="0">
                <a:pos x="connsiteX1dup0dup1dup2dup3dup4dup5dup6dup7dup8dup9dup10dup11dup12dup13dup14" y="connsiteY1dup0dup1dup2dup3dup4dup5dup6dup7dup8dup9dup10dup11dup12dup13dup14"/>
              </a:cxn>
              <a:cxn ang="0">
                <a:pos x="connsiteX2dup0dup1dup2dup3dup4dup5dup6dup7dup8dup9dup10dup11dup12dup13dup14" y="connsiteY2dup0dup1dup2dup3dup4dup5dup6dup7dup8dup9dup10dup11dup12dup13dup14"/>
              </a:cxn>
              <a:cxn ang="0">
                <a:pos x="connsiteX3dup0dup1dup2dup3dup4dup5dup6dup7dup8dup9dup10dup11dup12dup13dup14" y="connsiteY3dup0dup1dup2dup3dup4dup5dup6dup7dup8dup9dup10dup11dup12dup13dup14"/>
              </a:cxn>
              <a:cxn ang="0">
                <a:pos x="connsiteX4dup0dup1dup2dup3dup4dup5dup6dup7dup8dup9dup10dup11dup12dup13dup14" y="connsiteY4dup0dup1dup2dup3dup4dup5dup6dup7dup8dup9dup10dup11dup12dup13dup14"/>
              </a:cxn>
            </a:cxnLst>
            <a:rect l="l" t="t" r="r" b="b"/>
            <a:pathLst>
              <a:path w="15601" h="21351">
                <a:moveTo>
                  <a:pt x="0" y="29"/>
                </a:moveTo>
                <a:lnTo>
                  <a:pt x="15591" y="0"/>
                </a:lnTo>
                <a:cubicBezTo>
                  <a:pt x="15591" y="5774"/>
                  <a:pt x="15601" y="13467"/>
                  <a:pt x="15601" y="19241"/>
                </a:cubicBezTo>
                <a:cubicBezTo>
                  <a:pt x="10638" y="19328"/>
                  <a:pt x="7602" y="23020"/>
                  <a:pt x="0" y="20434"/>
                </a:cubicBezTo>
                <a:lnTo>
                  <a:pt x="0" y="29"/>
                </a:lnTo>
                <a:close/>
              </a:path>
            </a:pathLst>
          </a:custGeom>
          <a:solidFill>
            <a:srgbClr val="2350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r>
              <a:rPr lang="en-US" sz="4224">
                <a:latin typeface="+mj-lt"/>
              </a:rPr>
              <a:t> </a:t>
            </a:r>
          </a:p>
        </p:txBody>
      </p:sp>
      <p:sp>
        <p:nvSpPr>
          <p:cNvPr id="40" name="Flowchart: Document 70"/>
          <p:cNvSpPr/>
          <p:nvPr/>
        </p:nvSpPr>
        <p:spPr>
          <a:xfrm rot="10800000" flipH="1">
            <a:off x="-1" y="2961989"/>
            <a:ext cx="25201563" cy="33037748"/>
          </a:xfrm>
          <a:custGeom>
            <a:avLst/>
            <a:gdLst>
              <a:gd name="connsiteX0" fmla="*/ 7 w 15602"/>
              <a:gd name="connsiteY0" fmla="*/ 0 h 42499"/>
              <a:gd name="connsiteX1" fmla="*/ 15596 w 15602"/>
              <a:gd name="connsiteY1" fmla="*/ 2 h 42499"/>
              <a:gd name="connsiteX2" fmla="*/ 15602 w 15602"/>
              <a:gd name="connsiteY2" fmla="*/ 40389 h 42499"/>
              <a:gd name="connsiteX3" fmla="*/ 1 w 15602"/>
              <a:gd name="connsiteY3" fmla="*/ 41582 h 42499"/>
              <a:gd name="connsiteX4" fmla="*/ 7 w 15602"/>
              <a:gd name="connsiteY4" fmla="*/ 0 h 42499"/>
              <a:gd name="connsiteX0dup0" fmla="*/ 0 w 21600"/>
              <a:gd name="connsiteY0dup0" fmla="*/ 0 h 21495"/>
              <a:gd name="connsiteX1dup0" fmla="*/ 21600 w 21600"/>
              <a:gd name="connsiteY1dup0" fmla="*/ 0 h 21495"/>
              <a:gd name="connsiteX2dup0" fmla="*/ 15601 w 21600"/>
              <a:gd name="connsiteY2dup0" fmla="*/ 18514 h 21495"/>
              <a:gd name="connsiteX3dup0" fmla="*/ 0 w 21600"/>
              <a:gd name="connsiteY3dup0" fmla="*/ 20172 h 21495"/>
              <a:gd name="connsiteX4dup0" fmla="*/ 0 w 21600"/>
              <a:gd name="connsiteY4dup0" fmla="*/ 0 h 21495"/>
              <a:gd name="connsiteX0dup0dup1" fmla="*/ 0 w 15601"/>
              <a:gd name="connsiteY0dup0dup1" fmla="*/ 29 h 21524"/>
              <a:gd name="connsiteX1dup0dup1" fmla="*/ 15591 w 15601"/>
              <a:gd name="connsiteY1dup0dup1" fmla="*/ 0 h 21524"/>
              <a:gd name="connsiteX2dup0dup1" fmla="*/ 15601 w 15601"/>
              <a:gd name="connsiteY2dup0dup1" fmla="*/ 18543 h 21524"/>
              <a:gd name="connsiteX3dup0dup1" fmla="*/ 0 w 15601"/>
              <a:gd name="connsiteY3dup0dup1" fmla="*/ 20201 h 21524"/>
              <a:gd name="connsiteX4dup0dup1" fmla="*/ 0 w 15601"/>
              <a:gd name="connsiteY4dup0dup1" fmla="*/ 29 h 21524"/>
              <a:gd name="connsiteX0dup0dup1dup2" fmla="*/ 0 w 15601"/>
              <a:gd name="connsiteY0dup0dup1dup2" fmla="*/ 29 h 21278"/>
              <a:gd name="connsiteX1dup0dup1dup2" fmla="*/ 15591 w 15601"/>
              <a:gd name="connsiteY1dup0dup1dup2" fmla="*/ 0 h 21278"/>
              <a:gd name="connsiteX2dup0dup1dup2" fmla="*/ 15601 w 15601"/>
              <a:gd name="connsiteY2dup0dup1dup2" fmla="*/ 18543 h 21278"/>
              <a:gd name="connsiteX3dup0dup1dup2" fmla="*/ 0 w 15601"/>
              <a:gd name="connsiteY3dup0dup1dup2" fmla="*/ 20201 h 21278"/>
              <a:gd name="connsiteX4dup0dup1dup2" fmla="*/ 0 w 15601"/>
              <a:gd name="connsiteY4dup0dup1dup2" fmla="*/ 29 h 21278"/>
              <a:gd name="connsiteX0dup0dup1dup2dup3" fmla="*/ 0 w 15601"/>
              <a:gd name="connsiteY0dup0dup1dup2dup3" fmla="*/ 29 h 21156"/>
              <a:gd name="connsiteX1dup0dup1dup2dup3" fmla="*/ 15591 w 15601"/>
              <a:gd name="connsiteY1dup0dup1dup2dup3" fmla="*/ 0 h 21156"/>
              <a:gd name="connsiteX2dup0dup1dup2dup3" fmla="*/ 15601 w 15601"/>
              <a:gd name="connsiteY2dup0dup1dup2dup3" fmla="*/ 18543 h 21156"/>
              <a:gd name="connsiteX3dup0dup1dup2dup3" fmla="*/ 0 w 15601"/>
              <a:gd name="connsiteY3dup0dup1dup2dup3" fmla="*/ 20201 h 21156"/>
              <a:gd name="connsiteX4dup0dup1dup2dup3" fmla="*/ 0 w 15601"/>
              <a:gd name="connsiteY4dup0dup1dup2dup3" fmla="*/ 29 h 21156"/>
              <a:gd name="connsiteX0dup0dup1dup2dup3dup4" fmla="*/ 0 w 15601"/>
              <a:gd name="connsiteY0dup0dup1dup2dup3dup4" fmla="*/ 29 h 21172"/>
              <a:gd name="connsiteX1dup0dup1dup2dup3dup4" fmla="*/ 15591 w 15601"/>
              <a:gd name="connsiteY1dup0dup1dup2dup3dup4" fmla="*/ 0 h 21172"/>
              <a:gd name="connsiteX2dup0dup1dup2dup3dup4" fmla="*/ 15601 w 15601"/>
              <a:gd name="connsiteY2dup0dup1dup2dup3dup4" fmla="*/ 18543 h 21172"/>
              <a:gd name="connsiteX3dup0dup1dup2dup3dup4" fmla="*/ 0 w 15601"/>
              <a:gd name="connsiteY3dup0dup1dup2dup3dup4" fmla="*/ 20201 h 21172"/>
              <a:gd name="connsiteX4dup0dup1dup2dup3dup4" fmla="*/ 0 w 15601"/>
              <a:gd name="connsiteY4dup0dup1dup2dup3dup4" fmla="*/ 29 h 21172"/>
              <a:gd name="connsiteX0dup0dup1dup2dup3dup4dup5" fmla="*/ 0 w 15601"/>
              <a:gd name="connsiteY0dup0dup1dup2dup3dup4dup5" fmla="*/ 29 h 21294"/>
              <a:gd name="connsiteX1dup0dup1dup2dup3dup4dup5" fmla="*/ 15591 w 15601"/>
              <a:gd name="connsiteY1dup0dup1dup2dup3dup4dup5" fmla="*/ 0 h 21294"/>
              <a:gd name="connsiteX2dup0dup1dup2dup3dup4dup5" fmla="*/ 15601 w 15601"/>
              <a:gd name="connsiteY2dup0dup1dup2dup3dup4dup5" fmla="*/ 18543 h 21294"/>
              <a:gd name="connsiteX3dup0dup1dup2dup3dup4dup5" fmla="*/ 0 w 15601"/>
              <a:gd name="connsiteY3dup0dup1dup2dup3dup4dup5" fmla="*/ 20201 h 21294"/>
              <a:gd name="connsiteX4dup0dup1dup2dup3dup4dup5" fmla="*/ 0 w 15601"/>
              <a:gd name="connsiteY4dup0dup1dup2dup3dup4dup5" fmla="*/ 29 h 21294"/>
              <a:gd name="connsiteX0dup0dup1dup2dup3dup4dup5dup6" fmla="*/ 0 w 15601"/>
              <a:gd name="connsiteY0dup0dup1dup2dup3dup4dup5dup6" fmla="*/ 29 h 21270"/>
              <a:gd name="connsiteX1dup0dup1dup2dup3dup4dup5dup6" fmla="*/ 15591 w 15601"/>
              <a:gd name="connsiteY1dup0dup1dup2dup3dup4dup5dup6" fmla="*/ 0 h 21270"/>
              <a:gd name="connsiteX2dup0dup1dup2dup3dup4dup5dup6" fmla="*/ 15601 w 15601"/>
              <a:gd name="connsiteY2dup0dup1dup2dup3dup4dup5dup6" fmla="*/ 18543 h 21270"/>
              <a:gd name="connsiteX3dup0dup1dup2dup3dup4dup5dup6" fmla="*/ 0 w 15601"/>
              <a:gd name="connsiteY3dup0dup1dup2dup3dup4dup5dup6" fmla="*/ 20201 h 21270"/>
              <a:gd name="connsiteX4dup0dup1dup2dup3dup4dup5dup6" fmla="*/ 0 w 15601"/>
              <a:gd name="connsiteY4dup0dup1dup2dup3dup4dup5dup6" fmla="*/ 29 h 21270"/>
              <a:gd name="connsiteX0dup0dup1dup2dup3dup4dup5dup6dup7" fmla="*/ 0 w 15601"/>
              <a:gd name="connsiteY0dup0dup1dup2dup3dup4dup5dup6dup7" fmla="*/ 29 h 21322"/>
              <a:gd name="connsiteX1dup0dup1dup2dup3dup4dup5dup6dup7" fmla="*/ 15591 w 15601"/>
              <a:gd name="connsiteY1dup0dup1dup2dup3dup4dup5dup6dup7" fmla="*/ 0 h 21322"/>
              <a:gd name="connsiteX2dup0dup1dup2dup3dup4dup5dup6dup7" fmla="*/ 15601 w 15601"/>
              <a:gd name="connsiteY2dup0dup1dup2dup3dup4dup5dup6dup7" fmla="*/ 18863 h 21322"/>
              <a:gd name="connsiteX3dup0dup1dup2dup3dup4dup5dup6dup7" fmla="*/ 0 w 15601"/>
              <a:gd name="connsiteY3dup0dup1dup2dup3dup4dup5dup6dup7" fmla="*/ 20201 h 21322"/>
              <a:gd name="connsiteX4dup0dup1dup2dup3dup4dup5dup6dup7" fmla="*/ 0 w 15601"/>
              <a:gd name="connsiteY4dup0dup1dup2dup3dup4dup5dup6dup7" fmla="*/ 29 h 21322"/>
              <a:gd name="connsiteX0dup0dup1dup2dup3dup4dup5dup6dup7dup8" fmla="*/ 0 w 15601"/>
              <a:gd name="connsiteY0dup0dup1dup2dup3dup4dup5dup6dup7dup8" fmla="*/ 29 h 21347"/>
              <a:gd name="connsiteX1dup0dup1dup2dup3dup4dup5dup6dup7dup8" fmla="*/ 15591 w 15601"/>
              <a:gd name="connsiteY1dup0dup1dup2dup3dup4dup5dup6dup7dup8" fmla="*/ 0 h 21347"/>
              <a:gd name="connsiteX2dup0dup1dup2dup3dup4dup5dup6dup7dup8" fmla="*/ 15601 w 15601"/>
              <a:gd name="connsiteY2dup0dup1dup2dup3dup4dup5dup6dup7dup8" fmla="*/ 18863 h 21347"/>
              <a:gd name="connsiteX3dup0dup1dup2dup3dup4dup5dup6dup7dup8" fmla="*/ 0 w 15601"/>
              <a:gd name="connsiteY3dup0dup1dup2dup3dup4dup5dup6dup7dup8" fmla="*/ 20201 h 21347"/>
              <a:gd name="connsiteX4dup0dup1dup2dup3dup4dup5dup6dup7dup8" fmla="*/ 0 w 15601"/>
              <a:gd name="connsiteY4dup0dup1dup2dup3dup4dup5dup6dup7dup8" fmla="*/ 29 h 21347"/>
              <a:gd name="connsiteX0dup0dup1dup2dup3dup4dup5dup6dup7dup8dup9" fmla="*/ 0 w 15601"/>
              <a:gd name="connsiteY0dup0dup1dup2dup3dup4dup5dup6dup7dup8dup9" fmla="*/ 29 h 21222"/>
              <a:gd name="connsiteX1dup0dup1dup2dup3dup4dup5dup6dup7dup8dup9" fmla="*/ 15591 w 15601"/>
              <a:gd name="connsiteY1dup0dup1dup2dup3dup4dup5dup6dup7dup8dup9" fmla="*/ 0 h 21222"/>
              <a:gd name="connsiteX2dup0dup1dup2dup3dup4dup5dup6dup7dup8dup9" fmla="*/ 15601 w 15601"/>
              <a:gd name="connsiteY2dup0dup1dup2dup3dup4dup5dup6dup7dup8dup9" fmla="*/ 18863 h 21222"/>
              <a:gd name="connsiteX3dup0dup1dup2dup3dup4dup5dup6dup7dup8dup9" fmla="*/ 0 w 15601"/>
              <a:gd name="connsiteY3dup0dup1dup2dup3dup4dup5dup6dup7dup8dup9" fmla="*/ 20201 h 21222"/>
              <a:gd name="connsiteX4dup0dup1dup2dup3dup4dup5dup6dup7dup8dup9" fmla="*/ 0 w 15601"/>
              <a:gd name="connsiteY4dup0dup1dup2dup3dup4dup5dup6dup7dup8dup9" fmla="*/ 29 h 21222"/>
              <a:gd name="connsiteX0dup0dup1dup2dup3dup4dup5dup6dup7dup8dup9dup10" fmla="*/ 0 w 15601"/>
              <a:gd name="connsiteY0dup0dup1dup2dup3dup4dup5dup6dup7dup8dup9dup10" fmla="*/ 29 h 21210"/>
              <a:gd name="connsiteX1dup0dup1dup2dup3dup4dup5dup6dup7dup8dup9dup10" fmla="*/ 15591 w 15601"/>
              <a:gd name="connsiteY1dup0dup1dup2dup3dup4dup5dup6dup7dup8dup9dup10" fmla="*/ 0 h 21210"/>
              <a:gd name="connsiteX2dup0dup1dup2dup3dup4dup5dup6dup7dup8dup9dup10" fmla="*/ 15601 w 15601"/>
              <a:gd name="connsiteY2dup0dup1dup2dup3dup4dup5dup6dup7dup8dup9dup10" fmla="*/ 18863 h 21210"/>
              <a:gd name="connsiteX3dup0dup1dup2dup3dup4dup5dup6dup7dup8dup9dup10" fmla="*/ 0 w 15601"/>
              <a:gd name="connsiteY3dup0dup1dup2dup3dup4dup5dup6dup7dup8dup9dup10" fmla="*/ 20201 h 21210"/>
              <a:gd name="connsiteX4dup0dup1dup2dup3dup4dup5dup6dup7dup8dup9dup10" fmla="*/ 0 w 15601"/>
              <a:gd name="connsiteY4dup0dup1dup2dup3dup4dup5dup6dup7dup8dup9dup10" fmla="*/ 29 h 21210"/>
              <a:gd name="connsiteX0dup0dup1dup2dup3dup4dup5dup6dup7dup8dup9dup10dup11" fmla="*/ 0 w 15601"/>
              <a:gd name="connsiteY0dup0dup1dup2dup3dup4dup5dup6dup7dup8dup9dup10dup11" fmla="*/ 29 h 21275"/>
              <a:gd name="connsiteX1dup0dup1dup2dup3dup4dup5dup6dup7dup8dup9dup10dup11" fmla="*/ 15591 w 15601"/>
              <a:gd name="connsiteY1dup0dup1dup2dup3dup4dup5dup6dup7dup8dup9dup10dup11" fmla="*/ 0 h 21275"/>
              <a:gd name="connsiteX2dup0dup1dup2dup3dup4dup5dup6dup7dup8dup9dup10dup11" fmla="*/ 15601 w 15601"/>
              <a:gd name="connsiteY2dup0dup1dup2dup3dup4dup5dup6dup7dup8dup9dup10dup11" fmla="*/ 19241 h 21275"/>
              <a:gd name="connsiteX3dup0dup1dup2dup3dup4dup5dup6dup7dup8dup9dup10dup11" fmla="*/ 0 w 15601"/>
              <a:gd name="connsiteY3dup0dup1dup2dup3dup4dup5dup6dup7dup8dup9dup10dup11" fmla="*/ 20201 h 21275"/>
              <a:gd name="connsiteX4dup0dup1dup2dup3dup4dup5dup6dup7dup8dup9dup10dup11" fmla="*/ 0 w 15601"/>
              <a:gd name="connsiteY4dup0dup1dup2dup3dup4dup5dup6dup7dup8dup9dup10dup11" fmla="*/ 29 h 21275"/>
              <a:gd name="connsiteX0dup0dup1dup2dup3dup4dup5dup6dup7dup8dup9dup10dup11dup12" fmla="*/ 0 w 15601"/>
              <a:gd name="connsiteY0dup0dup1dup2dup3dup4dup5dup6dup7dup8dup9dup10dup11dup12" fmla="*/ 29 h 21467"/>
              <a:gd name="connsiteX1dup0dup1dup2dup3dup4dup5dup6dup7dup8dup9dup10dup11dup12" fmla="*/ 15591 w 15601"/>
              <a:gd name="connsiteY1dup0dup1dup2dup3dup4dup5dup6dup7dup8dup9dup10dup11dup12" fmla="*/ 0 h 21467"/>
              <a:gd name="connsiteX2dup0dup1dup2dup3dup4dup5dup6dup7dup8dup9dup10dup11dup12" fmla="*/ 15601 w 15601"/>
              <a:gd name="connsiteY2dup0dup1dup2dup3dup4dup5dup6dup7dup8dup9dup10dup11dup12" fmla="*/ 19241 h 21467"/>
              <a:gd name="connsiteX3dup0dup1dup2dup3dup4dup5dup6dup7dup8dup9dup10dup11dup12" fmla="*/ 0 w 15601"/>
              <a:gd name="connsiteY3dup0dup1dup2dup3dup4dup5dup6dup7dup8dup9dup10dup11dup12" fmla="*/ 20434 h 21467"/>
              <a:gd name="connsiteX4dup0dup1dup2dup3dup4dup5dup6dup7dup8dup9dup10dup11dup12" fmla="*/ 0 w 15601"/>
              <a:gd name="connsiteY4dup0dup1dup2dup3dup4dup5dup6dup7dup8dup9dup10dup11dup12" fmla="*/ 29 h 21467"/>
              <a:gd name="connsiteX0dup0dup1dup2dup3dup4dup5dup6dup7dup8dup9dup10dup11dup12dup13" fmla="*/ 0 w 15601"/>
              <a:gd name="connsiteY0dup0dup1dup2dup3dup4dup5dup6dup7dup8dup9dup10dup11dup12dup13" fmla="*/ 29 h 21343"/>
              <a:gd name="connsiteX1dup0dup1dup2dup3dup4dup5dup6dup7dup8dup9dup10dup11dup12dup13" fmla="*/ 15591 w 15601"/>
              <a:gd name="connsiteY1dup0dup1dup2dup3dup4dup5dup6dup7dup8dup9dup10dup11dup12dup13" fmla="*/ 0 h 21343"/>
              <a:gd name="connsiteX2dup0dup1dup2dup3dup4dup5dup6dup7dup8dup9dup10dup11dup12dup13" fmla="*/ 15601 w 15601"/>
              <a:gd name="connsiteY2dup0dup1dup2dup3dup4dup5dup6dup7dup8dup9dup10dup11dup12dup13" fmla="*/ 19241 h 21343"/>
              <a:gd name="connsiteX3dup0dup1dup2dup3dup4dup5dup6dup7dup8dup9dup10dup11dup12dup13" fmla="*/ 0 w 15601"/>
              <a:gd name="connsiteY3dup0dup1dup2dup3dup4dup5dup6dup7dup8dup9dup10dup11dup12dup13" fmla="*/ 20434 h 21343"/>
              <a:gd name="connsiteX4dup0dup1dup2dup3dup4dup5dup6dup7dup8dup9dup10dup11dup12dup13" fmla="*/ 0 w 15601"/>
              <a:gd name="connsiteY4dup0dup1dup2dup3dup4dup5dup6dup7dup8dup9dup10dup11dup12dup13" fmla="*/ 29 h 21343"/>
              <a:gd name="connsiteX0dup0dup1dup2dup3dup4dup5dup6dup7dup8dup9dup10dup11dup12dup13dup14" fmla="*/ 0 w 15601"/>
              <a:gd name="connsiteY0dup0dup1dup2dup3dup4dup5dup6dup7dup8dup9dup10dup11dup12dup13dup14" fmla="*/ 29 h 21351"/>
              <a:gd name="connsiteX1dup0dup1dup2dup3dup4dup5dup6dup7dup8dup9dup10dup11dup12dup13dup14" fmla="*/ 15591 w 15601"/>
              <a:gd name="connsiteY1dup0dup1dup2dup3dup4dup5dup6dup7dup8dup9dup10dup11dup12dup13dup14" fmla="*/ 0 h 21351"/>
              <a:gd name="connsiteX2dup0dup1dup2dup3dup4dup5dup6dup7dup8dup9dup10dup11dup12dup13dup14" fmla="*/ 15601 w 15601"/>
              <a:gd name="connsiteY2dup0dup1dup2dup3dup4dup5dup6dup7dup8dup9dup10dup11dup12dup13dup14" fmla="*/ 19241 h 21351"/>
              <a:gd name="connsiteX3dup0dup1dup2dup3dup4dup5dup6dup7dup8dup9dup10dup11dup12dup13dup14" fmla="*/ 0 w 15601"/>
              <a:gd name="connsiteY3dup0dup1dup2dup3dup4dup5dup6dup7dup8dup9dup10dup11dup12dup13dup14" fmla="*/ 20434 h 21351"/>
              <a:gd name="connsiteX4dup0dup1dup2dup3dup4dup5dup6dup7dup8dup9dup10dup11dup12dup13dup14" fmla="*/ 0 w 15601"/>
              <a:gd name="connsiteY4dup0dup1dup2dup3dup4dup5dup6dup7dup8dup9dup10dup11dup12dup13dup14" fmla="*/ 29 h 21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02" h="42499">
                <a:moveTo>
                  <a:pt x="7" y="0"/>
                </a:moveTo>
                <a:lnTo>
                  <a:pt x="15596" y="2"/>
                </a:lnTo>
                <a:cubicBezTo>
                  <a:pt x="15596" y="5776"/>
                  <a:pt x="15602" y="34615"/>
                  <a:pt x="15602" y="40389"/>
                </a:cubicBezTo>
                <a:cubicBezTo>
                  <a:pt x="10639" y="40476"/>
                  <a:pt x="7603" y="44168"/>
                  <a:pt x="1" y="41582"/>
                </a:cubicBezTo>
                <a:cubicBezTo>
                  <a:pt x="-5" y="27777"/>
                  <a:pt x="13" y="13805"/>
                  <a:pt x="7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rgbClr val="D1F2F7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r"/>
            <a:r>
              <a:rPr lang="en-US" sz="4224" dirty="0">
                <a:latin typeface="+mj-lt"/>
              </a:rPr>
              <a:t> 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35290449"/>
            <a:ext cx="25201563" cy="709287"/>
          </a:xfrm>
          <a:prstGeom prst="rect">
            <a:avLst/>
          </a:prstGeom>
          <a:solidFill>
            <a:srgbClr val="2350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4224" dirty="0">
              <a:latin typeface="+mj-lt"/>
            </a:endParaRPr>
          </a:p>
        </p:txBody>
      </p:sp>
      <p:cxnSp>
        <p:nvCxnSpPr>
          <p:cNvPr id="57" name="Straight Connector 56"/>
          <p:cNvCxnSpPr>
            <a:cxnSpLocks/>
          </p:cNvCxnSpPr>
          <p:nvPr/>
        </p:nvCxnSpPr>
        <p:spPr>
          <a:xfrm>
            <a:off x="-2" y="35192170"/>
            <a:ext cx="25201565" cy="0"/>
          </a:xfrm>
          <a:prstGeom prst="line">
            <a:avLst/>
          </a:prstGeom>
          <a:ln w="254000">
            <a:solidFill>
              <a:srgbClr val="8CD2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תמונה 1" descr="פורטל">
            <a:extLst>
              <a:ext uri="{FF2B5EF4-FFF2-40B4-BE49-F238E27FC236}">
                <a16:creationId xmlns:a16="http://schemas.microsoft.com/office/drawing/2014/main" id="{05FADE78-305E-C312-93AB-84DAA3377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8140" y="36331"/>
            <a:ext cx="2713423" cy="2713423"/>
          </a:xfrm>
          <a:prstGeom prst="rect">
            <a:avLst/>
          </a:prstGeom>
        </p:spPr>
      </p:pic>
      <p:pic>
        <p:nvPicPr>
          <p:cNvPr id="3" name="תמונה 2" descr="Volcani Institute - YouTube">
            <a:extLst>
              <a:ext uri="{FF2B5EF4-FFF2-40B4-BE49-F238E27FC236}">
                <a16:creationId xmlns:a16="http://schemas.microsoft.com/office/drawing/2014/main" id="{791DA2AC-0E1E-6452-667C-93DCEB949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" y="1"/>
            <a:ext cx="2643852" cy="2643852"/>
          </a:xfrm>
          <a:prstGeom prst="rect">
            <a:avLst/>
          </a:prstGeom>
        </p:spPr>
      </p:pic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45D1EB6B-C7BD-2589-0007-E304B510A79D}"/>
              </a:ext>
            </a:extLst>
          </p:cNvPr>
          <p:cNvSpPr txBox="1"/>
          <p:nvPr/>
        </p:nvSpPr>
        <p:spPr>
          <a:xfrm>
            <a:off x="2713420" y="-27373"/>
            <a:ext cx="19774720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5400" b="1" dirty="0">
                <a:solidFill>
                  <a:schemeClr val="tx2"/>
                </a:solidFill>
                <a:latin typeface="+mj-lt"/>
              </a:rPr>
              <a:t>Predictive Modeling of Rootzone Variables Using Greenhouse Data</a:t>
            </a:r>
            <a:endParaRPr lang="he-IL" sz="5400" b="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6810C55A-B201-6D4F-EA34-7ECEF28900C1}"/>
              </a:ext>
            </a:extLst>
          </p:cNvPr>
          <p:cNvSpPr txBox="1"/>
          <p:nvPr/>
        </p:nvSpPr>
        <p:spPr>
          <a:xfrm>
            <a:off x="3862737" y="888649"/>
            <a:ext cx="17476089" cy="144655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400" b="1" dirty="0">
                <a:solidFill>
                  <a:schemeClr val="tx2"/>
                </a:solidFill>
                <a:latin typeface="+mj-lt"/>
              </a:rPr>
              <a:t>Students: </a:t>
            </a:r>
            <a:r>
              <a:rPr lang="en-US" sz="4400" dirty="0">
                <a:solidFill>
                  <a:schemeClr val="tx2"/>
                </a:solidFill>
                <a:latin typeface="+mj-lt"/>
              </a:rPr>
              <a:t>Eden Eliyahu, Oren Chaushu </a:t>
            </a:r>
            <a:br>
              <a:rPr lang="en-US" sz="4400" dirty="0">
                <a:solidFill>
                  <a:schemeClr val="tx2"/>
                </a:solidFill>
                <a:latin typeface="+mj-lt"/>
              </a:rPr>
            </a:br>
            <a:r>
              <a:rPr lang="en-US" sz="4400" b="1" dirty="0">
                <a:solidFill>
                  <a:schemeClr val="tx2"/>
                </a:solidFill>
                <a:latin typeface="+mj-lt"/>
              </a:rPr>
              <a:t>Supervisors:</a:t>
            </a:r>
            <a:r>
              <a:rPr lang="en-US" sz="4400" dirty="0">
                <a:solidFill>
                  <a:schemeClr val="tx2"/>
                </a:solidFill>
                <a:latin typeface="+mj-lt"/>
              </a:rPr>
              <a:t> Dr. Avner Priel - Ruppin, Dr. Alaa Jamal - Volcani Institute</a:t>
            </a:r>
            <a:endParaRPr lang="he-IL" sz="44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4" name="background-challenge-panel">
            <a:extLst>
              <a:ext uri="{FF2B5EF4-FFF2-40B4-BE49-F238E27FC236}">
                <a16:creationId xmlns:a16="http://schemas.microsoft.com/office/drawing/2014/main" id="{677A5401-35FE-B301-1E66-B8989F07E4CD}"/>
              </a:ext>
            </a:extLst>
          </p:cNvPr>
          <p:cNvSpPr>
            <a:spLocks noGrp="1"/>
          </p:cNvSpPr>
          <p:nvPr/>
        </p:nvSpPr>
        <p:spPr>
          <a:xfrm>
            <a:off x="11887200" y="4785904"/>
            <a:ext cx="13075775" cy="7290481"/>
          </a:xfrm>
          <a:prstGeom prst="roundRect">
            <a:avLst>
              <a:gd name="adj" fmla="val 3600"/>
            </a:avLst>
          </a:prstGeom>
          <a:solidFill>
            <a:srgbClr val="FFFFFF">
              <a:alpha val="69804"/>
            </a:srgbClr>
          </a:solidFill>
          <a:ln w="1905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pPr algn="just">
              <a:defRPr sz="4200" b="1">
                <a:solidFill>
                  <a:srgbClr val="235078"/>
                </a:solidFill>
                <a:latin typeface="Arial"/>
                <a:ea typeface="Arial"/>
                <a:cs typeface="Arial"/>
              </a:defRPr>
            </a:pPr>
            <a:r>
              <a:rPr lang="en-US" sz="4000" dirty="0">
                <a:latin typeface="+mj-lt"/>
              </a:rPr>
              <a:t>Dataset</a:t>
            </a:r>
            <a:endParaRPr lang="he-IL" sz="4000" dirty="0">
              <a:latin typeface="+mj-lt"/>
            </a:endParaRPr>
          </a:p>
          <a:p>
            <a:pPr>
              <a:defRPr sz="4200" b="1">
                <a:solidFill>
                  <a:srgbClr val="235078"/>
                </a:solidFill>
                <a:latin typeface="Arial"/>
                <a:ea typeface="Arial"/>
                <a:cs typeface="Arial"/>
              </a:defRPr>
            </a:pPr>
            <a:endParaRPr lang="he-IL" sz="4000" dirty="0"/>
          </a:p>
        </p:txBody>
      </p:sp>
      <p:sp>
        <p:nvSpPr>
          <p:cNvPr id="5" name="background-challenge-panel">
            <a:extLst>
              <a:ext uri="{FF2B5EF4-FFF2-40B4-BE49-F238E27FC236}">
                <a16:creationId xmlns:a16="http://schemas.microsoft.com/office/drawing/2014/main" id="{6FBCEF94-2BA4-733D-EE3B-FAC411C888BC}"/>
              </a:ext>
            </a:extLst>
          </p:cNvPr>
          <p:cNvSpPr>
            <a:spLocks noGrp="1"/>
          </p:cNvSpPr>
          <p:nvPr/>
        </p:nvSpPr>
        <p:spPr>
          <a:xfrm>
            <a:off x="294950" y="4785904"/>
            <a:ext cx="11112169" cy="7290482"/>
          </a:xfrm>
          <a:prstGeom prst="roundRect">
            <a:avLst>
              <a:gd name="adj" fmla="val 3600"/>
            </a:avLst>
          </a:prstGeom>
          <a:solidFill>
            <a:srgbClr val="FFFFFF">
              <a:alpha val="69804"/>
            </a:srgbClr>
          </a:solidFill>
          <a:ln w="1905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pPr algn="just">
              <a:defRPr sz="4200" b="1">
                <a:solidFill>
                  <a:srgbClr val="235078"/>
                </a:solidFill>
                <a:latin typeface="Arial"/>
                <a:ea typeface="Arial"/>
                <a:cs typeface="Arial"/>
              </a:defRPr>
            </a:pPr>
            <a:r>
              <a:rPr lang="en-US" sz="4000" dirty="0">
                <a:latin typeface="+mj-lt"/>
              </a:rPr>
              <a:t>Introduction &amp; Goal</a:t>
            </a:r>
          </a:p>
          <a:p>
            <a:pPr algn="just">
              <a:defRPr sz="4200" b="1">
                <a:solidFill>
                  <a:srgbClr val="235078"/>
                </a:solidFill>
                <a:latin typeface="Arial"/>
                <a:ea typeface="Arial"/>
                <a:cs typeface="Arial"/>
              </a:defRPr>
            </a:pPr>
            <a:endParaRPr lang="he-IL" sz="3600" dirty="0"/>
          </a:p>
        </p:txBody>
      </p:sp>
      <p:sp>
        <p:nvSpPr>
          <p:cNvPr id="24" name="background-challenge-panel">
            <a:extLst>
              <a:ext uri="{FF2B5EF4-FFF2-40B4-BE49-F238E27FC236}">
                <a16:creationId xmlns:a16="http://schemas.microsoft.com/office/drawing/2014/main" id="{C3E4341B-10C0-378E-692B-A7712647BA99}"/>
              </a:ext>
            </a:extLst>
          </p:cNvPr>
          <p:cNvSpPr>
            <a:spLocks noGrp="1"/>
          </p:cNvSpPr>
          <p:nvPr/>
        </p:nvSpPr>
        <p:spPr>
          <a:xfrm>
            <a:off x="11887199" y="12394512"/>
            <a:ext cx="13075778" cy="7406978"/>
          </a:xfrm>
          <a:prstGeom prst="roundRect">
            <a:avLst>
              <a:gd name="adj" fmla="val 3600"/>
            </a:avLst>
          </a:prstGeom>
          <a:solidFill>
            <a:srgbClr val="FFFFFF">
              <a:alpha val="69804"/>
            </a:srgbClr>
          </a:solidFill>
          <a:ln w="1905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pPr algn="just">
              <a:defRPr sz="4200" b="1">
                <a:solidFill>
                  <a:srgbClr val="235078"/>
                </a:solidFill>
                <a:latin typeface="Arial"/>
                <a:ea typeface="Arial"/>
                <a:cs typeface="Arial"/>
              </a:defRPr>
            </a:pPr>
            <a:r>
              <a:rPr lang="en-US" sz="4000" dirty="0">
                <a:latin typeface="+mj-lt"/>
              </a:rPr>
              <a:t>Model / Validation</a:t>
            </a:r>
            <a:endParaRPr lang="he-IL" sz="4000" dirty="0">
              <a:latin typeface="+mj-lt"/>
            </a:endParaRPr>
          </a:p>
        </p:txBody>
      </p:sp>
      <p:sp>
        <p:nvSpPr>
          <p:cNvPr id="26" name="background-challenge-panel">
            <a:extLst>
              <a:ext uri="{FF2B5EF4-FFF2-40B4-BE49-F238E27FC236}">
                <a16:creationId xmlns:a16="http://schemas.microsoft.com/office/drawing/2014/main" id="{2DB84503-DB9C-F55D-DC59-7776C5ECC8CE}"/>
              </a:ext>
            </a:extLst>
          </p:cNvPr>
          <p:cNvSpPr>
            <a:spLocks noGrp="1"/>
          </p:cNvSpPr>
          <p:nvPr/>
        </p:nvSpPr>
        <p:spPr>
          <a:xfrm>
            <a:off x="294951" y="20121499"/>
            <a:ext cx="24668024" cy="4127840"/>
          </a:xfrm>
          <a:prstGeom prst="roundRect">
            <a:avLst>
              <a:gd name="adj" fmla="val 3600"/>
            </a:avLst>
          </a:prstGeom>
          <a:solidFill>
            <a:srgbClr val="FFFFFF">
              <a:alpha val="69804"/>
            </a:srgbClr>
          </a:solidFill>
          <a:ln w="1905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pPr algn="just">
              <a:defRPr sz="4200" b="1">
                <a:solidFill>
                  <a:srgbClr val="235078"/>
                </a:solidFill>
                <a:latin typeface="Arial"/>
                <a:ea typeface="Arial"/>
                <a:cs typeface="Arial"/>
              </a:defRPr>
            </a:pPr>
            <a:r>
              <a:rPr lang="en-US" sz="4000" b="1" dirty="0">
                <a:latin typeface="+mj-lt"/>
              </a:rPr>
              <a:t>System Architecture</a:t>
            </a:r>
            <a:endParaRPr lang="he-IL" sz="4000" u="sng" dirty="0">
              <a:latin typeface="+mj-lt"/>
            </a:endParaRPr>
          </a:p>
        </p:txBody>
      </p:sp>
      <p:sp>
        <p:nvSpPr>
          <p:cNvPr id="12" name="background-challenge-panel">
            <a:extLst>
              <a:ext uri="{FF2B5EF4-FFF2-40B4-BE49-F238E27FC236}">
                <a16:creationId xmlns:a16="http://schemas.microsoft.com/office/drawing/2014/main" id="{3D71FEC7-85FD-14AE-95A5-1D2099ECD7D7}"/>
              </a:ext>
            </a:extLst>
          </p:cNvPr>
          <p:cNvSpPr>
            <a:spLocks noGrp="1"/>
          </p:cNvSpPr>
          <p:nvPr/>
        </p:nvSpPr>
        <p:spPr>
          <a:xfrm>
            <a:off x="294951" y="12394512"/>
            <a:ext cx="11112168" cy="7406978"/>
          </a:xfrm>
          <a:prstGeom prst="roundRect">
            <a:avLst>
              <a:gd name="adj" fmla="val 3600"/>
            </a:avLst>
          </a:prstGeom>
          <a:solidFill>
            <a:srgbClr val="FFFFFF">
              <a:alpha val="69804"/>
            </a:srgbClr>
          </a:solidFill>
          <a:ln w="1905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pPr algn="just">
              <a:defRPr sz="4200" b="1">
                <a:solidFill>
                  <a:srgbClr val="235078"/>
                </a:solidFill>
                <a:latin typeface="Arial"/>
                <a:ea typeface="Arial"/>
                <a:cs typeface="Arial"/>
              </a:defRPr>
            </a:pPr>
            <a:r>
              <a:rPr lang="en-US" sz="4000" dirty="0">
                <a:latin typeface="+mj-lt"/>
              </a:rPr>
              <a:t>Methods &amp; Workflow</a:t>
            </a:r>
          </a:p>
          <a:p>
            <a:pPr algn="just">
              <a:defRPr sz="4200" b="1">
                <a:solidFill>
                  <a:srgbClr val="235078"/>
                </a:solidFill>
                <a:latin typeface="Arial"/>
                <a:ea typeface="Arial"/>
                <a:cs typeface="Arial"/>
              </a:defRPr>
            </a:pPr>
            <a:endParaRPr lang="he-IL" sz="3600" dirty="0"/>
          </a:p>
        </p:txBody>
      </p:sp>
      <p:sp>
        <p:nvSpPr>
          <p:cNvPr id="14" name="background-challenge-panel">
            <a:extLst>
              <a:ext uri="{FF2B5EF4-FFF2-40B4-BE49-F238E27FC236}">
                <a16:creationId xmlns:a16="http://schemas.microsoft.com/office/drawing/2014/main" id="{191E979C-3A4B-23CB-D23D-DE55D9552325}"/>
              </a:ext>
            </a:extLst>
          </p:cNvPr>
          <p:cNvSpPr>
            <a:spLocks noGrp="1"/>
          </p:cNvSpPr>
          <p:nvPr/>
        </p:nvSpPr>
        <p:spPr>
          <a:xfrm>
            <a:off x="294951" y="24567474"/>
            <a:ext cx="24668024" cy="5843775"/>
          </a:xfrm>
          <a:prstGeom prst="roundRect">
            <a:avLst>
              <a:gd name="adj" fmla="val 3600"/>
            </a:avLst>
          </a:prstGeom>
          <a:solidFill>
            <a:srgbClr val="FFFFFF">
              <a:alpha val="69804"/>
            </a:srgbClr>
          </a:solidFill>
          <a:ln w="1905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pPr algn="just">
              <a:defRPr sz="4200" b="1">
                <a:solidFill>
                  <a:srgbClr val="235078"/>
                </a:solidFill>
                <a:latin typeface="Arial"/>
                <a:ea typeface="Arial"/>
                <a:cs typeface="Arial"/>
              </a:defRPr>
            </a:pPr>
            <a:r>
              <a:rPr lang="en-US" sz="4000" b="1" dirty="0">
                <a:latin typeface="+mj-lt"/>
              </a:rPr>
              <a:t>Results</a:t>
            </a:r>
            <a:endParaRPr lang="he-IL" sz="4000" u="sng" dirty="0">
              <a:latin typeface="+mj-lt"/>
            </a:endParaRPr>
          </a:p>
        </p:txBody>
      </p:sp>
      <p:sp>
        <p:nvSpPr>
          <p:cNvPr id="15" name="background-challenge-panel">
            <a:extLst>
              <a:ext uri="{FF2B5EF4-FFF2-40B4-BE49-F238E27FC236}">
                <a16:creationId xmlns:a16="http://schemas.microsoft.com/office/drawing/2014/main" id="{ABE536C6-F75E-3409-9135-8B8F3CFF14EC}"/>
              </a:ext>
            </a:extLst>
          </p:cNvPr>
          <p:cNvSpPr>
            <a:spLocks noGrp="1"/>
          </p:cNvSpPr>
          <p:nvPr/>
        </p:nvSpPr>
        <p:spPr>
          <a:xfrm>
            <a:off x="294950" y="30806675"/>
            <a:ext cx="11112168" cy="3577929"/>
          </a:xfrm>
          <a:prstGeom prst="roundRect">
            <a:avLst>
              <a:gd name="adj" fmla="val 3600"/>
            </a:avLst>
          </a:prstGeom>
          <a:solidFill>
            <a:srgbClr val="FFFFFF">
              <a:alpha val="69804"/>
            </a:srgbClr>
          </a:solidFill>
          <a:ln w="1905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pPr algn="just">
              <a:defRPr sz="4200" b="1">
                <a:solidFill>
                  <a:srgbClr val="235078"/>
                </a:solidFill>
                <a:latin typeface="Arial"/>
                <a:ea typeface="Arial"/>
                <a:cs typeface="Arial"/>
              </a:defRPr>
            </a:pPr>
            <a:r>
              <a:rPr lang="en-US" sz="4000" b="1" dirty="0">
                <a:latin typeface="+mj-lt"/>
              </a:rPr>
              <a:t>Conclusions </a:t>
            </a:r>
            <a:endParaRPr lang="he-IL" sz="4000" dirty="0">
              <a:latin typeface="+mj-lt"/>
            </a:endParaRPr>
          </a:p>
        </p:txBody>
      </p:sp>
      <p:sp>
        <p:nvSpPr>
          <p:cNvPr id="16" name="background-challenge-panel">
            <a:extLst>
              <a:ext uri="{FF2B5EF4-FFF2-40B4-BE49-F238E27FC236}">
                <a16:creationId xmlns:a16="http://schemas.microsoft.com/office/drawing/2014/main" id="{4B5BB090-FACD-027D-8205-6FF95EFF0498}"/>
              </a:ext>
            </a:extLst>
          </p:cNvPr>
          <p:cNvSpPr>
            <a:spLocks noGrp="1"/>
          </p:cNvSpPr>
          <p:nvPr/>
        </p:nvSpPr>
        <p:spPr>
          <a:xfrm>
            <a:off x="11887199" y="30806674"/>
            <a:ext cx="13019413" cy="3577929"/>
          </a:xfrm>
          <a:prstGeom prst="roundRect">
            <a:avLst>
              <a:gd name="adj" fmla="val 3600"/>
            </a:avLst>
          </a:prstGeom>
          <a:solidFill>
            <a:srgbClr val="FFFFFF">
              <a:alpha val="69804"/>
            </a:srgbClr>
          </a:solidFill>
          <a:ln w="1905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pPr algn="just">
              <a:defRPr sz="4200" b="1">
                <a:solidFill>
                  <a:srgbClr val="235078"/>
                </a:solidFill>
                <a:latin typeface="Arial"/>
                <a:ea typeface="Arial"/>
                <a:cs typeface="Arial"/>
              </a:defRPr>
            </a:pPr>
            <a:r>
              <a:rPr lang="en-US" sz="4000" b="1" dirty="0">
                <a:latin typeface="+mj-lt"/>
              </a:rPr>
              <a:t>Practical Value</a:t>
            </a:r>
            <a:endParaRPr lang="he-IL" sz="4000" dirty="0">
              <a:latin typeface="+mj-lt"/>
            </a:endParaRPr>
          </a:p>
        </p:txBody>
      </p: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4A0B34E5-5875-2148-3BAD-BFBF356760F0}"/>
              </a:ext>
            </a:extLst>
          </p:cNvPr>
          <p:cNvSpPr txBox="1"/>
          <p:nvPr/>
        </p:nvSpPr>
        <p:spPr>
          <a:xfrm>
            <a:off x="433280" y="5553882"/>
            <a:ext cx="10835508" cy="63094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000" b="1" dirty="0">
                <a:solidFill>
                  <a:srgbClr val="235078"/>
                </a:solidFill>
              </a:rPr>
              <a:t>Problem:</a:t>
            </a:r>
          </a:p>
          <a:p>
            <a:r>
              <a:rPr lang="en-US" sz="3600" dirty="0">
                <a:solidFill>
                  <a:srgbClr val="235078"/>
                </a:solidFill>
              </a:rPr>
              <a:t>pH and EC are critical indicators of nutrient availability, salinity, and plant health.</a:t>
            </a:r>
          </a:p>
          <a:p>
            <a:endParaRPr lang="en-US" sz="3600" dirty="0">
              <a:solidFill>
                <a:srgbClr val="235078"/>
              </a:solidFill>
            </a:endParaRPr>
          </a:p>
          <a:p>
            <a:r>
              <a:rPr lang="en-US" sz="4000" b="1" dirty="0">
                <a:solidFill>
                  <a:srgbClr val="235078"/>
                </a:solidFill>
              </a:rPr>
              <a:t>Challenge:</a:t>
            </a:r>
          </a:p>
          <a:p>
            <a:r>
              <a:rPr lang="en-US" sz="3600" dirty="0">
                <a:solidFill>
                  <a:srgbClr val="235078"/>
                </a:solidFill>
              </a:rPr>
              <a:t>Manual samples are accurate but sparse, creating blind intervals.</a:t>
            </a:r>
          </a:p>
          <a:p>
            <a:endParaRPr lang="en-US" sz="3600" dirty="0">
              <a:solidFill>
                <a:srgbClr val="235078"/>
              </a:solidFill>
            </a:endParaRPr>
          </a:p>
          <a:p>
            <a:r>
              <a:rPr lang="en-US" sz="4000" b="1" dirty="0">
                <a:solidFill>
                  <a:srgbClr val="235078"/>
                </a:solidFill>
              </a:rPr>
              <a:t>Goal:</a:t>
            </a:r>
          </a:p>
          <a:p>
            <a:r>
              <a:rPr lang="en-US" sz="3600" dirty="0">
                <a:solidFill>
                  <a:srgbClr val="235078"/>
                </a:solidFill>
              </a:rPr>
              <a:t>Predict future pH and EC up to 48h using greenhouse, irrigation, fertilization and crop data.</a:t>
            </a:r>
            <a:endParaRPr lang="he-IL" sz="3600" dirty="0">
              <a:solidFill>
                <a:srgbClr val="235078"/>
              </a:solidFill>
            </a:endParaRPr>
          </a:p>
        </p:txBody>
      </p:sp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96C93941-1CC8-FE5E-D06F-CF362BCD140E}"/>
              </a:ext>
            </a:extLst>
          </p:cNvPr>
          <p:cNvSpPr txBox="1"/>
          <p:nvPr/>
        </p:nvSpPr>
        <p:spPr>
          <a:xfrm>
            <a:off x="12139448" y="5676878"/>
            <a:ext cx="12628835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600" dirty="0">
                <a:solidFill>
                  <a:srgbClr val="235078"/>
                </a:solidFill>
              </a:rPr>
              <a:t>16,682 records</a:t>
            </a:r>
          </a:p>
          <a:p>
            <a:r>
              <a:rPr lang="en-US" sz="3600" dirty="0">
                <a:solidFill>
                  <a:srgbClr val="235078"/>
                </a:solidFill>
              </a:rPr>
              <a:t>109 labeled pH/EC samples</a:t>
            </a:r>
          </a:p>
          <a:p>
            <a:r>
              <a:rPr lang="en-US" sz="3600" dirty="0">
                <a:solidFill>
                  <a:srgbClr val="235078"/>
                </a:solidFill>
              </a:rPr>
              <a:t>10-min resolution</a:t>
            </a:r>
          </a:p>
          <a:p>
            <a:r>
              <a:rPr lang="en-US" sz="3600" dirty="0">
                <a:solidFill>
                  <a:srgbClr val="235078"/>
                </a:solidFill>
              </a:rPr>
              <a:t>May–Sep 2025</a:t>
            </a:r>
            <a:endParaRPr lang="he-IL" sz="3600" dirty="0">
              <a:solidFill>
                <a:srgbClr val="235078"/>
              </a:solidFill>
            </a:endParaRPr>
          </a:p>
        </p:txBody>
      </p:sp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B546A051-2A86-4567-709E-D0DA32B7AA8F}"/>
              </a:ext>
            </a:extLst>
          </p:cNvPr>
          <p:cNvSpPr txBox="1"/>
          <p:nvPr/>
        </p:nvSpPr>
        <p:spPr>
          <a:xfrm>
            <a:off x="433280" y="13144237"/>
            <a:ext cx="10835508" cy="286232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600">
                <a:solidFill>
                  <a:srgbClr val="235078"/>
                </a:solidFill>
              </a:rPr>
              <a:t>1. Clean &amp; synchronize data</a:t>
            </a:r>
          </a:p>
          <a:p>
            <a:r>
              <a:rPr lang="en-US" sz="3600">
                <a:solidFill>
                  <a:srgbClr val="235078"/>
                </a:solidFill>
              </a:rPr>
              <a:t>2. Predict microclimate</a:t>
            </a:r>
          </a:p>
          <a:p>
            <a:r>
              <a:rPr lang="en-US" sz="3600">
                <a:solidFill>
                  <a:srgbClr val="235078"/>
                </a:solidFill>
              </a:rPr>
              <a:t>3. Build t0→t1 intervals</a:t>
            </a:r>
          </a:p>
          <a:p>
            <a:r>
              <a:rPr lang="en-US" sz="3600">
                <a:solidFill>
                  <a:srgbClr val="235078"/>
                </a:solidFill>
              </a:rPr>
              <a:t>4. Engineer features</a:t>
            </a:r>
          </a:p>
          <a:p>
            <a:r>
              <a:rPr lang="en-US" sz="3600">
                <a:solidFill>
                  <a:srgbClr val="235078"/>
                </a:solidFill>
              </a:rPr>
              <a:t>5. Train/evaluate model</a:t>
            </a:r>
            <a:endParaRPr lang="he-IL" sz="3600" dirty="0">
              <a:solidFill>
                <a:srgbClr val="235078"/>
              </a:solidFill>
            </a:endParaRPr>
          </a:p>
        </p:txBody>
      </p:sp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9F77EF1D-30DF-5638-4127-A4CD18A75D8E}"/>
              </a:ext>
            </a:extLst>
          </p:cNvPr>
          <p:cNvSpPr txBox="1"/>
          <p:nvPr/>
        </p:nvSpPr>
        <p:spPr>
          <a:xfrm>
            <a:off x="12139448" y="13144237"/>
            <a:ext cx="12767163" cy="67403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600" dirty="0">
                <a:solidFill>
                  <a:srgbClr val="235078"/>
                </a:solidFill>
              </a:rPr>
              <a:t>Unified model:</a:t>
            </a:r>
          </a:p>
          <a:p>
            <a:r>
              <a:rPr lang="en-US" sz="3600" dirty="0">
                <a:solidFill>
                  <a:srgbClr val="235078"/>
                </a:solidFill>
              </a:rPr>
              <a:t>Same feature framework for pH and EC</a:t>
            </a:r>
          </a:p>
          <a:p>
            <a:endParaRPr lang="en-US" sz="3600" dirty="0">
              <a:solidFill>
                <a:srgbClr val="235078"/>
              </a:solidFill>
            </a:endParaRPr>
          </a:p>
          <a:p>
            <a:r>
              <a:rPr lang="en-US" sz="3600" dirty="0">
                <a:solidFill>
                  <a:srgbClr val="235078"/>
                </a:solidFill>
              </a:rPr>
              <a:t>hybrid logic:</a:t>
            </a:r>
          </a:p>
          <a:p>
            <a:r>
              <a:rPr lang="en-US" sz="3600" dirty="0">
                <a:solidFill>
                  <a:srgbClr val="235078"/>
                </a:solidFill>
              </a:rPr>
              <a:t>Normal regime → XGBoost</a:t>
            </a:r>
          </a:p>
          <a:p>
            <a:r>
              <a:rPr lang="en-US" sz="3600" dirty="0">
                <a:solidFill>
                  <a:srgbClr val="235078"/>
                </a:solidFill>
              </a:rPr>
              <a:t>High-salt / no-flush → Huber</a:t>
            </a:r>
          </a:p>
          <a:p>
            <a:endParaRPr lang="en-US" sz="3600" dirty="0">
              <a:solidFill>
                <a:srgbClr val="235078"/>
              </a:solidFill>
            </a:endParaRPr>
          </a:p>
          <a:p>
            <a:r>
              <a:rPr lang="en-US" sz="3600" dirty="0">
                <a:solidFill>
                  <a:srgbClr val="235078"/>
                </a:solidFill>
              </a:rPr>
              <a:t>Validation:</a:t>
            </a:r>
          </a:p>
          <a:p>
            <a:r>
              <a:rPr lang="en-US" sz="3600" dirty="0">
                <a:solidFill>
                  <a:srgbClr val="235078"/>
                </a:solidFill>
              </a:rPr>
              <a:t>Chronological split</a:t>
            </a:r>
          </a:p>
          <a:p>
            <a:r>
              <a:rPr lang="en-US" sz="3600" dirty="0">
                <a:solidFill>
                  <a:srgbClr val="235078"/>
                </a:solidFill>
              </a:rPr>
              <a:t>Walk-forward</a:t>
            </a:r>
          </a:p>
          <a:p>
            <a:r>
              <a:rPr lang="en-US" sz="3600" dirty="0">
                <a:solidFill>
                  <a:srgbClr val="235078"/>
                </a:solidFill>
              </a:rPr>
              <a:t>Holdout skip-pairs</a:t>
            </a:r>
          </a:p>
          <a:p>
            <a:r>
              <a:rPr lang="en-US" sz="3600" dirty="0">
                <a:solidFill>
                  <a:srgbClr val="235078"/>
                </a:solidFill>
              </a:rPr>
              <a:t>Naive baseline comparison</a:t>
            </a:r>
            <a:endParaRPr lang="he-IL" sz="3600" dirty="0">
              <a:solidFill>
                <a:srgbClr val="235078"/>
              </a:solidFill>
            </a:endParaRPr>
          </a:p>
        </p:txBody>
      </p:sp>
      <p:sp>
        <p:nvSpPr>
          <p:cNvPr id="21" name="תיבת טקסט 20">
            <a:extLst>
              <a:ext uri="{FF2B5EF4-FFF2-40B4-BE49-F238E27FC236}">
                <a16:creationId xmlns:a16="http://schemas.microsoft.com/office/drawing/2014/main" id="{41E29C7C-6EB7-1376-FEAA-7A43B456C43A}"/>
              </a:ext>
            </a:extLst>
          </p:cNvPr>
          <p:cNvSpPr txBox="1"/>
          <p:nvPr/>
        </p:nvSpPr>
        <p:spPr>
          <a:xfrm>
            <a:off x="433280" y="21314979"/>
            <a:ext cx="24335003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600" dirty="0">
                <a:solidFill>
                  <a:srgbClr val="235078"/>
                </a:solidFill>
              </a:rPr>
              <a:t>Meteorological files → Microclimate model→ Predicted greenhouse conditions→ Initial pH/EC + irrigation + fertilization + crop status → Unified Rootzone Model → Predicted pH + EC up to 48h</a:t>
            </a:r>
            <a:endParaRPr lang="he-IL" sz="3600" dirty="0">
              <a:solidFill>
                <a:srgbClr val="235078"/>
              </a:solidFill>
            </a:endParaRPr>
          </a:p>
        </p:txBody>
      </p:sp>
      <p:sp>
        <p:nvSpPr>
          <p:cNvPr id="22" name="תיבת טקסט 21">
            <a:extLst>
              <a:ext uri="{FF2B5EF4-FFF2-40B4-BE49-F238E27FC236}">
                <a16:creationId xmlns:a16="http://schemas.microsoft.com/office/drawing/2014/main" id="{ABB0004F-E4C0-78BB-B6A1-38E83D4E1634}"/>
              </a:ext>
            </a:extLst>
          </p:cNvPr>
          <p:cNvSpPr txBox="1"/>
          <p:nvPr/>
        </p:nvSpPr>
        <p:spPr>
          <a:xfrm>
            <a:off x="433280" y="25419027"/>
            <a:ext cx="24335003" cy="39703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600" dirty="0">
                <a:solidFill>
                  <a:srgbClr val="235078"/>
                </a:solidFill>
              </a:rPr>
              <a:t>pH MAE ≈ 0.31–0.33</a:t>
            </a:r>
          </a:p>
          <a:p>
            <a:r>
              <a:rPr lang="en-US" sz="3600" dirty="0">
                <a:solidFill>
                  <a:srgbClr val="235078"/>
                </a:solidFill>
              </a:rPr>
              <a:t>pH R² ≈ 0.93–0.94</a:t>
            </a:r>
          </a:p>
          <a:p>
            <a:r>
              <a:rPr lang="en-US" sz="3600" dirty="0">
                <a:solidFill>
                  <a:srgbClr val="235078"/>
                </a:solidFill>
              </a:rPr>
              <a:t>EC MAE ≈ 0.12–0.13</a:t>
            </a:r>
          </a:p>
          <a:p>
            <a:r>
              <a:rPr lang="en-US" sz="3600" dirty="0">
                <a:solidFill>
                  <a:srgbClr val="235078"/>
                </a:solidFill>
              </a:rPr>
              <a:t>EC R² ≈ 0.95–0.98</a:t>
            </a:r>
          </a:p>
          <a:p>
            <a:endParaRPr lang="en-US" sz="3600" dirty="0">
              <a:solidFill>
                <a:srgbClr val="235078"/>
              </a:solidFill>
            </a:endParaRPr>
          </a:p>
          <a:p>
            <a:r>
              <a:rPr lang="en-US" sz="3600" dirty="0">
                <a:solidFill>
                  <a:srgbClr val="235078"/>
                </a:solidFill>
              </a:rPr>
              <a:t>The model outperformed the naive baseline despite sparse manual labels.</a:t>
            </a:r>
          </a:p>
          <a:p>
            <a:endParaRPr lang="he-IL" sz="3600" dirty="0">
              <a:solidFill>
                <a:srgbClr val="235078"/>
              </a:solidFill>
            </a:endParaRPr>
          </a:p>
        </p:txBody>
      </p:sp>
      <p:sp>
        <p:nvSpPr>
          <p:cNvPr id="27" name="תיבת טקסט 26">
            <a:extLst>
              <a:ext uri="{FF2B5EF4-FFF2-40B4-BE49-F238E27FC236}">
                <a16:creationId xmlns:a16="http://schemas.microsoft.com/office/drawing/2014/main" id="{4D95ACC6-15FF-6AEE-F469-44AD71975D01}"/>
              </a:ext>
            </a:extLst>
          </p:cNvPr>
          <p:cNvSpPr txBox="1"/>
          <p:nvPr/>
        </p:nvSpPr>
        <p:spPr>
          <a:xfrm>
            <a:off x="433279" y="31608561"/>
            <a:ext cx="10835509" cy="175432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600" dirty="0">
                <a:solidFill>
                  <a:srgbClr val="235078"/>
                </a:solidFill>
              </a:rPr>
              <a:t>A unified framework can predict both pH and EC.</a:t>
            </a:r>
          </a:p>
          <a:p>
            <a:r>
              <a:rPr lang="en-US" sz="3600" dirty="0">
                <a:solidFill>
                  <a:srgbClr val="235078"/>
                </a:solidFill>
              </a:rPr>
              <a:t>Interval-based modeling bridges sparse manual samples.</a:t>
            </a:r>
          </a:p>
          <a:p>
            <a:r>
              <a:rPr lang="en-US" sz="3600" dirty="0">
                <a:solidFill>
                  <a:srgbClr val="235078"/>
                </a:solidFill>
              </a:rPr>
              <a:t>Hybrid EC logic helps with unusual salinity regimes.</a:t>
            </a:r>
            <a:endParaRPr lang="he-IL" sz="3600" dirty="0">
              <a:solidFill>
                <a:srgbClr val="235078"/>
              </a:solidFill>
            </a:endParaRPr>
          </a:p>
        </p:txBody>
      </p:sp>
      <p:sp>
        <p:nvSpPr>
          <p:cNvPr id="28" name="תיבת טקסט 27">
            <a:extLst>
              <a:ext uri="{FF2B5EF4-FFF2-40B4-BE49-F238E27FC236}">
                <a16:creationId xmlns:a16="http://schemas.microsoft.com/office/drawing/2014/main" id="{8CD1E824-37CD-41D7-9E49-9C301C7F7B83}"/>
              </a:ext>
            </a:extLst>
          </p:cNvPr>
          <p:cNvSpPr txBox="1"/>
          <p:nvPr/>
        </p:nvSpPr>
        <p:spPr>
          <a:xfrm>
            <a:off x="11887198" y="31530620"/>
            <a:ext cx="12628835" cy="175432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600" dirty="0">
                <a:solidFill>
                  <a:srgbClr val="235078"/>
                </a:solidFill>
              </a:rPr>
              <a:t>Estimates rootzone state between manual samples.</a:t>
            </a:r>
          </a:p>
          <a:p>
            <a:r>
              <a:rPr lang="en-US" sz="3600" dirty="0">
                <a:solidFill>
                  <a:srgbClr val="235078"/>
                </a:solidFill>
              </a:rPr>
              <a:t>Supports irrigation and fertilization decisions.</a:t>
            </a:r>
          </a:p>
          <a:p>
            <a:r>
              <a:rPr lang="en-US" sz="3600" dirty="0">
                <a:solidFill>
                  <a:srgbClr val="235078"/>
                </a:solidFill>
              </a:rPr>
              <a:t>Enables scenario testing for optimization.</a:t>
            </a:r>
            <a:endParaRPr lang="he-IL" sz="3600" dirty="0">
              <a:solidFill>
                <a:srgbClr val="23507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8871067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hypotheticalocean|08-2022"/>
</p:tagLst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3814</TotalTime>
  <Words>280</Words>
  <Application>Microsoft Office PowerPoint</Application>
  <PresentationFormat>מותאם אישית</PresentationFormat>
  <Paragraphs>55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4" baseType="lpstr">
      <vt:lpstr>Calibri</vt:lpstr>
      <vt:lpstr>Arial</vt:lpstr>
      <vt:lpstr>Office Theme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research poster</dc:title>
  <dc:subject>Free Poster Presentation Example</dc:subject>
  <dc:creator>Graphicsland/MakeSigns.com</dc:creator>
  <cp:keywords>scientific, research, template, custom, poster, presentation, symposium, printing, powerpoint, create, design, example, sample, download</cp:keywords>
  <dc:description>Download our scientific poster templates at no cost to you and get one step closer to making a great research poster.</dc:description>
  <cp:lastModifiedBy>עדן אליהו</cp:lastModifiedBy>
  <cp:revision>55</cp:revision>
  <cp:lastPrinted>2011-01-21T18:13:44Z</cp:lastPrinted>
  <dcterms:modified xsi:type="dcterms:W3CDTF">2026-05-26T18:03:00Z</dcterms:modified>
  <cp:category>scientific poster powerpoint</cp:category>
</cp:coreProperties>
</file>