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Masters/slideMaster2.xml" ContentType="application/vnd.openxmlformats-officedocument.presentationml.slideMaster+xml"/>
  <Override PartName="/ppt/slideMasters/slideMaster3.xml" ContentType="application/vnd.openxmlformats-officedocument.presentationml.slideMaster+xml"/>
  <Override PartName="/ppt/slides/slide1.xml" ContentType="application/vnd.openxmlformats-officedocument.presentationml.slide+xml"/>
  <Override PartName="/ppt/notesMasters/notesMaster1.xml" ContentType="application/vnd.openxmlformats-officedocument.presentationml.notesMaster+xml"/>
  <Override PartName="/ppt/handoutMasters/handoutMaster1.xml" ContentType="application/vnd.openxmlformats-officedocument.presentationml.handoutMaster+xml"/>
  <Override PartName="/ppt/commentAuthors.xml" ContentType="application/vnd.openxmlformats-officedocument.presentationml.commentAuthors+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theme/theme2.xml" ContentType="application/vnd.openxmlformats-officedocument.theme+xml"/>
  <Override PartName="/ppt/slideLayouts/slideLayout3.xml" ContentType="application/vnd.openxmlformats-officedocument.presentationml.slideLayout+xml"/>
  <Override PartName="/ppt/theme/theme3.xml" ContentType="application/vnd.openxmlformats-officedocument.theme+xml"/>
  <Override PartName="/ppt/theme/theme4.xml" ContentType="application/vnd.openxmlformats-officedocument.theme+xml"/>
  <Override PartName="/ppt/theme/theme5.xml" ContentType="application/vnd.openxmlformats-officedocument.them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50" r:id="rId1"/>
    <p:sldMasterId id="2147483660" r:id="rId2"/>
    <p:sldMasterId id="2147483653" r:id="rId3"/>
  </p:sldMasterIdLst>
  <p:notesMasterIdLst>
    <p:notesMasterId r:id="rId5"/>
  </p:notesMasterIdLst>
  <p:handoutMasterIdLst>
    <p:handoutMasterId r:id="rId6"/>
  </p:handoutMasterIdLst>
  <p:sldIdLst>
    <p:sldId id="257" r:id="rId4"/>
  </p:sldIdLst>
  <p:sldSz cx="25192038" cy="35999738"/>
  <p:notesSz cx="6858000" cy="9144000"/>
  <p:defaultTextStyle>
    <a:defPPr>
      <a:defRPr lang="en-US"/>
    </a:defPPr>
    <a:lvl1pPr marL="0" algn="l" defTabSz="3599776" rtl="0" eaLnBrk="1" latinLnBrk="0" hangingPunct="1">
      <a:defRPr sz="7100" kern="1200">
        <a:solidFill>
          <a:schemeClr val="tx1"/>
        </a:solidFill>
        <a:latin typeface="+mn-lt"/>
        <a:ea typeface="+mn-ea"/>
        <a:cs typeface="+mn-cs"/>
      </a:defRPr>
    </a:lvl1pPr>
    <a:lvl2pPr marL="1799889" algn="l" defTabSz="3599776" rtl="0" eaLnBrk="1" latinLnBrk="0" hangingPunct="1">
      <a:defRPr sz="7100" kern="1200">
        <a:solidFill>
          <a:schemeClr val="tx1"/>
        </a:solidFill>
        <a:latin typeface="+mn-lt"/>
        <a:ea typeface="+mn-ea"/>
        <a:cs typeface="+mn-cs"/>
      </a:defRPr>
    </a:lvl2pPr>
    <a:lvl3pPr marL="3599776" algn="l" defTabSz="3599776" rtl="0" eaLnBrk="1" latinLnBrk="0" hangingPunct="1">
      <a:defRPr sz="7100" kern="1200">
        <a:solidFill>
          <a:schemeClr val="tx1"/>
        </a:solidFill>
        <a:latin typeface="+mn-lt"/>
        <a:ea typeface="+mn-ea"/>
        <a:cs typeface="+mn-cs"/>
      </a:defRPr>
    </a:lvl3pPr>
    <a:lvl4pPr marL="5399664" algn="l" defTabSz="3599776" rtl="0" eaLnBrk="1" latinLnBrk="0" hangingPunct="1">
      <a:defRPr sz="7100" kern="1200">
        <a:solidFill>
          <a:schemeClr val="tx1"/>
        </a:solidFill>
        <a:latin typeface="+mn-lt"/>
        <a:ea typeface="+mn-ea"/>
        <a:cs typeface="+mn-cs"/>
      </a:defRPr>
    </a:lvl4pPr>
    <a:lvl5pPr marL="7199552" algn="l" defTabSz="3599776" rtl="0" eaLnBrk="1" latinLnBrk="0" hangingPunct="1">
      <a:defRPr sz="7100" kern="1200">
        <a:solidFill>
          <a:schemeClr val="tx1"/>
        </a:solidFill>
        <a:latin typeface="+mn-lt"/>
        <a:ea typeface="+mn-ea"/>
        <a:cs typeface="+mn-cs"/>
      </a:defRPr>
    </a:lvl5pPr>
    <a:lvl6pPr marL="8999441" algn="l" defTabSz="3599776" rtl="0" eaLnBrk="1" latinLnBrk="0" hangingPunct="1">
      <a:defRPr sz="7100" kern="1200">
        <a:solidFill>
          <a:schemeClr val="tx1"/>
        </a:solidFill>
        <a:latin typeface="+mn-lt"/>
        <a:ea typeface="+mn-ea"/>
        <a:cs typeface="+mn-cs"/>
      </a:defRPr>
    </a:lvl6pPr>
    <a:lvl7pPr marL="10799330" algn="l" defTabSz="3599776" rtl="0" eaLnBrk="1" latinLnBrk="0" hangingPunct="1">
      <a:defRPr sz="7100" kern="1200">
        <a:solidFill>
          <a:schemeClr val="tx1"/>
        </a:solidFill>
        <a:latin typeface="+mn-lt"/>
        <a:ea typeface="+mn-ea"/>
        <a:cs typeface="+mn-cs"/>
      </a:defRPr>
    </a:lvl7pPr>
    <a:lvl8pPr marL="12599217" algn="l" defTabSz="3599776" rtl="0" eaLnBrk="1" latinLnBrk="0" hangingPunct="1">
      <a:defRPr sz="7100" kern="1200">
        <a:solidFill>
          <a:schemeClr val="tx1"/>
        </a:solidFill>
        <a:latin typeface="+mn-lt"/>
        <a:ea typeface="+mn-ea"/>
        <a:cs typeface="+mn-cs"/>
      </a:defRPr>
    </a:lvl8pPr>
    <a:lvl9pPr marL="14399106" algn="l" defTabSz="3599776" rtl="0" eaLnBrk="1" latinLnBrk="0" hangingPunct="1">
      <a:defRPr sz="71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3629">
          <p15:clr>
            <a:srgbClr val="A4A3A4"/>
          </p15:clr>
        </p15:guide>
        <p15:guide id="2" orient="horz" pos="315">
          <p15:clr>
            <a:srgbClr val="A4A3A4"/>
          </p15:clr>
        </p15:guide>
        <p15:guide id="3" orient="horz" pos="22047">
          <p15:clr>
            <a:srgbClr val="A4A3A4"/>
          </p15:clr>
        </p15:guide>
        <p15:guide id="4" orient="horz">
          <p15:clr>
            <a:srgbClr val="A4A3A4"/>
          </p15:clr>
        </p15:guide>
        <p15:guide id="5" pos="334">
          <p15:clr>
            <a:srgbClr val="A4A3A4"/>
          </p15:clr>
        </p15:guide>
        <p15:guide id="6" pos="15537">
          <p15:clr>
            <a:srgbClr val="A4A3A4"/>
          </p15:clr>
        </p15:guide>
      </p15:sldGuideLst>
    </p:ext>
    <p:ext uri="{2D200454-40CA-4A62-9FC3-DE9A4176ACB9}">
      <p15:notesGuideLst xmlns:p15="http://schemas.microsoft.com/office/powerpoint/2012/main">
        <p15:guide id="1" orient="horz" pos="2880">
          <p15:clr>
            <a:srgbClr val="A4A3A4"/>
          </p15:clr>
        </p15:guide>
        <p15:guide id="2" pos="2160">
          <p15:clr>
            <a:srgbClr val="A4A3A4"/>
          </p15:clr>
        </p15:guide>
      </p15:notesGuideLst>
    </p:ext>
  </p:extLst>
</p:presentation>
</file>

<file path=ppt/commentAuthors.xml><?xml version="1.0" encoding="utf-8"?>
<p:cmAuthorLst xmlns:a="http://schemas.openxmlformats.org/drawingml/2006/main" xmlns:r="http://schemas.openxmlformats.org/officeDocument/2006/relationships" xmlns:p="http://schemas.openxmlformats.org/presentationml/2006/main">
  <p:cmAuthor id="0" name="A.KOTOULAS" initials="AK" lastIdx="2" clrIdx="0"/>
  <p:cmAuthor id="1" name="A.KOTOULAS" initials="HELP" lastIdx="1" clrIdx="1"/>
  <p:cmAuthor id="2" name="A.KOTOULAS" initials="HELP - " lastIdx="1" clrIdx="2"/>
  <p:cmAuthor id="3" name="PosterPresentations.com - 510.649.3001" initials="HELP - " lastIdx="1" clrIdx="3"/>
</p:cmAuthorLst>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F3F5FA"/>
    <a:srgbClr val="CDD2DE"/>
    <a:srgbClr val="E3E9E5"/>
    <a:srgbClr val="EAEAEA"/>
    <a:srgbClr val="FFFFFF"/>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10658" autoAdjust="0"/>
    <p:restoredTop sz="94694" autoAdjust="0"/>
  </p:normalViewPr>
  <p:slideViewPr>
    <p:cSldViewPr snapToGrid="0" snapToObjects="1" showGuides="1">
      <p:cViewPr>
        <p:scale>
          <a:sx n="50" d="100"/>
          <a:sy n="50" d="100"/>
        </p:scale>
        <p:origin x="72" y="-8150"/>
      </p:cViewPr>
      <p:guideLst>
        <p:guide orient="horz" pos="3629"/>
        <p:guide orient="horz" pos="315"/>
        <p:guide orient="horz" pos="22047"/>
        <p:guide orient="horz"/>
        <p:guide pos="334"/>
        <p:guide pos="15537"/>
      </p:guideLst>
    </p:cSldViewPr>
  </p:slideViewPr>
  <p:outlineViewPr>
    <p:cViewPr>
      <p:scale>
        <a:sx n="33" d="100"/>
        <a:sy n="33" d="100"/>
      </p:scale>
      <p:origin x="0" y="0"/>
    </p:cViewPr>
  </p:outlineViewPr>
  <p:notesTextViewPr>
    <p:cViewPr>
      <p:scale>
        <a:sx n="100" d="100"/>
        <a:sy n="100" d="100"/>
      </p:scale>
      <p:origin x="0" y="0"/>
    </p:cViewPr>
  </p:notesTextViewPr>
  <p:sorterViewPr>
    <p:cViewPr>
      <p:scale>
        <a:sx n="66" d="100"/>
        <a:sy n="66" d="100"/>
      </p:scale>
      <p:origin x="0" y="0"/>
    </p:cViewPr>
  </p:sorterViewPr>
  <p:notesViewPr>
    <p:cSldViewPr snapToGrid="0" snapToObjects="1" showGuides="1">
      <p:cViewPr varScale="1">
        <p:scale>
          <a:sx n="83" d="100"/>
          <a:sy n="83" d="100"/>
        </p:scale>
        <p:origin x="-2730" y="-84"/>
      </p:cViewPr>
      <p:guideLst>
        <p:guide orient="horz" pos="2880"/>
        <p:guide pos="2160"/>
      </p:guideLst>
    </p:cSldViewPr>
  </p:notes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presProps" Target="presProps.xml"/><Relationship Id="rId3" Type="http://schemas.openxmlformats.org/officeDocument/2006/relationships/slideMaster" Target="slideMasters/slideMaster3.xml"/><Relationship Id="rId7" Type="http://schemas.openxmlformats.org/officeDocument/2006/relationships/commentAuthors" Target="commentAuthors.xml"/><Relationship Id="rId2" Type="http://schemas.openxmlformats.org/officeDocument/2006/relationships/slideMaster" Target="slideMasters/slideMaster2.xml"/><Relationship Id="rId1" Type="http://schemas.openxmlformats.org/officeDocument/2006/relationships/slideMaster" Target="slideMasters/slideMaster1.xml"/><Relationship Id="rId6" Type="http://schemas.openxmlformats.org/officeDocument/2006/relationships/handoutMaster" Target="handoutMasters/handoutMaster1.xml"/><Relationship Id="rId11" Type="http://schemas.openxmlformats.org/officeDocument/2006/relationships/tableStyles" Target="tableStyles.xml"/><Relationship Id="rId5" Type="http://schemas.openxmlformats.org/officeDocument/2006/relationships/notesMaster" Target="notesMasters/notesMaster1.xml"/><Relationship Id="rId10" Type="http://schemas.openxmlformats.org/officeDocument/2006/relationships/theme" Target="theme/theme1.xml"/><Relationship Id="rId4" Type="http://schemas.openxmlformats.org/officeDocument/2006/relationships/slide" Target="slides/slide1.xml"/><Relationship Id="rId9" Type="http://schemas.openxmlformats.org/officeDocument/2006/relationships/viewProps" Target="viewProps.xml"/></Relationships>
</file>

<file path=ppt/handoutMasters/_rels/handoutMaster1.xml.rels><?xml version="1.0" encoding="UTF-8" standalone="yes"?>
<Relationships xmlns="http://schemas.openxmlformats.org/package/2006/relationships"><Relationship Id="rId1" Type="http://schemas.openxmlformats.org/officeDocument/2006/relationships/theme" Target="../theme/theme5.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sz="quarter" idx="1"/>
          </p:nvPr>
        </p:nvSpPr>
        <p:spPr>
          <a:xfrm>
            <a:off x="3884613" y="0"/>
            <a:ext cx="2971800" cy="457200"/>
          </a:xfrm>
          <a:prstGeom prst="rect">
            <a:avLst/>
          </a:prstGeom>
        </p:spPr>
        <p:txBody>
          <a:bodyPr vert="horz" lIns="91440" tIns="45720" rIns="91440" bIns="45720" rtlCol="0"/>
          <a:lstStyle>
            <a:lvl1pPr algn="r">
              <a:defRPr sz="1200"/>
            </a:lvl1pPr>
          </a:lstStyle>
          <a:p>
            <a:fld id="{0158C5BC-9A70-462C-B28D-9600239EAC64}" type="datetimeFigureOut">
              <a:rPr lang="en-US" smtClean="0"/>
              <a:pPr/>
              <a:t>6/23/2026</a:t>
            </a:fld>
            <a:endParaRPr lang="en-US"/>
          </a:p>
        </p:txBody>
      </p:sp>
      <p:sp>
        <p:nvSpPr>
          <p:cNvPr id="4" name="Footer Placeholder 3"/>
          <p:cNvSpPr>
            <a:spLocks noGrp="1"/>
          </p:cNvSpPr>
          <p:nvPr>
            <p:ph type="ftr" sz="quarter" idx="2"/>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5" name="Slide Number Placeholder 4"/>
          <p:cNvSpPr>
            <a:spLocks noGrp="1"/>
          </p:cNvSpPr>
          <p:nvPr>
            <p:ph type="sldNum" sz="quarter" idx="3"/>
          </p:nvPr>
        </p:nvSpPr>
        <p:spPr>
          <a:xfrm>
            <a:off x="3884613" y="8685213"/>
            <a:ext cx="2971800" cy="457200"/>
          </a:xfrm>
          <a:prstGeom prst="rect">
            <a:avLst/>
          </a:prstGeom>
        </p:spPr>
        <p:txBody>
          <a:bodyPr vert="horz" lIns="91440" tIns="45720" rIns="91440" bIns="45720" rtlCol="0" anchor="b"/>
          <a:lstStyle>
            <a:lvl1pPr algn="r">
              <a:defRPr sz="1200"/>
            </a:lvl1pPr>
          </a:lstStyle>
          <a:p>
            <a:fld id="{79C131B7-05CA-4AEE-9267-6D0ED4DC84F3}" type="slidenum">
              <a:rPr lang="en-US" smtClean="0"/>
              <a:pPr/>
              <a:t>‹#›</a:t>
            </a:fld>
            <a:endParaRPr lang="en-US"/>
          </a:p>
        </p:txBody>
      </p:sp>
    </p:spTree>
    <p:extLst>
      <p:ext uri="{BB962C8B-B14F-4D97-AF65-F5344CB8AC3E}">
        <p14:creationId xmlns:p14="http://schemas.microsoft.com/office/powerpoint/2010/main" val="1533006628"/>
      </p:ext>
    </p:extLst>
  </p:cSld>
  <p:clrMap bg1="lt1" tx1="dk1" bg2="lt2" tx2="dk2" accent1="accent1" accent2="accent2" accent3="accent3" accent4="accent4" accent5="accent5" accent6="accent6" hlink="hlink" folHlink="folHlink"/>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4.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dirty="0"/>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E6CC2317-6751-4CD4-9995-8782DD78E936}" type="datetimeFigureOut">
              <a:rPr lang="en-US" smtClean="0"/>
              <a:pPr/>
              <a:t>6/23/2026</a:t>
            </a:fld>
            <a:endParaRPr lang="en-US" dirty="0"/>
          </a:p>
        </p:txBody>
      </p:sp>
      <p:sp>
        <p:nvSpPr>
          <p:cNvPr id="4" name="Slide Image Placeholder 3"/>
          <p:cNvSpPr>
            <a:spLocks noGrp="1" noRot="1" noChangeAspect="1"/>
          </p:cNvSpPr>
          <p:nvPr>
            <p:ph type="sldImg" idx="2"/>
          </p:nvPr>
        </p:nvSpPr>
        <p:spPr>
          <a:xfrm>
            <a:off x="2228850" y="685800"/>
            <a:ext cx="2400300" cy="3429000"/>
          </a:xfrm>
          <a:prstGeom prst="rect">
            <a:avLst/>
          </a:prstGeom>
          <a:noFill/>
          <a:ln w="12700">
            <a:solidFill>
              <a:prstClr val="black"/>
            </a:solidFill>
          </a:ln>
        </p:spPr>
        <p:txBody>
          <a:bodyPr vert="horz" lIns="91440" tIns="45720" rIns="91440" bIns="45720" rtlCol="0" anchor="ctr"/>
          <a:lstStyle/>
          <a:p>
            <a:endParaRPr lang="en-US" dirty="0"/>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dirty="0"/>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26A1A87D-CAF7-4BDC-A0D3-C0DBEDE81619}" type="slidenum">
              <a:rPr lang="en-US" smtClean="0"/>
              <a:pPr/>
              <a:t>‹#›</a:t>
            </a:fld>
            <a:endParaRPr lang="en-US" dirty="0"/>
          </a:p>
        </p:txBody>
      </p:sp>
    </p:spTree>
    <p:extLst>
      <p:ext uri="{BB962C8B-B14F-4D97-AF65-F5344CB8AC3E}">
        <p14:creationId xmlns:p14="http://schemas.microsoft.com/office/powerpoint/2010/main" val="2675050545"/>
      </p:ext>
    </p:extLst>
  </p:cSld>
  <p:clrMap bg1="lt1" tx1="dk1" bg2="lt2" tx2="dk2" accent1="accent1" accent2="accent2" accent3="accent3" accent4="accent4" accent5="accent5" accent6="accent6" hlink="hlink" folHlink="folHlink"/>
  <p:notesStyle>
    <a:lvl1pPr marL="0" algn="l" defTabSz="3599776" rtl="0" eaLnBrk="1" latinLnBrk="0" hangingPunct="1">
      <a:defRPr sz="4800" kern="1200">
        <a:solidFill>
          <a:schemeClr val="tx1"/>
        </a:solidFill>
        <a:latin typeface="+mn-lt"/>
        <a:ea typeface="+mn-ea"/>
        <a:cs typeface="+mn-cs"/>
      </a:defRPr>
    </a:lvl1pPr>
    <a:lvl2pPr marL="1799889" algn="l" defTabSz="3599776" rtl="0" eaLnBrk="1" latinLnBrk="0" hangingPunct="1">
      <a:defRPr sz="4800" kern="1200">
        <a:solidFill>
          <a:schemeClr val="tx1"/>
        </a:solidFill>
        <a:latin typeface="+mn-lt"/>
        <a:ea typeface="+mn-ea"/>
        <a:cs typeface="+mn-cs"/>
      </a:defRPr>
    </a:lvl2pPr>
    <a:lvl3pPr marL="3599776" algn="l" defTabSz="3599776" rtl="0" eaLnBrk="1" latinLnBrk="0" hangingPunct="1">
      <a:defRPr sz="4800" kern="1200">
        <a:solidFill>
          <a:schemeClr val="tx1"/>
        </a:solidFill>
        <a:latin typeface="+mn-lt"/>
        <a:ea typeface="+mn-ea"/>
        <a:cs typeface="+mn-cs"/>
      </a:defRPr>
    </a:lvl3pPr>
    <a:lvl4pPr marL="5399664" algn="l" defTabSz="3599776" rtl="0" eaLnBrk="1" latinLnBrk="0" hangingPunct="1">
      <a:defRPr sz="4800" kern="1200">
        <a:solidFill>
          <a:schemeClr val="tx1"/>
        </a:solidFill>
        <a:latin typeface="+mn-lt"/>
        <a:ea typeface="+mn-ea"/>
        <a:cs typeface="+mn-cs"/>
      </a:defRPr>
    </a:lvl4pPr>
    <a:lvl5pPr marL="7199552" algn="l" defTabSz="3599776" rtl="0" eaLnBrk="1" latinLnBrk="0" hangingPunct="1">
      <a:defRPr sz="4800" kern="1200">
        <a:solidFill>
          <a:schemeClr val="tx1"/>
        </a:solidFill>
        <a:latin typeface="+mn-lt"/>
        <a:ea typeface="+mn-ea"/>
        <a:cs typeface="+mn-cs"/>
      </a:defRPr>
    </a:lvl5pPr>
    <a:lvl6pPr marL="8999441" algn="l" defTabSz="3599776" rtl="0" eaLnBrk="1" latinLnBrk="0" hangingPunct="1">
      <a:defRPr sz="4800" kern="1200">
        <a:solidFill>
          <a:schemeClr val="tx1"/>
        </a:solidFill>
        <a:latin typeface="+mn-lt"/>
        <a:ea typeface="+mn-ea"/>
        <a:cs typeface="+mn-cs"/>
      </a:defRPr>
    </a:lvl6pPr>
    <a:lvl7pPr marL="10799330" algn="l" defTabSz="3599776" rtl="0" eaLnBrk="1" latinLnBrk="0" hangingPunct="1">
      <a:defRPr sz="4800" kern="1200">
        <a:solidFill>
          <a:schemeClr val="tx1"/>
        </a:solidFill>
        <a:latin typeface="+mn-lt"/>
        <a:ea typeface="+mn-ea"/>
        <a:cs typeface="+mn-cs"/>
      </a:defRPr>
    </a:lvl7pPr>
    <a:lvl8pPr marL="12599217" algn="l" defTabSz="3599776" rtl="0" eaLnBrk="1" latinLnBrk="0" hangingPunct="1">
      <a:defRPr sz="4800" kern="1200">
        <a:solidFill>
          <a:schemeClr val="tx1"/>
        </a:solidFill>
        <a:latin typeface="+mn-lt"/>
        <a:ea typeface="+mn-ea"/>
        <a:cs typeface="+mn-cs"/>
      </a:defRPr>
    </a:lvl8pPr>
    <a:lvl9pPr marL="14399106" algn="l" defTabSz="3599776" rtl="0" eaLnBrk="1" latinLnBrk="0" hangingPunct="1">
      <a:defRPr sz="4800" kern="1200">
        <a:solidFill>
          <a:schemeClr val="tx1"/>
        </a:solidFill>
        <a:latin typeface="+mn-lt"/>
        <a:ea typeface="+mn-ea"/>
        <a:cs typeface="+mn-cs"/>
      </a:defRPr>
    </a:lvl9pPr>
  </p:notesStyle>
</p:notesMaster>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userDrawn="1">
  <p:cSld name="1_Standard 4 columns">
    <p:spTree>
      <p:nvGrpSpPr>
        <p:cNvPr id="1" name=""/>
        <p:cNvGrpSpPr/>
        <p:nvPr/>
      </p:nvGrpSpPr>
      <p:grpSpPr>
        <a:xfrm>
          <a:off x="0" y="0"/>
          <a:ext cx="0" cy="0"/>
          <a:chOff x="0" y="0"/>
          <a:chExt cx="0" cy="0"/>
        </a:xfrm>
      </p:grpSpPr>
      <p:sp>
        <p:nvSpPr>
          <p:cNvPr id="4" name="Text Placeholder 3"/>
          <p:cNvSpPr>
            <a:spLocks noGrp="1"/>
          </p:cNvSpPr>
          <p:nvPr>
            <p:ph type="body" sz="quarter" idx="10" hasCustomPrompt="1"/>
          </p:nvPr>
        </p:nvSpPr>
        <p:spPr>
          <a:xfrm>
            <a:off x="518974" y="6425827"/>
            <a:ext cx="11898341" cy="747972"/>
          </a:xfrm>
          <a:prstGeom prst="rect">
            <a:avLst/>
          </a:prstGeom>
        </p:spPr>
        <p:txBody>
          <a:bodyPr wrap="square" lIns="187489" tIns="187489" rIns="187489" bIns="187489" anchor="t" anchorCtr="0">
            <a:spAutoFit/>
          </a:bodyPr>
          <a:lstStyle>
            <a:lvl1pPr marL="0" indent="0">
              <a:buNone/>
              <a:defRPr sz="2400">
                <a:solidFill>
                  <a:schemeClr val="accent5">
                    <a:lumMod val="50000"/>
                  </a:schemeClr>
                </a:solidFill>
                <a:latin typeface="Times New Roman" panose="02020603050405020304" pitchFamily="18" charset="0"/>
                <a:cs typeface="Times New Roman" panose="02020603050405020304" pitchFamily="18" charset="0"/>
              </a:defRPr>
            </a:lvl1pPr>
            <a:lvl2pPr marL="1218674" indent="-468721">
              <a:defRPr sz="2100">
                <a:latin typeface="Trebuchet MS" pitchFamily="34" charset="0"/>
              </a:defRPr>
            </a:lvl2pPr>
            <a:lvl3pPr marL="1687395" indent="-468721">
              <a:defRPr sz="2100">
                <a:latin typeface="Trebuchet MS" pitchFamily="34" charset="0"/>
              </a:defRPr>
            </a:lvl3pPr>
            <a:lvl4pPr marL="2202988" indent="-515593">
              <a:defRPr sz="2100">
                <a:latin typeface="Trebuchet MS" pitchFamily="34" charset="0"/>
              </a:defRPr>
            </a:lvl4pPr>
            <a:lvl5pPr marL="2577965" indent="-374977">
              <a:defRPr sz="2100">
                <a:latin typeface="Trebuchet MS" pitchFamily="34" charset="0"/>
              </a:defRPr>
            </a:lvl5pPr>
          </a:lstStyle>
          <a:p>
            <a:pPr lvl="0"/>
            <a:r>
              <a:rPr lang="en-US" dirty="0"/>
              <a:t>Type in or paste your text here</a:t>
            </a:r>
          </a:p>
        </p:txBody>
      </p:sp>
      <p:sp>
        <p:nvSpPr>
          <p:cNvPr id="6" name="Text Placeholder 5"/>
          <p:cNvSpPr>
            <a:spLocks noGrp="1"/>
          </p:cNvSpPr>
          <p:nvPr>
            <p:ph type="body" sz="quarter" idx="11" hasCustomPrompt="1"/>
          </p:nvPr>
        </p:nvSpPr>
        <p:spPr>
          <a:xfrm>
            <a:off x="529393" y="5804361"/>
            <a:ext cx="11888949" cy="656336"/>
          </a:xfrm>
          <a:prstGeom prst="rect">
            <a:avLst/>
          </a:prstGeom>
          <a:noFill/>
        </p:spPr>
        <p:txBody>
          <a:bodyPr wrap="square" lIns="74996" tIns="74996" rIns="74996" bIns="74996" anchor="t" anchorCtr="0">
            <a:spAutoFit/>
          </a:bodyPr>
          <a:lstStyle>
            <a:lvl1pPr marL="0" indent="0" algn="ctr">
              <a:buNone/>
              <a:defRPr sz="3300" b="1" u="sng" baseline="0">
                <a:solidFill>
                  <a:schemeClr val="accent5">
                    <a:lumMod val="50000"/>
                  </a:schemeClr>
                </a:solidFill>
              </a:defRPr>
            </a:lvl1pPr>
          </a:lstStyle>
          <a:p>
            <a:pPr lvl="0"/>
            <a:r>
              <a:rPr lang="en-US" dirty="0"/>
              <a:t>(click to edit) INTRODUCTION or ABSTRACT</a:t>
            </a:r>
          </a:p>
        </p:txBody>
      </p:sp>
      <p:sp>
        <p:nvSpPr>
          <p:cNvPr id="20" name="Text Placeholder 5"/>
          <p:cNvSpPr>
            <a:spLocks noGrp="1"/>
          </p:cNvSpPr>
          <p:nvPr>
            <p:ph type="body" sz="quarter" idx="20" hasCustomPrompt="1"/>
          </p:nvPr>
        </p:nvSpPr>
        <p:spPr>
          <a:xfrm>
            <a:off x="529391" y="15588601"/>
            <a:ext cx="11891854" cy="656336"/>
          </a:xfrm>
          <a:prstGeom prst="rect">
            <a:avLst/>
          </a:prstGeom>
          <a:noFill/>
        </p:spPr>
        <p:txBody>
          <a:bodyPr wrap="square" lIns="74996" tIns="74996" rIns="74996" bIns="74996" anchor="t" anchorCtr="0">
            <a:spAutoFit/>
          </a:bodyPr>
          <a:lstStyle>
            <a:lvl1pPr marL="0" indent="0" algn="ctr">
              <a:buNone/>
              <a:defRPr sz="3300" b="1" u="sng" baseline="0">
                <a:solidFill>
                  <a:schemeClr val="accent5">
                    <a:lumMod val="50000"/>
                  </a:schemeClr>
                </a:solidFill>
              </a:defRPr>
            </a:lvl1pPr>
          </a:lstStyle>
          <a:p>
            <a:pPr lvl="0"/>
            <a:r>
              <a:rPr lang="en-US" dirty="0"/>
              <a:t>(click to edit)  OBJECTIVES</a:t>
            </a:r>
          </a:p>
        </p:txBody>
      </p:sp>
      <p:sp>
        <p:nvSpPr>
          <p:cNvPr id="25" name="Text Placeholder 5"/>
          <p:cNvSpPr>
            <a:spLocks noGrp="1"/>
          </p:cNvSpPr>
          <p:nvPr>
            <p:ph type="body" sz="quarter" idx="25" hasCustomPrompt="1"/>
          </p:nvPr>
        </p:nvSpPr>
        <p:spPr>
          <a:xfrm>
            <a:off x="12725245" y="5804361"/>
            <a:ext cx="11888795" cy="656336"/>
          </a:xfrm>
          <a:prstGeom prst="rect">
            <a:avLst/>
          </a:prstGeom>
          <a:noFill/>
        </p:spPr>
        <p:txBody>
          <a:bodyPr wrap="square" lIns="74996" tIns="74996" rIns="74996" bIns="74996" anchor="t" anchorCtr="0">
            <a:spAutoFit/>
          </a:bodyPr>
          <a:lstStyle>
            <a:lvl1pPr marL="0" indent="0" algn="ctr">
              <a:buNone/>
              <a:defRPr sz="3300" b="1" u="sng" baseline="0">
                <a:solidFill>
                  <a:schemeClr val="accent5">
                    <a:lumMod val="50000"/>
                  </a:schemeClr>
                </a:solidFill>
              </a:defRPr>
            </a:lvl1pPr>
          </a:lstStyle>
          <a:p>
            <a:pPr lvl="0"/>
            <a:r>
              <a:rPr lang="en-US" dirty="0"/>
              <a:t>(click to edit)  CONCLUSIONS</a:t>
            </a:r>
          </a:p>
        </p:txBody>
      </p:sp>
      <p:sp>
        <p:nvSpPr>
          <p:cNvPr id="26" name="Text Placeholder 3"/>
          <p:cNvSpPr>
            <a:spLocks noGrp="1"/>
          </p:cNvSpPr>
          <p:nvPr>
            <p:ph type="body" sz="quarter" idx="26" hasCustomPrompt="1"/>
          </p:nvPr>
        </p:nvSpPr>
        <p:spPr>
          <a:xfrm>
            <a:off x="12725245" y="6425827"/>
            <a:ext cx="11888795" cy="747972"/>
          </a:xfrm>
          <a:prstGeom prst="rect">
            <a:avLst/>
          </a:prstGeom>
        </p:spPr>
        <p:txBody>
          <a:bodyPr wrap="square" lIns="187489" tIns="187489" rIns="187489" bIns="187489" anchor="t" anchorCtr="0">
            <a:spAutoFit/>
          </a:bodyPr>
          <a:lstStyle>
            <a:lvl1pPr marL="0" indent="0">
              <a:buNone/>
              <a:defRPr sz="2400">
                <a:solidFill>
                  <a:schemeClr val="accent5">
                    <a:lumMod val="50000"/>
                  </a:schemeClr>
                </a:solidFill>
                <a:latin typeface="Times New Roman" panose="02020603050405020304" pitchFamily="18" charset="0"/>
                <a:cs typeface="Times New Roman" panose="02020603050405020304" pitchFamily="18" charset="0"/>
              </a:defRPr>
            </a:lvl1pPr>
            <a:lvl2pPr marL="1218674" indent="-468721">
              <a:defRPr sz="2100">
                <a:latin typeface="Trebuchet MS" pitchFamily="34" charset="0"/>
              </a:defRPr>
            </a:lvl2pPr>
            <a:lvl3pPr marL="1687395" indent="-468721">
              <a:defRPr sz="2100">
                <a:latin typeface="Trebuchet MS" pitchFamily="34" charset="0"/>
              </a:defRPr>
            </a:lvl3pPr>
            <a:lvl4pPr marL="2202988" indent="-515593">
              <a:defRPr sz="2100">
                <a:latin typeface="Trebuchet MS" pitchFamily="34" charset="0"/>
              </a:defRPr>
            </a:lvl4pPr>
            <a:lvl5pPr marL="2577965" indent="-374977">
              <a:defRPr sz="2100">
                <a:latin typeface="Trebuchet MS" pitchFamily="34" charset="0"/>
              </a:defRPr>
            </a:lvl5pPr>
          </a:lstStyle>
          <a:p>
            <a:pPr lvl="0"/>
            <a:r>
              <a:rPr lang="en-US" dirty="0"/>
              <a:t>Type in or paste your text here</a:t>
            </a:r>
          </a:p>
        </p:txBody>
      </p:sp>
      <p:sp>
        <p:nvSpPr>
          <p:cNvPr id="27" name="Text Placeholder 5"/>
          <p:cNvSpPr>
            <a:spLocks noGrp="1"/>
          </p:cNvSpPr>
          <p:nvPr>
            <p:ph type="body" sz="quarter" idx="27" hasCustomPrompt="1"/>
          </p:nvPr>
        </p:nvSpPr>
        <p:spPr>
          <a:xfrm>
            <a:off x="12725245" y="15607589"/>
            <a:ext cx="11885529" cy="656336"/>
          </a:xfrm>
          <a:prstGeom prst="rect">
            <a:avLst/>
          </a:prstGeom>
          <a:noFill/>
        </p:spPr>
        <p:txBody>
          <a:bodyPr wrap="square" lIns="74996" tIns="74996" rIns="74996" bIns="74996" anchor="t" anchorCtr="0">
            <a:spAutoFit/>
          </a:bodyPr>
          <a:lstStyle>
            <a:lvl1pPr marL="0" indent="0" algn="ctr">
              <a:buNone/>
              <a:defRPr sz="3300" b="1" u="sng" baseline="0">
                <a:solidFill>
                  <a:schemeClr val="accent5">
                    <a:lumMod val="50000"/>
                  </a:schemeClr>
                </a:solidFill>
              </a:defRPr>
            </a:lvl1pPr>
          </a:lstStyle>
          <a:p>
            <a:pPr lvl="0"/>
            <a:r>
              <a:rPr lang="en-US" dirty="0"/>
              <a:t>(click to edit)  REFERENCES</a:t>
            </a:r>
          </a:p>
        </p:txBody>
      </p:sp>
      <p:sp>
        <p:nvSpPr>
          <p:cNvPr id="28" name="Text Placeholder 3"/>
          <p:cNvSpPr>
            <a:spLocks noGrp="1"/>
          </p:cNvSpPr>
          <p:nvPr>
            <p:ph type="body" sz="quarter" idx="28" hasCustomPrompt="1"/>
          </p:nvPr>
        </p:nvSpPr>
        <p:spPr>
          <a:xfrm>
            <a:off x="12725245" y="16274772"/>
            <a:ext cx="11890085" cy="747972"/>
          </a:xfrm>
          <a:prstGeom prst="rect">
            <a:avLst/>
          </a:prstGeom>
        </p:spPr>
        <p:txBody>
          <a:bodyPr wrap="square" lIns="187489" tIns="187489" rIns="187489" bIns="187489" anchor="t" anchorCtr="0">
            <a:spAutoFit/>
          </a:bodyPr>
          <a:lstStyle>
            <a:lvl1pPr marL="0" indent="0">
              <a:buNone/>
              <a:defRPr sz="2400">
                <a:solidFill>
                  <a:schemeClr val="accent5">
                    <a:lumMod val="50000"/>
                  </a:schemeClr>
                </a:solidFill>
                <a:latin typeface="Times New Roman" panose="02020603050405020304" pitchFamily="18" charset="0"/>
                <a:cs typeface="Times New Roman" panose="02020603050405020304" pitchFamily="18" charset="0"/>
              </a:defRPr>
            </a:lvl1pPr>
            <a:lvl2pPr marL="1218674" indent="-468721">
              <a:defRPr sz="2100">
                <a:latin typeface="Trebuchet MS" pitchFamily="34" charset="0"/>
              </a:defRPr>
            </a:lvl2pPr>
            <a:lvl3pPr marL="1687395" indent="-468721">
              <a:defRPr sz="2100">
                <a:latin typeface="Trebuchet MS" pitchFamily="34" charset="0"/>
              </a:defRPr>
            </a:lvl3pPr>
            <a:lvl4pPr marL="2202988" indent="-515593">
              <a:defRPr sz="2100">
                <a:latin typeface="Trebuchet MS" pitchFamily="34" charset="0"/>
              </a:defRPr>
            </a:lvl4pPr>
            <a:lvl5pPr marL="2577965" indent="-374977">
              <a:defRPr sz="2100">
                <a:latin typeface="Trebuchet MS" pitchFamily="34" charset="0"/>
              </a:defRPr>
            </a:lvl5pPr>
          </a:lstStyle>
          <a:p>
            <a:pPr lvl="0"/>
            <a:r>
              <a:rPr lang="en-US" dirty="0"/>
              <a:t>Type in or paste your text here</a:t>
            </a:r>
          </a:p>
        </p:txBody>
      </p:sp>
      <p:sp>
        <p:nvSpPr>
          <p:cNvPr id="29" name="Text Placeholder 5"/>
          <p:cNvSpPr>
            <a:spLocks noGrp="1"/>
          </p:cNvSpPr>
          <p:nvPr>
            <p:ph type="body" sz="quarter" idx="29" hasCustomPrompt="1"/>
          </p:nvPr>
        </p:nvSpPr>
        <p:spPr>
          <a:xfrm>
            <a:off x="12725245" y="28083131"/>
            <a:ext cx="11879579" cy="656336"/>
          </a:xfrm>
          <a:prstGeom prst="rect">
            <a:avLst/>
          </a:prstGeom>
          <a:noFill/>
        </p:spPr>
        <p:txBody>
          <a:bodyPr wrap="square" lIns="74996" tIns="74996" rIns="74996" bIns="74996" anchor="t" anchorCtr="0">
            <a:spAutoFit/>
          </a:bodyPr>
          <a:lstStyle>
            <a:lvl1pPr marL="0" indent="0" algn="ctr">
              <a:buNone/>
              <a:defRPr sz="3300" b="1" u="sng" baseline="0">
                <a:solidFill>
                  <a:schemeClr val="accent5">
                    <a:lumMod val="50000"/>
                  </a:schemeClr>
                </a:solidFill>
              </a:defRPr>
            </a:lvl1pPr>
          </a:lstStyle>
          <a:p>
            <a:pPr lvl="0"/>
            <a:r>
              <a:rPr lang="en-US" dirty="0"/>
              <a:t>(click to edit)  ACKNOWLEDGEMENTS or  CONTACT</a:t>
            </a:r>
          </a:p>
        </p:txBody>
      </p:sp>
      <p:sp>
        <p:nvSpPr>
          <p:cNvPr id="30" name="Text Placeholder 3"/>
          <p:cNvSpPr>
            <a:spLocks noGrp="1"/>
          </p:cNvSpPr>
          <p:nvPr>
            <p:ph type="body" sz="quarter" idx="30" hasCustomPrompt="1"/>
          </p:nvPr>
        </p:nvSpPr>
        <p:spPr>
          <a:xfrm>
            <a:off x="12725245" y="28767135"/>
            <a:ext cx="11885529" cy="747972"/>
          </a:xfrm>
          <a:prstGeom prst="rect">
            <a:avLst/>
          </a:prstGeom>
        </p:spPr>
        <p:txBody>
          <a:bodyPr wrap="square" lIns="187489" tIns="187489" rIns="187489" bIns="187489" anchor="t" anchorCtr="0">
            <a:spAutoFit/>
          </a:bodyPr>
          <a:lstStyle>
            <a:lvl1pPr marL="0" indent="0">
              <a:buNone/>
              <a:defRPr sz="2400">
                <a:solidFill>
                  <a:schemeClr val="accent5">
                    <a:lumMod val="50000"/>
                  </a:schemeClr>
                </a:solidFill>
                <a:latin typeface="Times New Roman" panose="02020603050405020304" pitchFamily="18" charset="0"/>
                <a:cs typeface="Times New Roman" panose="02020603050405020304" pitchFamily="18" charset="0"/>
              </a:defRPr>
            </a:lvl1pPr>
            <a:lvl2pPr marL="1218674" indent="-468721">
              <a:defRPr sz="2100">
                <a:latin typeface="Trebuchet MS" pitchFamily="34" charset="0"/>
              </a:defRPr>
            </a:lvl2pPr>
            <a:lvl3pPr marL="1687395" indent="-468721">
              <a:defRPr sz="2100">
                <a:latin typeface="Trebuchet MS" pitchFamily="34" charset="0"/>
              </a:defRPr>
            </a:lvl3pPr>
            <a:lvl4pPr marL="2202988" indent="-515593">
              <a:defRPr sz="2100">
                <a:latin typeface="Trebuchet MS" pitchFamily="34" charset="0"/>
              </a:defRPr>
            </a:lvl4pPr>
            <a:lvl5pPr marL="2577965" indent="-374977">
              <a:defRPr sz="2100">
                <a:latin typeface="Trebuchet MS" pitchFamily="34" charset="0"/>
              </a:defRPr>
            </a:lvl5pPr>
          </a:lstStyle>
          <a:p>
            <a:pPr lvl="0"/>
            <a:r>
              <a:rPr lang="en-US" dirty="0"/>
              <a:t>Type in or paste your text here</a:t>
            </a:r>
          </a:p>
        </p:txBody>
      </p:sp>
      <p:sp>
        <p:nvSpPr>
          <p:cNvPr id="60" name="Text Placeholder 3"/>
          <p:cNvSpPr>
            <a:spLocks noGrp="1"/>
          </p:cNvSpPr>
          <p:nvPr>
            <p:ph type="body" sz="quarter" idx="96" hasCustomPrompt="1"/>
          </p:nvPr>
        </p:nvSpPr>
        <p:spPr>
          <a:xfrm>
            <a:off x="518974" y="16257349"/>
            <a:ext cx="11899368" cy="747972"/>
          </a:xfrm>
          <a:prstGeom prst="rect">
            <a:avLst/>
          </a:prstGeom>
        </p:spPr>
        <p:txBody>
          <a:bodyPr wrap="square" lIns="187489" tIns="187489" rIns="187489" bIns="187489" anchor="t" anchorCtr="0">
            <a:spAutoFit/>
          </a:bodyPr>
          <a:lstStyle>
            <a:lvl1pPr marL="0" indent="0">
              <a:buNone/>
              <a:defRPr sz="2400">
                <a:solidFill>
                  <a:schemeClr val="accent5">
                    <a:lumMod val="50000"/>
                  </a:schemeClr>
                </a:solidFill>
                <a:latin typeface="Times New Roman" panose="02020603050405020304" pitchFamily="18" charset="0"/>
                <a:cs typeface="Times New Roman" panose="02020603050405020304" pitchFamily="18" charset="0"/>
              </a:defRPr>
            </a:lvl1pPr>
            <a:lvl2pPr marL="1218674" indent="-468721">
              <a:defRPr sz="2100">
                <a:latin typeface="Trebuchet MS" pitchFamily="34" charset="0"/>
              </a:defRPr>
            </a:lvl2pPr>
            <a:lvl3pPr marL="1687395" indent="-468721">
              <a:defRPr sz="2100">
                <a:latin typeface="Trebuchet MS" pitchFamily="34" charset="0"/>
              </a:defRPr>
            </a:lvl3pPr>
            <a:lvl4pPr marL="2202988" indent="-515593">
              <a:defRPr sz="2100">
                <a:latin typeface="Trebuchet MS" pitchFamily="34" charset="0"/>
              </a:defRPr>
            </a:lvl4pPr>
            <a:lvl5pPr marL="2577965" indent="-374977">
              <a:defRPr sz="2100">
                <a:latin typeface="Trebuchet MS" pitchFamily="34" charset="0"/>
              </a:defRPr>
            </a:lvl5pPr>
          </a:lstStyle>
          <a:p>
            <a:pPr lvl="0"/>
            <a:r>
              <a:rPr lang="en-US" dirty="0"/>
              <a:t>Type in or paste your text here</a:t>
            </a:r>
          </a:p>
        </p:txBody>
      </p:sp>
      <p:sp>
        <p:nvSpPr>
          <p:cNvPr id="76" name="Text Placeholder 76"/>
          <p:cNvSpPr>
            <a:spLocks noGrp="1"/>
          </p:cNvSpPr>
          <p:nvPr>
            <p:ph type="body" sz="quarter" idx="150" hasCustomPrompt="1"/>
          </p:nvPr>
        </p:nvSpPr>
        <p:spPr>
          <a:xfrm>
            <a:off x="3219687" y="3498370"/>
            <a:ext cx="18752664" cy="1015663"/>
          </a:xfrm>
          <a:prstGeom prst="rect">
            <a:avLst/>
          </a:prstGeom>
        </p:spPr>
        <p:txBody>
          <a:bodyPr anchor="t" anchorCtr="0">
            <a:spAutoFit/>
          </a:bodyPr>
          <a:lstStyle>
            <a:lvl1pPr marL="0" indent="0" algn="ctr">
              <a:buFontTx/>
              <a:buNone/>
              <a:defRPr sz="6000">
                <a:solidFill>
                  <a:schemeClr val="accent5">
                    <a:lumMod val="50000"/>
                  </a:schemeClr>
                </a:solidFill>
                <a:latin typeface="+mj-lt"/>
              </a:defRPr>
            </a:lvl1pPr>
            <a:lvl2pPr>
              <a:buFontTx/>
              <a:buNone/>
              <a:defRPr sz="7200"/>
            </a:lvl2pPr>
            <a:lvl3pPr>
              <a:buFontTx/>
              <a:buNone/>
              <a:defRPr sz="7200"/>
            </a:lvl3pPr>
            <a:lvl4pPr>
              <a:buFontTx/>
              <a:buNone/>
              <a:defRPr sz="7200"/>
            </a:lvl4pPr>
            <a:lvl5pPr>
              <a:buFontTx/>
              <a:buNone/>
              <a:defRPr sz="7200"/>
            </a:lvl5pPr>
          </a:lstStyle>
          <a:p>
            <a:pPr lvl="0"/>
            <a:r>
              <a:rPr lang="en-US" dirty="0"/>
              <a:t>Click here to add affiliations</a:t>
            </a:r>
          </a:p>
        </p:txBody>
      </p:sp>
      <p:sp>
        <p:nvSpPr>
          <p:cNvPr id="79" name="Text Placeholder 76"/>
          <p:cNvSpPr>
            <a:spLocks noGrp="1"/>
          </p:cNvSpPr>
          <p:nvPr>
            <p:ph type="body" sz="quarter" idx="151" hasCustomPrompt="1"/>
          </p:nvPr>
        </p:nvSpPr>
        <p:spPr>
          <a:xfrm>
            <a:off x="3219687" y="2218210"/>
            <a:ext cx="18752664" cy="1446550"/>
          </a:xfrm>
          <a:prstGeom prst="rect">
            <a:avLst/>
          </a:prstGeom>
        </p:spPr>
        <p:txBody>
          <a:bodyPr anchor="t" anchorCtr="0">
            <a:spAutoFit/>
          </a:bodyPr>
          <a:lstStyle>
            <a:lvl1pPr marL="0" indent="0" algn="ctr">
              <a:buFontTx/>
              <a:buNone/>
              <a:defRPr sz="8800">
                <a:solidFill>
                  <a:schemeClr val="accent5">
                    <a:lumMod val="50000"/>
                  </a:schemeClr>
                </a:solidFill>
                <a:latin typeface="+mj-lt"/>
              </a:defRPr>
            </a:lvl1pPr>
            <a:lvl2pPr>
              <a:buFontTx/>
              <a:buNone/>
              <a:defRPr sz="7200"/>
            </a:lvl2pPr>
            <a:lvl3pPr>
              <a:buFontTx/>
              <a:buNone/>
              <a:defRPr sz="7200"/>
            </a:lvl3pPr>
            <a:lvl4pPr>
              <a:buFontTx/>
              <a:buNone/>
              <a:defRPr sz="7200"/>
            </a:lvl4pPr>
            <a:lvl5pPr>
              <a:buFontTx/>
              <a:buNone/>
              <a:defRPr sz="7200"/>
            </a:lvl5pPr>
          </a:lstStyle>
          <a:p>
            <a:pPr lvl="0"/>
            <a:r>
              <a:rPr lang="en-US" dirty="0"/>
              <a:t>Click here to add authors</a:t>
            </a:r>
          </a:p>
        </p:txBody>
      </p:sp>
      <p:sp>
        <p:nvSpPr>
          <p:cNvPr id="80" name="Text Placeholder 76"/>
          <p:cNvSpPr>
            <a:spLocks noGrp="1"/>
          </p:cNvSpPr>
          <p:nvPr>
            <p:ph type="body" sz="quarter" idx="153" hasCustomPrompt="1"/>
          </p:nvPr>
        </p:nvSpPr>
        <p:spPr>
          <a:xfrm>
            <a:off x="3219687" y="580236"/>
            <a:ext cx="18752664" cy="1446550"/>
          </a:xfrm>
          <a:prstGeom prst="rect">
            <a:avLst/>
          </a:prstGeom>
        </p:spPr>
        <p:txBody>
          <a:bodyPr anchor="t" anchorCtr="0">
            <a:spAutoFit/>
          </a:bodyPr>
          <a:lstStyle>
            <a:lvl1pPr marL="0" indent="0" algn="ctr">
              <a:buFontTx/>
              <a:buNone/>
              <a:defRPr sz="8800" b="1">
                <a:solidFill>
                  <a:schemeClr val="accent5">
                    <a:lumMod val="50000"/>
                  </a:schemeClr>
                </a:solidFill>
                <a:latin typeface="+mj-lt"/>
              </a:defRPr>
            </a:lvl1pPr>
            <a:lvl2pPr>
              <a:buFontTx/>
              <a:buNone/>
              <a:defRPr sz="7200"/>
            </a:lvl2pPr>
            <a:lvl3pPr>
              <a:buFontTx/>
              <a:buNone/>
              <a:defRPr sz="7200"/>
            </a:lvl3pPr>
            <a:lvl4pPr>
              <a:buFontTx/>
              <a:buNone/>
              <a:defRPr sz="7200"/>
            </a:lvl4pPr>
            <a:lvl5pPr>
              <a:buFontTx/>
              <a:buNone/>
              <a:defRPr sz="7200"/>
            </a:lvl5pPr>
          </a:lstStyle>
          <a:p>
            <a:pPr lvl="0"/>
            <a:r>
              <a:rPr lang="en-US" dirty="0"/>
              <a:t>Click here to add title</a:t>
            </a:r>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userDrawn="1">
  <p:cSld name="Without Quick Guides">
    <p:spTree>
      <p:nvGrpSpPr>
        <p:cNvPr id="1" name=""/>
        <p:cNvGrpSpPr/>
        <p:nvPr/>
      </p:nvGrpSpPr>
      <p:grpSpPr>
        <a:xfrm>
          <a:off x="0" y="0"/>
          <a:ext cx="0" cy="0"/>
          <a:chOff x="0" y="0"/>
          <a:chExt cx="0" cy="0"/>
        </a:xfrm>
      </p:grpSpPr>
      <p:sp>
        <p:nvSpPr>
          <p:cNvPr id="4" name="Text Placeholder 3"/>
          <p:cNvSpPr>
            <a:spLocks noGrp="1"/>
          </p:cNvSpPr>
          <p:nvPr>
            <p:ph type="body" sz="quarter" idx="10" hasCustomPrompt="1"/>
          </p:nvPr>
        </p:nvSpPr>
        <p:spPr>
          <a:xfrm>
            <a:off x="518974" y="6425827"/>
            <a:ext cx="11898341" cy="747972"/>
          </a:xfrm>
          <a:prstGeom prst="rect">
            <a:avLst/>
          </a:prstGeom>
        </p:spPr>
        <p:txBody>
          <a:bodyPr wrap="square" lIns="187489" tIns="187489" rIns="187489" bIns="187489" anchor="t" anchorCtr="0">
            <a:spAutoFit/>
          </a:bodyPr>
          <a:lstStyle>
            <a:lvl1pPr marL="0" indent="0">
              <a:buNone/>
              <a:defRPr sz="2400">
                <a:solidFill>
                  <a:schemeClr val="accent5">
                    <a:lumMod val="50000"/>
                  </a:schemeClr>
                </a:solidFill>
                <a:latin typeface="Times New Roman" panose="02020603050405020304" pitchFamily="18" charset="0"/>
                <a:cs typeface="Times New Roman" panose="02020603050405020304" pitchFamily="18" charset="0"/>
              </a:defRPr>
            </a:lvl1pPr>
            <a:lvl2pPr marL="1218674" indent="-468721">
              <a:defRPr sz="2100">
                <a:latin typeface="Trebuchet MS" pitchFamily="34" charset="0"/>
              </a:defRPr>
            </a:lvl2pPr>
            <a:lvl3pPr marL="1687395" indent="-468721">
              <a:defRPr sz="2100">
                <a:latin typeface="Trebuchet MS" pitchFamily="34" charset="0"/>
              </a:defRPr>
            </a:lvl3pPr>
            <a:lvl4pPr marL="2202988" indent="-515593">
              <a:defRPr sz="2100">
                <a:latin typeface="Trebuchet MS" pitchFamily="34" charset="0"/>
              </a:defRPr>
            </a:lvl4pPr>
            <a:lvl5pPr marL="2577965" indent="-374977">
              <a:defRPr sz="2100">
                <a:latin typeface="Trebuchet MS" pitchFamily="34" charset="0"/>
              </a:defRPr>
            </a:lvl5pPr>
          </a:lstStyle>
          <a:p>
            <a:pPr lvl="0"/>
            <a:r>
              <a:rPr lang="en-US" dirty="0"/>
              <a:t>Type in or paste your text here</a:t>
            </a:r>
          </a:p>
        </p:txBody>
      </p:sp>
      <p:sp>
        <p:nvSpPr>
          <p:cNvPr id="6" name="Text Placeholder 5"/>
          <p:cNvSpPr>
            <a:spLocks noGrp="1"/>
          </p:cNvSpPr>
          <p:nvPr>
            <p:ph type="body" sz="quarter" idx="11" hasCustomPrompt="1"/>
          </p:nvPr>
        </p:nvSpPr>
        <p:spPr>
          <a:xfrm>
            <a:off x="529393" y="5804361"/>
            <a:ext cx="11888949" cy="656336"/>
          </a:xfrm>
          <a:prstGeom prst="rect">
            <a:avLst/>
          </a:prstGeom>
          <a:noFill/>
        </p:spPr>
        <p:txBody>
          <a:bodyPr wrap="square" lIns="74996" tIns="74996" rIns="74996" bIns="74996" anchor="t" anchorCtr="0">
            <a:spAutoFit/>
          </a:bodyPr>
          <a:lstStyle>
            <a:lvl1pPr marL="0" indent="0" algn="ctr">
              <a:buNone/>
              <a:defRPr sz="3300" b="1" u="sng" baseline="0">
                <a:solidFill>
                  <a:schemeClr val="accent5">
                    <a:lumMod val="50000"/>
                  </a:schemeClr>
                </a:solidFill>
              </a:defRPr>
            </a:lvl1pPr>
          </a:lstStyle>
          <a:p>
            <a:pPr lvl="0"/>
            <a:r>
              <a:rPr lang="en-US" dirty="0"/>
              <a:t>(click to edit) INTRODUCTION or ABSTRACT</a:t>
            </a:r>
          </a:p>
        </p:txBody>
      </p:sp>
      <p:sp>
        <p:nvSpPr>
          <p:cNvPr id="20" name="Text Placeholder 5"/>
          <p:cNvSpPr>
            <a:spLocks noGrp="1"/>
          </p:cNvSpPr>
          <p:nvPr>
            <p:ph type="body" sz="quarter" idx="20" hasCustomPrompt="1"/>
          </p:nvPr>
        </p:nvSpPr>
        <p:spPr>
          <a:xfrm>
            <a:off x="529391" y="15588601"/>
            <a:ext cx="11891854" cy="656336"/>
          </a:xfrm>
          <a:prstGeom prst="rect">
            <a:avLst/>
          </a:prstGeom>
          <a:noFill/>
        </p:spPr>
        <p:txBody>
          <a:bodyPr wrap="square" lIns="74996" tIns="74996" rIns="74996" bIns="74996" anchor="t" anchorCtr="0">
            <a:spAutoFit/>
          </a:bodyPr>
          <a:lstStyle>
            <a:lvl1pPr marL="0" indent="0" algn="ctr">
              <a:buNone/>
              <a:defRPr sz="3300" b="1" u="sng" baseline="0">
                <a:solidFill>
                  <a:schemeClr val="accent5">
                    <a:lumMod val="50000"/>
                  </a:schemeClr>
                </a:solidFill>
              </a:defRPr>
            </a:lvl1pPr>
          </a:lstStyle>
          <a:p>
            <a:pPr lvl="0"/>
            <a:r>
              <a:rPr lang="en-US" dirty="0"/>
              <a:t>(click to edit)  OBJECTIVES</a:t>
            </a:r>
          </a:p>
        </p:txBody>
      </p:sp>
      <p:sp>
        <p:nvSpPr>
          <p:cNvPr id="25" name="Text Placeholder 5"/>
          <p:cNvSpPr>
            <a:spLocks noGrp="1"/>
          </p:cNvSpPr>
          <p:nvPr>
            <p:ph type="body" sz="quarter" idx="25" hasCustomPrompt="1"/>
          </p:nvPr>
        </p:nvSpPr>
        <p:spPr>
          <a:xfrm>
            <a:off x="12725245" y="5804361"/>
            <a:ext cx="11888795" cy="656336"/>
          </a:xfrm>
          <a:prstGeom prst="rect">
            <a:avLst/>
          </a:prstGeom>
          <a:noFill/>
        </p:spPr>
        <p:txBody>
          <a:bodyPr wrap="square" lIns="74996" tIns="74996" rIns="74996" bIns="74996" anchor="t" anchorCtr="0">
            <a:spAutoFit/>
          </a:bodyPr>
          <a:lstStyle>
            <a:lvl1pPr marL="0" indent="0" algn="ctr">
              <a:buNone/>
              <a:defRPr sz="3300" b="1" u="sng" baseline="0">
                <a:solidFill>
                  <a:schemeClr val="accent5">
                    <a:lumMod val="50000"/>
                  </a:schemeClr>
                </a:solidFill>
              </a:defRPr>
            </a:lvl1pPr>
          </a:lstStyle>
          <a:p>
            <a:pPr lvl="0"/>
            <a:r>
              <a:rPr lang="en-US" dirty="0"/>
              <a:t>(click to edit)  CONCLUSIONS</a:t>
            </a:r>
          </a:p>
        </p:txBody>
      </p:sp>
      <p:sp>
        <p:nvSpPr>
          <p:cNvPr id="26" name="Text Placeholder 3"/>
          <p:cNvSpPr>
            <a:spLocks noGrp="1"/>
          </p:cNvSpPr>
          <p:nvPr>
            <p:ph type="body" sz="quarter" idx="26" hasCustomPrompt="1"/>
          </p:nvPr>
        </p:nvSpPr>
        <p:spPr>
          <a:xfrm>
            <a:off x="12725245" y="6425827"/>
            <a:ext cx="11888795" cy="747972"/>
          </a:xfrm>
          <a:prstGeom prst="rect">
            <a:avLst/>
          </a:prstGeom>
        </p:spPr>
        <p:txBody>
          <a:bodyPr wrap="square" lIns="187489" tIns="187489" rIns="187489" bIns="187489" anchor="t" anchorCtr="0">
            <a:spAutoFit/>
          </a:bodyPr>
          <a:lstStyle>
            <a:lvl1pPr marL="0" indent="0">
              <a:buNone/>
              <a:defRPr sz="2400">
                <a:solidFill>
                  <a:schemeClr val="accent5">
                    <a:lumMod val="50000"/>
                  </a:schemeClr>
                </a:solidFill>
                <a:latin typeface="Times New Roman" panose="02020603050405020304" pitchFamily="18" charset="0"/>
                <a:cs typeface="Times New Roman" panose="02020603050405020304" pitchFamily="18" charset="0"/>
              </a:defRPr>
            </a:lvl1pPr>
            <a:lvl2pPr marL="1218674" indent="-468721">
              <a:defRPr sz="2100">
                <a:latin typeface="Trebuchet MS" pitchFamily="34" charset="0"/>
              </a:defRPr>
            </a:lvl2pPr>
            <a:lvl3pPr marL="1687395" indent="-468721">
              <a:defRPr sz="2100">
                <a:latin typeface="Trebuchet MS" pitchFamily="34" charset="0"/>
              </a:defRPr>
            </a:lvl3pPr>
            <a:lvl4pPr marL="2202988" indent="-515593">
              <a:defRPr sz="2100">
                <a:latin typeface="Trebuchet MS" pitchFamily="34" charset="0"/>
              </a:defRPr>
            </a:lvl4pPr>
            <a:lvl5pPr marL="2577965" indent="-374977">
              <a:defRPr sz="2100">
                <a:latin typeface="Trebuchet MS" pitchFamily="34" charset="0"/>
              </a:defRPr>
            </a:lvl5pPr>
          </a:lstStyle>
          <a:p>
            <a:pPr lvl="0"/>
            <a:r>
              <a:rPr lang="en-US" dirty="0"/>
              <a:t>Type in or paste your text here</a:t>
            </a:r>
          </a:p>
        </p:txBody>
      </p:sp>
      <p:sp>
        <p:nvSpPr>
          <p:cNvPr id="27" name="Text Placeholder 5"/>
          <p:cNvSpPr>
            <a:spLocks noGrp="1"/>
          </p:cNvSpPr>
          <p:nvPr>
            <p:ph type="body" sz="quarter" idx="27" hasCustomPrompt="1"/>
          </p:nvPr>
        </p:nvSpPr>
        <p:spPr>
          <a:xfrm>
            <a:off x="12725245" y="15607589"/>
            <a:ext cx="11885529" cy="656336"/>
          </a:xfrm>
          <a:prstGeom prst="rect">
            <a:avLst/>
          </a:prstGeom>
          <a:noFill/>
        </p:spPr>
        <p:txBody>
          <a:bodyPr wrap="square" lIns="74996" tIns="74996" rIns="74996" bIns="74996" anchor="t" anchorCtr="0">
            <a:spAutoFit/>
          </a:bodyPr>
          <a:lstStyle>
            <a:lvl1pPr marL="0" indent="0" algn="ctr">
              <a:buNone/>
              <a:defRPr sz="3300" b="1" u="sng" baseline="0">
                <a:solidFill>
                  <a:schemeClr val="accent5">
                    <a:lumMod val="50000"/>
                  </a:schemeClr>
                </a:solidFill>
              </a:defRPr>
            </a:lvl1pPr>
          </a:lstStyle>
          <a:p>
            <a:pPr lvl="0"/>
            <a:r>
              <a:rPr lang="en-US" dirty="0"/>
              <a:t>(click to edit)  REFERENCES</a:t>
            </a:r>
          </a:p>
        </p:txBody>
      </p:sp>
      <p:sp>
        <p:nvSpPr>
          <p:cNvPr id="28" name="Text Placeholder 3"/>
          <p:cNvSpPr>
            <a:spLocks noGrp="1"/>
          </p:cNvSpPr>
          <p:nvPr>
            <p:ph type="body" sz="quarter" idx="28" hasCustomPrompt="1"/>
          </p:nvPr>
        </p:nvSpPr>
        <p:spPr>
          <a:xfrm>
            <a:off x="12725245" y="16274772"/>
            <a:ext cx="11890085" cy="747972"/>
          </a:xfrm>
          <a:prstGeom prst="rect">
            <a:avLst/>
          </a:prstGeom>
        </p:spPr>
        <p:txBody>
          <a:bodyPr wrap="square" lIns="187489" tIns="187489" rIns="187489" bIns="187489" anchor="t" anchorCtr="0">
            <a:spAutoFit/>
          </a:bodyPr>
          <a:lstStyle>
            <a:lvl1pPr marL="0" indent="0">
              <a:buNone/>
              <a:defRPr sz="2400">
                <a:solidFill>
                  <a:schemeClr val="accent5">
                    <a:lumMod val="50000"/>
                  </a:schemeClr>
                </a:solidFill>
                <a:latin typeface="Times New Roman" panose="02020603050405020304" pitchFamily="18" charset="0"/>
                <a:cs typeface="Times New Roman" panose="02020603050405020304" pitchFamily="18" charset="0"/>
              </a:defRPr>
            </a:lvl1pPr>
            <a:lvl2pPr marL="1218674" indent="-468721">
              <a:defRPr sz="2100">
                <a:latin typeface="Trebuchet MS" pitchFamily="34" charset="0"/>
              </a:defRPr>
            </a:lvl2pPr>
            <a:lvl3pPr marL="1687395" indent="-468721">
              <a:defRPr sz="2100">
                <a:latin typeface="Trebuchet MS" pitchFamily="34" charset="0"/>
              </a:defRPr>
            </a:lvl3pPr>
            <a:lvl4pPr marL="2202988" indent="-515593">
              <a:defRPr sz="2100">
                <a:latin typeface="Trebuchet MS" pitchFamily="34" charset="0"/>
              </a:defRPr>
            </a:lvl4pPr>
            <a:lvl5pPr marL="2577965" indent="-374977">
              <a:defRPr sz="2100">
                <a:latin typeface="Trebuchet MS" pitchFamily="34" charset="0"/>
              </a:defRPr>
            </a:lvl5pPr>
          </a:lstStyle>
          <a:p>
            <a:pPr lvl="0"/>
            <a:r>
              <a:rPr lang="en-US" dirty="0"/>
              <a:t>Type in or paste your text here</a:t>
            </a:r>
          </a:p>
        </p:txBody>
      </p:sp>
      <p:sp>
        <p:nvSpPr>
          <p:cNvPr id="29" name="Text Placeholder 5"/>
          <p:cNvSpPr>
            <a:spLocks noGrp="1"/>
          </p:cNvSpPr>
          <p:nvPr>
            <p:ph type="body" sz="quarter" idx="29" hasCustomPrompt="1"/>
          </p:nvPr>
        </p:nvSpPr>
        <p:spPr>
          <a:xfrm>
            <a:off x="12725245" y="28083131"/>
            <a:ext cx="11879579" cy="656336"/>
          </a:xfrm>
          <a:prstGeom prst="rect">
            <a:avLst/>
          </a:prstGeom>
          <a:noFill/>
        </p:spPr>
        <p:txBody>
          <a:bodyPr wrap="square" lIns="74996" tIns="74996" rIns="74996" bIns="74996" anchor="t" anchorCtr="0">
            <a:spAutoFit/>
          </a:bodyPr>
          <a:lstStyle>
            <a:lvl1pPr marL="0" indent="0" algn="ctr">
              <a:buNone/>
              <a:defRPr sz="3300" b="1" u="sng" baseline="0">
                <a:solidFill>
                  <a:schemeClr val="accent5">
                    <a:lumMod val="50000"/>
                  </a:schemeClr>
                </a:solidFill>
              </a:defRPr>
            </a:lvl1pPr>
          </a:lstStyle>
          <a:p>
            <a:pPr lvl="0"/>
            <a:r>
              <a:rPr lang="en-US" dirty="0"/>
              <a:t>(click to edit)  ACKNOWLEDGEMENTS or  CONTACT</a:t>
            </a:r>
          </a:p>
        </p:txBody>
      </p:sp>
      <p:sp>
        <p:nvSpPr>
          <p:cNvPr id="30" name="Text Placeholder 3"/>
          <p:cNvSpPr>
            <a:spLocks noGrp="1"/>
          </p:cNvSpPr>
          <p:nvPr>
            <p:ph type="body" sz="quarter" idx="30" hasCustomPrompt="1"/>
          </p:nvPr>
        </p:nvSpPr>
        <p:spPr>
          <a:xfrm>
            <a:off x="12725245" y="28767135"/>
            <a:ext cx="11885529" cy="747972"/>
          </a:xfrm>
          <a:prstGeom prst="rect">
            <a:avLst/>
          </a:prstGeom>
        </p:spPr>
        <p:txBody>
          <a:bodyPr wrap="square" lIns="187489" tIns="187489" rIns="187489" bIns="187489" anchor="t" anchorCtr="0">
            <a:spAutoFit/>
          </a:bodyPr>
          <a:lstStyle>
            <a:lvl1pPr marL="0" indent="0">
              <a:buNone/>
              <a:defRPr sz="2400">
                <a:solidFill>
                  <a:schemeClr val="accent5">
                    <a:lumMod val="50000"/>
                  </a:schemeClr>
                </a:solidFill>
                <a:latin typeface="Times New Roman" panose="02020603050405020304" pitchFamily="18" charset="0"/>
                <a:cs typeface="Times New Roman" panose="02020603050405020304" pitchFamily="18" charset="0"/>
              </a:defRPr>
            </a:lvl1pPr>
            <a:lvl2pPr marL="1218674" indent="-468721">
              <a:defRPr sz="2100">
                <a:latin typeface="Trebuchet MS" pitchFamily="34" charset="0"/>
              </a:defRPr>
            </a:lvl2pPr>
            <a:lvl3pPr marL="1687395" indent="-468721">
              <a:defRPr sz="2100">
                <a:latin typeface="Trebuchet MS" pitchFamily="34" charset="0"/>
              </a:defRPr>
            </a:lvl3pPr>
            <a:lvl4pPr marL="2202988" indent="-515593">
              <a:defRPr sz="2100">
                <a:latin typeface="Trebuchet MS" pitchFamily="34" charset="0"/>
              </a:defRPr>
            </a:lvl4pPr>
            <a:lvl5pPr marL="2577965" indent="-374977">
              <a:defRPr sz="2100">
                <a:latin typeface="Trebuchet MS" pitchFamily="34" charset="0"/>
              </a:defRPr>
            </a:lvl5pPr>
          </a:lstStyle>
          <a:p>
            <a:pPr lvl="0"/>
            <a:r>
              <a:rPr lang="en-US" dirty="0"/>
              <a:t>Type in or paste your text here</a:t>
            </a:r>
          </a:p>
        </p:txBody>
      </p:sp>
      <p:sp>
        <p:nvSpPr>
          <p:cNvPr id="60" name="Text Placeholder 3"/>
          <p:cNvSpPr>
            <a:spLocks noGrp="1"/>
          </p:cNvSpPr>
          <p:nvPr>
            <p:ph type="body" sz="quarter" idx="96" hasCustomPrompt="1"/>
          </p:nvPr>
        </p:nvSpPr>
        <p:spPr>
          <a:xfrm>
            <a:off x="518974" y="16257349"/>
            <a:ext cx="11899368" cy="747972"/>
          </a:xfrm>
          <a:prstGeom prst="rect">
            <a:avLst/>
          </a:prstGeom>
        </p:spPr>
        <p:txBody>
          <a:bodyPr wrap="square" lIns="187489" tIns="187489" rIns="187489" bIns="187489" anchor="t" anchorCtr="0">
            <a:spAutoFit/>
          </a:bodyPr>
          <a:lstStyle>
            <a:lvl1pPr marL="0" indent="0">
              <a:buNone/>
              <a:defRPr sz="2400">
                <a:solidFill>
                  <a:schemeClr val="accent5">
                    <a:lumMod val="50000"/>
                  </a:schemeClr>
                </a:solidFill>
                <a:latin typeface="Times New Roman" panose="02020603050405020304" pitchFamily="18" charset="0"/>
                <a:cs typeface="Times New Roman" panose="02020603050405020304" pitchFamily="18" charset="0"/>
              </a:defRPr>
            </a:lvl1pPr>
            <a:lvl2pPr marL="1218674" indent="-468721">
              <a:defRPr sz="2100">
                <a:latin typeface="Trebuchet MS" pitchFamily="34" charset="0"/>
              </a:defRPr>
            </a:lvl2pPr>
            <a:lvl3pPr marL="1687395" indent="-468721">
              <a:defRPr sz="2100">
                <a:latin typeface="Trebuchet MS" pitchFamily="34" charset="0"/>
              </a:defRPr>
            </a:lvl3pPr>
            <a:lvl4pPr marL="2202988" indent="-515593">
              <a:defRPr sz="2100">
                <a:latin typeface="Trebuchet MS" pitchFamily="34" charset="0"/>
              </a:defRPr>
            </a:lvl4pPr>
            <a:lvl5pPr marL="2577965" indent="-374977">
              <a:defRPr sz="2100">
                <a:latin typeface="Trebuchet MS" pitchFamily="34" charset="0"/>
              </a:defRPr>
            </a:lvl5pPr>
          </a:lstStyle>
          <a:p>
            <a:pPr lvl="0"/>
            <a:r>
              <a:rPr lang="en-US" dirty="0"/>
              <a:t>Type in or paste your text here</a:t>
            </a:r>
          </a:p>
        </p:txBody>
      </p:sp>
      <p:sp>
        <p:nvSpPr>
          <p:cNvPr id="76" name="Text Placeholder 76"/>
          <p:cNvSpPr>
            <a:spLocks noGrp="1"/>
          </p:cNvSpPr>
          <p:nvPr>
            <p:ph type="body" sz="quarter" idx="150" hasCustomPrompt="1"/>
          </p:nvPr>
        </p:nvSpPr>
        <p:spPr>
          <a:xfrm>
            <a:off x="3219687" y="3498370"/>
            <a:ext cx="18752664" cy="1015663"/>
          </a:xfrm>
          <a:prstGeom prst="rect">
            <a:avLst/>
          </a:prstGeom>
        </p:spPr>
        <p:txBody>
          <a:bodyPr anchor="t" anchorCtr="0">
            <a:spAutoFit/>
          </a:bodyPr>
          <a:lstStyle>
            <a:lvl1pPr marL="0" indent="0" algn="ctr">
              <a:buFontTx/>
              <a:buNone/>
              <a:defRPr sz="6000">
                <a:solidFill>
                  <a:schemeClr val="accent5">
                    <a:lumMod val="50000"/>
                  </a:schemeClr>
                </a:solidFill>
                <a:latin typeface="+mj-lt"/>
              </a:defRPr>
            </a:lvl1pPr>
            <a:lvl2pPr>
              <a:buFontTx/>
              <a:buNone/>
              <a:defRPr sz="7200"/>
            </a:lvl2pPr>
            <a:lvl3pPr>
              <a:buFontTx/>
              <a:buNone/>
              <a:defRPr sz="7200"/>
            </a:lvl3pPr>
            <a:lvl4pPr>
              <a:buFontTx/>
              <a:buNone/>
              <a:defRPr sz="7200"/>
            </a:lvl4pPr>
            <a:lvl5pPr>
              <a:buFontTx/>
              <a:buNone/>
              <a:defRPr sz="7200"/>
            </a:lvl5pPr>
          </a:lstStyle>
          <a:p>
            <a:pPr lvl="0"/>
            <a:r>
              <a:rPr lang="en-US" dirty="0"/>
              <a:t>Click here to add affiliations</a:t>
            </a:r>
          </a:p>
        </p:txBody>
      </p:sp>
      <p:sp>
        <p:nvSpPr>
          <p:cNvPr id="79" name="Text Placeholder 76"/>
          <p:cNvSpPr>
            <a:spLocks noGrp="1"/>
          </p:cNvSpPr>
          <p:nvPr>
            <p:ph type="body" sz="quarter" idx="151" hasCustomPrompt="1"/>
          </p:nvPr>
        </p:nvSpPr>
        <p:spPr>
          <a:xfrm>
            <a:off x="3219687" y="2218210"/>
            <a:ext cx="18752664" cy="1446550"/>
          </a:xfrm>
          <a:prstGeom prst="rect">
            <a:avLst/>
          </a:prstGeom>
        </p:spPr>
        <p:txBody>
          <a:bodyPr anchor="t" anchorCtr="0">
            <a:spAutoFit/>
          </a:bodyPr>
          <a:lstStyle>
            <a:lvl1pPr marL="0" indent="0" algn="ctr">
              <a:buFontTx/>
              <a:buNone/>
              <a:defRPr sz="8800">
                <a:solidFill>
                  <a:schemeClr val="accent5">
                    <a:lumMod val="50000"/>
                  </a:schemeClr>
                </a:solidFill>
                <a:latin typeface="+mj-lt"/>
              </a:defRPr>
            </a:lvl1pPr>
            <a:lvl2pPr>
              <a:buFontTx/>
              <a:buNone/>
              <a:defRPr sz="7200"/>
            </a:lvl2pPr>
            <a:lvl3pPr>
              <a:buFontTx/>
              <a:buNone/>
              <a:defRPr sz="7200"/>
            </a:lvl3pPr>
            <a:lvl4pPr>
              <a:buFontTx/>
              <a:buNone/>
              <a:defRPr sz="7200"/>
            </a:lvl4pPr>
            <a:lvl5pPr>
              <a:buFontTx/>
              <a:buNone/>
              <a:defRPr sz="7200"/>
            </a:lvl5pPr>
          </a:lstStyle>
          <a:p>
            <a:pPr lvl="0"/>
            <a:r>
              <a:rPr lang="en-US" dirty="0"/>
              <a:t>Click here to add authors</a:t>
            </a:r>
          </a:p>
        </p:txBody>
      </p:sp>
      <p:sp>
        <p:nvSpPr>
          <p:cNvPr id="80" name="Text Placeholder 76"/>
          <p:cNvSpPr>
            <a:spLocks noGrp="1"/>
          </p:cNvSpPr>
          <p:nvPr>
            <p:ph type="body" sz="quarter" idx="153" hasCustomPrompt="1"/>
          </p:nvPr>
        </p:nvSpPr>
        <p:spPr>
          <a:xfrm>
            <a:off x="3219687" y="580236"/>
            <a:ext cx="18752664" cy="1446550"/>
          </a:xfrm>
          <a:prstGeom prst="rect">
            <a:avLst/>
          </a:prstGeom>
        </p:spPr>
        <p:txBody>
          <a:bodyPr anchor="t" anchorCtr="0">
            <a:spAutoFit/>
          </a:bodyPr>
          <a:lstStyle>
            <a:lvl1pPr marL="0" indent="0" algn="ctr">
              <a:buFontTx/>
              <a:buNone/>
              <a:defRPr sz="8800" b="1">
                <a:solidFill>
                  <a:schemeClr val="accent5">
                    <a:lumMod val="50000"/>
                  </a:schemeClr>
                </a:solidFill>
                <a:latin typeface="+mj-lt"/>
              </a:defRPr>
            </a:lvl1pPr>
            <a:lvl2pPr>
              <a:buFontTx/>
              <a:buNone/>
              <a:defRPr sz="7200"/>
            </a:lvl2pPr>
            <a:lvl3pPr>
              <a:buFontTx/>
              <a:buNone/>
              <a:defRPr sz="7200"/>
            </a:lvl3pPr>
            <a:lvl4pPr>
              <a:buFontTx/>
              <a:buNone/>
              <a:defRPr sz="7200"/>
            </a:lvl4pPr>
            <a:lvl5pPr>
              <a:buFontTx/>
              <a:buNone/>
              <a:defRPr sz="7200"/>
            </a:lvl5pPr>
          </a:lstStyle>
          <a:p>
            <a:pPr lvl="0"/>
            <a:r>
              <a:rPr lang="en-US" dirty="0"/>
              <a:t>Click here to add title</a:t>
            </a:r>
          </a:p>
        </p:txBody>
      </p:sp>
    </p:spTree>
    <p:extLst>
      <p:ext uri="{BB962C8B-B14F-4D97-AF65-F5344CB8AC3E}">
        <p14:creationId xmlns:p14="http://schemas.microsoft.com/office/powerpoint/2010/main" val="1270626971"/>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userDrawn="1">
  <p:cSld name="Wide center column">
    <p:spTree>
      <p:nvGrpSpPr>
        <p:cNvPr id="1" name=""/>
        <p:cNvGrpSpPr/>
        <p:nvPr/>
      </p:nvGrpSpPr>
      <p:grpSpPr>
        <a:xfrm>
          <a:off x="0" y="0"/>
          <a:ext cx="0" cy="0"/>
          <a:chOff x="0" y="0"/>
          <a:chExt cx="0" cy="0"/>
        </a:xfrm>
      </p:grpSpPr>
      <p:sp>
        <p:nvSpPr>
          <p:cNvPr id="4" name="Text Placeholder 3"/>
          <p:cNvSpPr>
            <a:spLocks noGrp="1"/>
          </p:cNvSpPr>
          <p:nvPr>
            <p:ph type="body" sz="quarter" idx="10" hasCustomPrompt="1"/>
          </p:nvPr>
        </p:nvSpPr>
        <p:spPr>
          <a:xfrm>
            <a:off x="518974" y="6508586"/>
            <a:ext cx="5772264" cy="747972"/>
          </a:xfrm>
          <a:prstGeom prst="rect">
            <a:avLst/>
          </a:prstGeom>
        </p:spPr>
        <p:txBody>
          <a:bodyPr wrap="square" lIns="187489" tIns="187489" rIns="187489" bIns="187489" anchor="t" anchorCtr="0">
            <a:spAutoFit/>
          </a:bodyPr>
          <a:lstStyle>
            <a:lvl1pPr marL="0" indent="0">
              <a:buNone/>
              <a:defRPr sz="2400">
                <a:solidFill>
                  <a:schemeClr val="accent5">
                    <a:lumMod val="50000"/>
                  </a:schemeClr>
                </a:solidFill>
                <a:latin typeface="Times New Roman" panose="02020603050405020304" pitchFamily="18" charset="0"/>
                <a:cs typeface="Times New Roman" panose="02020603050405020304" pitchFamily="18" charset="0"/>
              </a:defRPr>
            </a:lvl1pPr>
            <a:lvl2pPr marL="1218674" indent="-468721">
              <a:defRPr sz="2100">
                <a:latin typeface="Trebuchet MS" pitchFamily="34" charset="0"/>
              </a:defRPr>
            </a:lvl2pPr>
            <a:lvl3pPr marL="1687395" indent="-468721">
              <a:defRPr sz="2100">
                <a:latin typeface="Trebuchet MS" pitchFamily="34" charset="0"/>
              </a:defRPr>
            </a:lvl3pPr>
            <a:lvl4pPr marL="2202988" indent="-515593">
              <a:defRPr sz="2100">
                <a:latin typeface="Trebuchet MS" pitchFamily="34" charset="0"/>
              </a:defRPr>
            </a:lvl4pPr>
            <a:lvl5pPr marL="2577965" indent="-374977">
              <a:defRPr sz="2100">
                <a:latin typeface="Trebuchet MS" pitchFamily="34" charset="0"/>
              </a:defRPr>
            </a:lvl5pPr>
          </a:lstStyle>
          <a:p>
            <a:pPr lvl="0"/>
            <a:r>
              <a:rPr lang="en-US" dirty="0"/>
              <a:t>Enter your text here</a:t>
            </a:r>
          </a:p>
        </p:txBody>
      </p:sp>
      <p:sp>
        <p:nvSpPr>
          <p:cNvPr id="6" name="Text Placeholder 5"/>
          <p:cNvSpPr>
            <a:spLocks noGrp="1"/>
          </p:cNvSpPr>
          <p:nvPr>
            <p:ph type="body" sz="quarter" idx="11" hasCustomPrompt="1"/>
          </p:nvPr>
        </p:nvSpPr>
        <p:spPr>
          <a:xfrm>
            <a:off x="529393" y="5758641"/>
            <a:ext cx="5767709" cy="659288"/>
          </a:xfrm>
          <a:prstGeom prst="rect">
            <a:avLst/>
          </a:prstGeom>
          <a:noFill/>
        </p:spPr>
        <p:txBody>
          <a:bodyPr lIns="74996" tIns="74996" rIns="74996" bIns="74996" anchor="t" anchorCtr="0">
            <a:spAutoFit/>
          </a:bodyPr>
          <a:lstStyle>
            <a:lvl1pPr marL="0" indent="0" algn="ctr">
              <a:buNone/>
              <a:defRPr sz="3300" b="1" u="sng" baseline="0">
                <a:solidFill>
                  <a:schemeClr val="accent5">
                    <a:lumMod val="50000"/>
                  </a:schemeClr>
                </a:solidFill>
              </a:defRPr>
            </a:lvl1pPr>
          </a:lstStyle>
          <a:p>
            <a:pPr lvl="0"/>
            <a:r>
              <a:rPr lang="en-US" dirty="0"/>
              <a:t>(click to add) INTRODUCTION</a:t>
            </a:r>
          </a:p>
        </p:txBody>
      </p:sp>
      <p:sp>
        <p:nvSpPr>
          <p:cNvPr id="19" name="Text Placeholder 3"/>
          <p:cNvSpPr>
            <a:spLocks noGrp="1"/>
          </p:cNvSpPr>
          <p:nvPr>
            <p:ph type="body" sz="quarter" idx="19" hasCustomPrompt="1"/>
          </p:nvPr>
        </p:nvSpPr>
        <p:spPr>
          <a:xfrm>
            <a:off x="518060" y="16174952"/>
            <a:ext cx="5773175" cy="747972"/>
          </a:xfrm>
          <a:prstGeom prst="rect">
            <a:avLst/>
          </a:prstGeom>
        </p:spPr>
        <p:txBody>
          <a:bodyPr wrap="square" lIns="187489" tIns="187489" rIns="187489" bIns="187489" anchor="t" anchorCtr="0">
            <a:spAutoFit/>
          </a:bodyPr>
          <a:lstStyle>
            <a:lvl1pPr marL="0" indent="0">
              <a:buNone/>
              <a:defRPr sz="2400">
                <a:solidFill>
                  <a:schemeClr val="accent5">
                    <a:lumMod val="50000"/>
                  </a:schemeClr>
                </a:solidFill>
                <a:latin typeface="Times New Roman" panose="02020603050405020304" pitchFamily="18" charset="0"/>
                <a:cs typeface="Times New Roman" panose="02020603050405020304" pitchFamily="18" charset="0"/>
              </a:defRPr>
            </a:lvl1pPr>
            <a:lvl2pPr marL="1218674" indent="-468721">
              <a:defRPr sz="2100">
                <a:latin typeface="Trebuchet MS" pitchFamily="34" charset="0"/>
              </a:defRPr>
            </a:lvl2pPr>
            <a:lvl3pPr marL="1687395" indent="-468721">
              <a:defRPr sz="2100">
                <a:latin typeface="Trebuchet MS" pitchFamily="34" charset="0"/>
              </a:defRPr>
            </a:lvl3pPr>
            <a:lvl4pPr marL="2202988" indent="-515593">
              <a:defRPr sz="2100">
                <a:latin typeface="Trebuchet MS" pitchFamily="34" charset="0"/>
              </a:defRPr>
            </a:lvl4pPr>
            <a:lvl5pPr marL="2577965" indent="-374977">
              <a:defRPr sz="2100">
                <a:latin typeface="Trebuchet MS" pitchFamily="34" charset="0"/>
              </a:defRPr>
            </a:lvl5pPr>
          </a:lstStyle>
          <a:p>
            <a:pPr lvl="0"/>
            <a:r>
              <a:rPr lang="en-US" dirty="0"/>
              <a:t>Enter your text here</a:t>
            </a:r>
          </a:p>
        </p:txBody>
      </p:sp>
      <p:sp>
        <p:nvSpPr>
          <p:cNvPr id="20" name="Text Placeholder 5"/>
          <p:cNvSpPr>
            <a:spLocks noGrp="1"/>
          </p:cNvSpPr>
          <p:nvPr>
            <p:ph type="body" sz="quarter" idx="20" hasCustomPrompt="1"/>
          </p:nvPr>
        </p:nvSpPr>
        <p:spPr>
          <a:xfrm>
            <a:off x="529391" y="15542881"/>
            <a:ext cx="5768619" cy="656336"/>
          </a:xfrm>
          <a:prstGeom prst="rect">
            <a:avLst/>
          </a:prstGeom>
          <a:noFill/>
        </p:spPr>
        <p:txBody>
          <a:bodyPr wrap="square" lIns="74996" tIns="74996" rIns="74996" bIns="74996" anchor="t" anchorCtr="0">
            <a:spAutoFit/>
          </a:bodyPr>
          <a:lstStyle>
            <a:lvl1pPr marL="0" indent="0" algn="ctr">
              <a:buNone/>
              <a:defRPr sz="3300" b="1" u="sng" baseline="0">
                <a:solidFill>
                  <a:schemeClr val="accent5">
                    <a:lumMod val="50000"/>
                  </a:schemeClr>
                </a:solidFill>
              </a:defRPr>
            </a:lvl1pPr>
          </a:lstStyle>
          <a:p>
            <a:pPr lvl="0"/>
            <a:r>
              <a:rPr lang="en-US" dirty="0"/>
              <a:t>(click to add)  OBJECTIVES</a:t>
            </a:r>
          </a:p>
        </p:txBody>
      </p:sp>
      <p:sp>
        <p:nvSpPr>
          <p:cNvPr id="21" name="Text Placeholder 3"/>
          <p:cNvSpPr>
            <a:spLocks noGrp="1"/>
          </p:cNvSpPr>
          <p:nvPr>
            <p:ph type="body" sz="quarter" idx="21" hasCustomPrompt="1"/>
          </p:nvPr>
        </p:nvSpPr>
        <p:spPr>
          <a:xfrm>
            <a:off x="6650633" y="6508586"/>
            <a:ext cx="11892594" cy="747972"/>
          </a:xfrm>
          <a:prstGeom prst="rect">
            <a:avLst/>
          </a:prstGeom>
        </p:spPr>
        <p:txBody>
          <a:bodyPr wrap="square" lIns="187489" tIns="187489" rIns="187489" bIns="187489" anchor="t" anchorCtr="0">
            <a:spAutoFit/>
          </a:bodyPr>
          <a:lstStyle>
            <a:lvl1pPr marL="0" indent="0">
              <a:buNone/>
              <a:defRPr sz="2400">
                <a:solidFill>
                  <a:schemeClr val="accent5">
                    <a:lumMod val="50000"/>
                  </a:schemeClr>
                </a:solidFill>
                <a:latin typeface="Times New Roman" panose="02020603050405020304" pitchFamily="18" charset="0"/>
                <a:cs typeface="Times New Roman" panose="02020603050405020304" pitchFamily="18" charset="0"/>
              </a:defRPr>
            </a:lvl1pPr>
            <a:lvl2pPr marL="1218674" indent="-468721">
              <a:defRPr sz="2100">
                <a:latin typeface="Trebuchet MS" pitchFamily="34" charset="0"/>
              </a:defRPr>
            </a:lvl2pPr>
            <a:lvl3pPr marL="1687395" indent="-468721">
              <a:defRPr sz="2100">
                <a:latin typeface="Trebuchet MS" pitchFamily="34" charset="0"/>
              </a:defRPr>
            </a:lvl3pPr>
            <a:lvl4pPr marL="2202988" indent="-515593">
              <a:defRPr sz="2100">
                <a:latin typeface="Trebuchet MS" pitchFamily="34" charset="0"/>
              </a:defRPr>
            </a:lvl4pPr>
            <a:lvl5pPr marL="2577965" indent="-374977">
              <a:defRPr sz="2100">
                <a:latin typeface="Trebuchet MS" pitchFamily="34" charset="0"/>
              </a:defRPr>
            </a:lvl5pPr>
          </a:lstStyle>
          <a:p>
            <a:pPr lvl="0"/>
            <a:r>
              <a:rPr lang="en-US" dirty="0"/>
              <a:t>Enter your text here</a:t>
            </a:r>
          </a:p>
        </p:txBody>
      </p:sp>
      <p:sp>
        <p:nvSpPr>
          <p:cNvPr id="22" name="Text Placeholder 5"/>
          <p:cNvSpPr>
            <a:spLocks noGrp="1"/>
          </p:cNvSpPr>
          <p:nvPr>
            <p:ph type="body" sz="quarter" idx="22" hasCustomPrompt="1"/>
          </p:nvPr>
        </p:nvSpPr>
        <p:spPr>
          <a:xfrm>
            <a:off x="6650633" y="5758641"/>
            <a:ext cx="11892595" cy="656336"/>
          </a:xfrm>
          <a:prstGeom prst="rect">
            <a:avLst/>
          </a:prstGeom>
          <a:noFill/>
        </p:spPr>
        <p:txBody>
          <a:bodyPr wrap="square" lIns="74996" tIns="74996" rIns="74996" bIns="74996" anchor="t" anchorCtr="0">
            <a:spAutoFit/>
          </a:bodyPr>
          <a:lstStyle>
            <a:lvl1pPr marL="0" indent="0" algn="ctr">
              <a:buNone/>
              <a:defRPr sz="3300" b="1" u="sng" baseline="0">
                <a:solidFill>
                  <a:schemeClr val="accent5">
                    <a:lumMod val="50000"/>
                  </a:schemeClr>
                </a:solidFill>
              </a:defRPr>
            </a:lvl1pPr>
          </a:lstStyle>
          <a:p>
            <a:pPr lvl="0"/>
            <a:r>
              <a:rPr lang="en-US" dirty="0"/>
              <a:t>(header)  MATERIALS &amp; METHODS</a:t>
            </a:r>
          </a:p>
        </p:txBody>
      </p:sp>
      <p:sp>
        <p:nvSpPr>
          <p:cNvPr id="23" name="Text Placeholder 3"/>
          <p:cNvSpPr>
            <a:spLocks noGrp="1"/>
          </p:cNvSpPr>
          <p:nvPr>
            <p:ph type="body" sz="quarter" idx="23" hasCustomPrompt="1"/>
          </p:nvPr>
        </p:nvSpPr>
        <p:spPr>
          <a:xfrm>
            <a:off x="6650633" y="23714639"/>
            <a:ext cx="11892595" cy="747972"/>
          </a:xfrm>
          <a:prstGeom prst="rect">
            <a:avLst/>
          </a:prstGeom>
        </p:spPr>
        <p:txBody>
          <a:bodyPr wrap="square" lIns="187489" tIns="187489" rIns="187489" bIns="187489" anchor="t" anchorCtr="0">
            <a:spAutoFit/>
          </a:bodyPr>
          <a:lstStyle>
            <a:lvl1pPr marL="0" indent="0">
              <a:buNone/>
              <a:defRPr sz="2400">
                <a:solidFill>
                  <a:schemeClr val="accent5">
                    <a:lumMod val="50000"/>
                  </a:schemeClr>
                </a:solidFill>
                <a:latin typeface="Times New Roman" panose="02020603050405020304" pitchFamily="18" charset="0"/>
                <a:cs typeface="Times New Roman" panose="02020603050405020304" pitchFamily="18" charset="0"/>
              </a:defRPr>
            </a:lvl1pPr>
            <a:lvl2pPr marL="1218674" indent="-468721">
              <a:defRPr sz="2100">
                <a:latin typeface="Trebuchet MS" pitchFamily="34" charset="0"/>
              </a:defRPr>
            </a:lvl2pPr>
            <a:lvl3pPr marL="1687395" indent="-468721">
              <a:defRPr sz="2100">
                <a:latin typeface="Trebuchet MS" pitchFamily="34" charset="0"/>
              </a:defRPr>
            </a:lvl3pPr>
            <a:lvl4pPr marL="2202988" indent="-515593">
              <a:defRPr sz="2100">
                <a:latin typeface="Trebuchet MS" pitchFamily="34" charset="0"/>
              </a:defRPr>
            </a:lvl4pPr>
            <a:lvl5pPr marL="2577965" indent="-374977">
              <a:defRPr sz="2100">
                <a:latin typeface="Trebuchet MS" pitchFamily="34" charset="0"/>
              </a:defRPr>
            </a:lvl5pPr>
          </a:lstStyle>
          <a:p>
            <a:pPr lvl="0"/>
            <a:r>
              <a:rPr lang="en-US" dirty="0"/>
              <a:t>Enter your text here</a:t>
            </a:r>
          </a:p>
        </p:txBody>
      </p:sp>
      <p:sp>
        <p:nvSpPr>
          <p:cNvPr id="24" name="Text Placeholder 5"/>
          <p:cNvSpPr>
            <a:spLocks noGrp="1"/>
          </p:cNvSpPr>
          <p:nvPr>
            <p:ph type="body" sz="quarter" idx="24" hasCustomPrompt="1"/>
          </p:nvPr>
        </p:nvSpPr>
        <p:spPr>
          <a:xfrm>
            <a:off x="6650633" y="23047456"/>
            <a:ext cx="11892595" cy="656336"/>
          </a:xfrm>
          <a:prstGeom prst="rect">
            <a:avLst/>
          </a:prstGeom>
          <a:noFill/>
        </p:spPr>
        <p:txBody>
          <a:bodyPr wrap="square" lIns="74996" tIns="74996" rIns="74996" bIns="74996" anchor="t" anchorCtr="0">
            <a:spAutoFit/>
          </a:bodyPr>
          <a:lstStyle>
            <a:lvl1pPr marL="0" indent="0" algn="ctr">
              <a:buNone/>
              <a:defRPr sz="3300" b="1" u="sng" baseline="0">
                <a:solidFill>
                  <a:schemeClr val="accent5">
                    <a:lumMod val="50000"/>
                  </a:schemeClr>
                </a:solidFill>
              </a:defRPr>
            </a:lvl1pPr>
          </a:lstStyle>
          <a:p>
            <a:pPr lvl="0"/>
            <a:r>
              <a:rPr lang="en-US" dirty="0"/>
              <a:t>(click to add)  RESULTS</a:t>
            </a:r>
          </a:p>
        </p:txBody>
      </p:sp>
      <p:sp>
        <p:nvSpPr>
          <p:cNvPr id="25" name="Text Placeholder 5"/>
          <p:cNvSpPr>
            <a:spLocks noGrp="1"/>
          </p:cNvSpPr>
          <p:nvPr>
            <p:ph type="body" sz="quarter" idx="25" hasCustomPrompt="1"/>
          </p:nvPr>
        </p:nvSpPr>
        <p:spPr>
          <a:xfrm>
            <a:off x="18892159" y="5758641"/>
            <a:ext cx="5766642" cy="656336"/>
          </a:xfrm>
          <a:prstGeom prst="rect">
            <a:avLst/>
          </a:prstGeom>
          <a:noFill/>
        </p:spPr>
        <p:txBody>
          <a:bodyPr wrap="square" lIns="74996" tIns="74996" rIns="74996" bIns="74996" anchor="t" anchorCtr="0">
            <a:spAutoFit/>
          </a:bodyPr>
          <a:lstStyle>
            <a:lvl1pPr marL="0" indent="0" algn="ctr">
              <a:buNone/>
              <a:defRPr sz="3300" b="1" u="sng" baseline="0">
                <a:solidFill>
                  <a:schemeClr val="accent5">
                    <a:lumMod val="50000"/>
                  </a:schemeClr>
                </a:solidFill>
              </a:defRPr>
            </a:lvl1pPr>
          </a:lstStyle>
          <a:p>
            <a:pPr lvl="0"/>
            <a:r>
              <a:rPr lang="en-US" dirty="0"/>
              <a:t>(click to add) CONCLUSIONS</a:t>
            </a:r>
          </a:p>
        </p:txBody>
      </p:sp>
      <p:sp>
        <p:nvSpPr>
          <p:cNvPr id="26" name="Text Placeholder 3"/>
          <p:cNvSpPr>
            <a:spLocks noGrp="1"/>
          </p:cNvSpPr>
          <p:nvPr>
            <p:ph type="body" sz="quarter" idx="26" hasCustomPrompt="1"/>
          </p:nvPr>
        </p:nvSpPr>
        <p:spPr>
          <a:xfrm>
            <a:off x="18892159" y="6508586"/>
            <a:ext cx="5766642" cy="747972"/>
          </a:xfrm>
          <a:prstGeom prst="rect">
            <a:avLst/>
          </a:prstGeom>
        </p:spPr>
        <p:txBody>
          <a:bodyPr wrap="square" lIns="187489" tIns="187489" rIns="187489" bIns="187489" anchor="t" anchorCtr="0">
            <a:spAutoFit/>
          </a:bodyPr>
          <a:lstStyle>
            <a:lvl1pPr marL="0" indent="0">
              <a:buNone/>
              <a:defRPr sz="2400">
                <a:solidFill>
                  <a:schemeClr val="accent5">
                    <a:lumMod val="50000"/>
                  </a:schemeClr>
                </a:solidFill>
                <a:latin typeface="Times New Roman" panose="02020603050405020304" pitchFamily="18" charset="0"/>
                <a:cs typeface="Times New Roman" panose="02020603050405020304" pitchFamily="18" charset="0"/>
              </a:defRPr>
            </a:lvl1pPr>
            <a:lvl2pPr marL="1218674" indent="-468721">
              <a:defRPr sz="2100">
                <a:latin typeface="Trebuchet MS" pitchFamily="34" charset="0"/>
              </a:defRPr>
            </a:lvl2pPr>
            <a:lvl3pPr marL="1687395" indent="-468721">
              <a:defRPr sz="2100">
                <a:latin typeface="Trebuchet MS" pitchFamily="34" charset="0"/>
              </a:defRPr>
            </a:lvl3pPr>
            <a:lvl4pPr marL="2202988" indent="-515593">
              <a:defRPr sz="2100">
                <a:latin typeface="Trebuchet MS" pitchFamily="34" charset="0"/>
              </a:defRPr>
            </a:lvl4pPr>
            <a:lvl5pPr marL="2577965" indent="-374977">
              <a:defRPr sz="2100">
                <a:latin typeface="Trebuchet MS" pitchFamily="34" charset="0"/>
              </a:defRPr>
            </a:lvl5pPr>
          </a:lstStyle>
          <a:p>
            <a:pPr lvl="0"/>
            <a:r>
              <a:rPr lang="en-US" dirty="0"/>
              <a:t>Enter your text here</a:t>
            </a:r>
          </a:p>
        </p:txBody>
      </p:sp>
      <p:sp>
        <p:nvSpPr>
          <p:cNvPr id="27" name="Text Placeholder 5"/>
          <p:cNvSpPr>
            <a:spLocks noGrp="1"/>
          </p:cNvSpPr>
          <p:nvPr>
            <p:ph type="body" sz="quarter" idx="27" hasCustomPrompt="1"/>
          </p:nvPr>
        </p:nvSpPr>
        <p:spPr>
          <a:xfrm>
            <a:off x="18892159" y="15608744"/>
            <a:ext cx="5766642" cy="656336"/>
          </a:xfrm>
          <a:prstGeom prst="rect">
            <a:avLst/>
          </a:prstGeom>
          <a:noFill/>
        </p:spPr>
        <p:txBody>
          <a:bodyPr wrap="square" lIns="74996" tIns="74996" rIns="74996" bIns="74996" anchor="t" anchorCtr="0">
            <a:spAutoFit/>
          </a:bodyPr>
          <a:lstStyle>
            <a:lvl1pPr marL="0" indent="0" algn="ctr">
              <a:buNone/>
              <a:defRPr sz="3300" b="1" u="sng" baseline="0">
                <a:solidFill>
                  <a:schemeClr val="accent5">
                    <a:lumMod val="50000"/>
                  </a:schemeClr>
                </a:solidFill>
              </a:defRPr>
            </a:lvl1pPr>
          </a:lstStyle>
          <a:p>
            <a:pPr lvl="0"/>
            <a:r>
              <a:rPr lang="en-US" dirty="0"/>
              <a:t>(click to add) REFERENCES</a:t>
            </a:r>
          </a:p>
        </p:txBody>
      </p:sp>
      <p:sp>
        <p:nvSpPr>
          <p:cNvPr id="28" name="Text Placeholder 3"/>
          <p:cNvSpPr>
            <a:spLocks noGrp="1"/>
          </p:cNvSpPr>
          <p:nvPr>
            <p:ph type="body" sz="quarter" idx="28" hasCustomPrompt="1"/>
          </p:nvPr>
        </p:nvSpPr>
        <p:spPr>
          <a:xfrm>
            <a:off x="18913086" y="16275927"/>
            <a:ext cx="5724789" cy="747972"/>
          </a:xfrm>
          <a:prstGeom prst="rect">
            <a:avLst/>
          </a:prstGeom>
        </p:spPr>
        <p:txBody>
          <a:bodyPr wrap="square" lIns="187489" tIns="187489" rIns="187489" bIns="187489" anchor="t" anchorCtr="0">
            <a:spAutoFit/>
          </a:bodyPr>
          <a:lstStyle>
            <a:lvl1pPr marL="0" indent="0">
              <a:buNone/>
              <a:defRPr sz="2400">
                <a:solidFill>
                  <a:schemeClr val="accent5">
                    <a:lumMod val="50000"/>
                  </a:schemeClr>
                </a:solidFill>
                <a:latin typeface="Times New Roman" panose="02020603050405020304" pitchFamily="18" charset="0"/>
                <a:cs typeface="Times New Roman" panose="02020603050405020304" pitchFamily="18" charset="0"/>
              </a:defRPr>
            </a:lvl1pPr>
            <a:lvl2pPr marL="1218674" indent="-468721">
              <a:defRPr sz="2100">
                <a:latin typeface="Trebuchet MS" pitchFamily="34" charset="0"/>
              </a:defRPr>
            </a:lvl2pPr>
            <a:lvl3pPr marL="1687395" indent="-468721">
              <a:defRPr sz="2100">
                <a:latin typeface="Trebuchet MS" pitchFamily="34" charset="0"/>
              </a:defRPr>
            </a:lvl3pPr>
            <a:lvl4pPr marL="2202988" indent="-515593">
              <a:defRPr sz="2100">
                <a:latin typeface="Trebuchet MS" pitchFamily="34" charset="0"/>
              </a:defRPr>
            </a:lvl4pPr>
            <a:lvl5pPr marL="2577965" indent="-374977">
              <a:defRPr sz="2100">
                <a:latin typeface="Trebuchet MS" pitchFamily="34" charset="0"/>
              </a:defRPr>
            </a:lvl5pPr>
          </a:lstStyle>
          <a:p>
            <a:pPr lvl="0"/>
            <a:r>
              <a:rPr lang="en-US" dirty="0"/>
              <a:t>Enter your text here</a:t>
            </a:r>
          </a:p>
        </p:txBody>
      </p:sp>
      <p:sp>
        <p:nvSpPr>
          <p:cNvPr id="29" name="Text Placeholder 5"/>
          <p:cNvSpPr>
            <a:spLocks noGrp="1"/>
          </p:cNvSpPr>
          <p:nvPr>
            <p:ph type="body" sz="quarter" idx="29" hasCustomPrompt="1"/>
          </p:nvPr>
        </p:nvSpPr>
        <p:spPr>
          <a:xfrm>
            <a:off x="18892159" y="28580547"/>
            <a:ext cx="5766642" cy="659288"/>
          </a:xfrm>
          <a:prstGeom prst="rect">
            <a:avLst/>
          </a:prstGeom>
          <a:noFill/>
        </p:spPr>
        <p:txBody>
          <a:bodyPr wrap="square" lIns="74996" tIns="74996" rIns="74996" bIns="74996" anchor="t" anchorCtr="0">
            <a:spAutoFit/>
          </a:bodyPr>
          <a:lstStyle>
            <a:lvl1pPr marL="0" indent="0" algn="ctr">
              <a:buNone/>
              <a:defRPr sz="3300" b="1" u="sng" baseline="0">
                <a:solidFill>
                  <a:schemeClr val="accent5">
                    <a:lumMod val="50000"/>
                  </a:schemeClr>
                </a:solidFill>
              </a:defRPr>
            </a:lvl1pPr>
          </a:lstStyle>
          <a:p>
            <a:pPr lvl="0"/>
            <a:r>
              <a:rPr lang="en-US" dirty="0"/>
              <a:t>(click to add) CONTACT</a:t>
            </a:r>
          </a:p>
        </p:txBody>
      </p:sp>
      <p:sp>
        <p:nvSpPr>
          <p:cNvPr id="30" name="Text Placeholder 3"/>
          <p:cNvSpPr>
            <a:spLocks noGrp="1"/>
          </p:cNvSpPr>
          <p:nvPr>
            <p:ph type="body" sz="quarter" idx="30" hasCustomPrompt="1"/>
          </p:nvPr>
        </p:nvSpPr>
        <p:spPr>
          <a:xfrm>
            <a:off x="18890715" y="29330961"/>
            <a:ext cx="5769531" cy="747972"/>
          </a:xfrm>
          <a:prstGeom prst="rect">
            <a:avLst/>
          </a:prstGeom>
        </p:spPr>
        <p:txBody>
          <a:bodyPr wrap="square" lIns="187489" tIns="187489" rIns="187489" bIns="187489" anchor="t" anchorCtr="0">
            <a:spAutoFit/>
          </a:bodyPr>
          <a:lstStyle>
            <a:lvl1pPr marL="0" indent="0">
              <a:buNone/>
              <a:defRPr sz="2400">
                <a:solidFill>
                  <a:schemeClr val="accent5">
                    <a:lumMod val="50000"/>
                  </a:schemeClr>
                </a:solidFill>
                <a:latin typeface="Times New Roman" panose="02020603050405020304" pitchFamily="18" charset="0"/>
                <a:cs typeface="Times New Roman" panose="02020603050405020304" pitchFamily="18" charset="0"/>
              </a:defRPr>
            </a:lvl1pPr>
            <a:lvl2pPr marL="1218674" indent="-468721">
              <a:defRPr sz="2100">
                <a:latin typeface="Trebuchet MS" pitchFamily="34" charset="0"/>
              </a:defRPr>
            </a:lvl2pPr>
            <a:lvl3pPr marL="1687395" indent="-468721">
              <a:defRPr sz="2100">
                <a:latin typeface="Trebuchet MS" pitchFamily="34" charset="0"/>
              </a:defRPr>
            </a:lvl3pPr>
            <a:lvl4pPr marL="2202988" indent="-515593">
              <a:defRPr sz="2100">
                <a:latin typeface="Trebuchet MS" pitchFamily="34" charset="0"/>
              </a:defRPr>
            </a:lvl4pPr>
            <a:lvl5pPr marL="2577965" indent="-374977">
              <a:defRPr sz="2100">
                <a:latin typeface="Trebuchet MS" pitchFamily="34" charset="0"/>
              </a:defRPr>
            </a:lvl5pPr>
          </a:lstStyle>
          <a:p>
            <a:pPr lvl="0"/>
            <a:r>
              <a:rPr lang="en-US" dirty="0"/>
              <a:t>Enter your text here</a:t>
            </a:r>
          </a:p>
        </p:txBody>
      </p:sp>
      <p:sp>
        <p:nvSpPr>
          <p:cNvPr id="84" name="Text Placeholder 76"/>
          <p:cNvSpPr>
            <a:spLocks noGrp="1"/>
          </p:cNvSpPr>
          <p:nvPr>
            <p:ph type="body" sz="quarter" idx="150" hasCustomPrompt="1"/>
          </p:nvPr>
        </p:nvSpPr>
        <p:spPr>
          <a:xfrm>
            <a:off x="3219687" y="3498370"/>
            <a:ext cx="18752664" cy="1015663"/>
          </a:xfrm>
          <a:prstGeom prst="rect">
            <a:avLst/>
          </a:prstGeom>
        </p:spPr>
        <p:txBody>
          <a:bodyPr anchor="t" anchorCtr="0">
            <a:spAutoFit/>
          </a:bodyPr>
          <a:lstStyle>
            <a:lvl1pPr marL="0" indent="0" algn="ctr">
              <a:buFontTx/>
              <a:buNone/>
              <a:defRPr sz="6000">
                <a:solidFill>
                  <a:schemeClr val="accent5">
                    <a:lumMod val="50000"/>
                  </a:schemeClr>
                </a:solidFill>
                <a:latin typeface="+mj-lt"/>
              </a:defRPr>
            </a:lvl1pPr>
            <a:lvl2pPr>
              <a:buFontTx/>
              <a:buNone/>
              <a:defRPr sz="7200"/>
            </a:lvl2pPr>
            <a:lvl3pPr>
              <a:buFontTx/>
              <a:buNone/>
              <a:defRPr sz="7200"/>
            </a:lvl3pPr>
            <a:lvl4pPr>
              <a:buFontTx/>
              <a:buNone/>
              <a:defRPr sz="7200"/>
            </a:lvl4pPr>
            <a:lvl5pPr>
              <a:buFontTx/>
              <a:buNone/>
              <a:defRPr sz="7200"/>
            </a:lvl5pPr>
          </a:lstStyle>
          <a:p>
            <a:pPr lvl="0"/>
            <a:r>
              <a:rPr lang="en-US" dirty="0"/>
              <a:t>Click here to add affiliations</a:t>
            </a:r>
          </a:p>
        </p:txBody>
      </p:sp>
      <p:sp>
        <p:nvSpPr>
          <p:cNvPr id="85" name="Text Placeholder 76"/>
          <p:cNvSpPr>
            <a:spLocks noGrp="1"/>
          </p:cNvSpPr>
          <p:nvPr>
            <p:ph type="body" sz="quarter" idx="151" hasCustomPrompt="1"/>
          </p:nvPr>
        </p:nvSpPr>
        <p:spPr>
          <a:xfrm>
            <a:off x="3219687" y="2218210"/>
            <a:ext cx="18752664" cy="1446550"/>
          </a:xfrm>
          <a:prstGeom prst="rect">
            <a:avLst/>
          </a:prstGeom>
        </p:spPr>
        <p:txBody>
          <a:bodyPr anchor="t" anchorCtr="0">
            <a:spAutoFit/>
          </a:bodyPr>
          <a:lstStyle>
            <a:lvl1pPr marL="0" indent="0" algn="ctr">
              <a:buFontTx/>
              <a:buNone/>
              <a:defRPr sz="8800">
                <a:solidFill>
                  <a:schemeClr val="accent5">
                    <a:lumMod val="50000"/>
                  </a:schemeClr>
                </a:solidFill>
                <a:latin typeface="+mj-lt"/>
              </a:defRPr>
            </a:lvl1pPr>
            <a:lvl2pPr>
              <a:buFontTx/>
              <a:buNone/>
              <a:defRPr sz="7200"/>
            </a:lvl2pPr>
            <a:lvl3pPr>
              <a:buFontTx/>
              <a:buNone/>
              <a:defRPr sz="7200"/>
            </a:lvl3pPr>
            <a:lvl4pPr>
              <a:buFontTx/>
              <a:buNone/>
              <a:defRPr sz="7200"/>
            </a:lvl4pPr>
            <a:lvl5pPr>
              <a:buFontTx/>
              <a:buNone/>
              <a:defRPr sz="7200"/>
            </a:lvl5pPr>
          </a:lstStyle>
          <a:p>
            <a:pPr lvl="0"/>
            <a:r>
              <a:rPr lang="en-US" dirty="0"/>
              <a:t>Click here to add authors</a:t>
            </a:r>
          </a:p>
        </p:txBody>
      </p:sp>
      <p:sp>
        <p:nvSpPr>
          <p:cNvPr id="86" name="Text Placeholder 76"/>
          <p:cNvSpPr>
            <a:spLocks noGrp="1"/>
          </p:cNvSpPr>
          <p:nvPr>
            <p:ph type="body" sz="quarter" idx="178" hasCustomPrompt="1"/>
          </p:nvPr>
        </p:nvSpPr>
        <p:spPr>
          <a:xfrm>
            <a:off x="3219687" y="580236"/>
            <a:ext cx="18752664" cy="1446550"/>
          </a:xfrm>
          <a:prstGeom prst="rect">
            <a:avLst/>
          </a:prstGeom>
        </p:spPr>
        <p:txBody>
          <a:bodyPr anchor="t" anchorCtr="0">
            <a:spAutoFit/>
          </a:bodyPr>
          <a:lstStyle>
            <a:lvl1pPr marL="0" indent="0" algn="ctr">
              <a:buFontTx/>
              <a:buNone/>
              <a:defRPr sz="8800" b="1">
                <a:solidFill>
                  <a:schemeClr val="accent5">
                    <a:lumMod val="50000"/>
                  </a:schemeClr>
                </a:solidFill>
                <a:latin typeface="+mj-lt"/>
              </a:defRPr>
            </a:lvl1pPr>
            <a:lvl2pPr>
              <a:buFontTx/>
              <a:buNone/>
              <a:defRPr sz="7200"/>
            </a:lvl2pPr>
            <a:lvl3pPr>
              <a:buFontTx/>
              <a:buNone/>
              <a:defRPr sz="7200"/>
            </a:lvl3pPr>
            <a:lvl4pPr>
              <a:buFontTx/>
              <a:buNone/>
              <a:defRPr sz="7200"/>
            </a:lvl4pPr>
            <a:lvl5pPr>
              <a:buFontTx/>
              <a:buNone/>
              <a:defRPr sz="7200"/>
            </a:lvl5pPr>
          </a:lstStyle>
          <a:p>
            <a:pPr lvl="0"/>
            <a:r>
              <a:rPr lang="en-US" dirty="0"/>
              <a:t>Click here to add title</a:t>
            </a:r>
          </a:p>
        </p:txBody>
      </p:sp>
      <p:sp>
        <p:nvSpPr>
          <p:cNvPr id="31" name="TextBox 30"/>
          <p:cNvSpPr txBox="1"/>
          <p:nvPr userDrawn="1"/>
        </p:nvSpPr>
        <p:spPr>
          <a:xfrm>
            <a:off x="8186057" y="10798629"/>
            <a:ext cx="6357257" cy="461665"/>
          </a:xfrm>
          <a:prstGeom prst="rect">
            <a:avLst/>
          </a:prstGeom>
          <a:noFill/>
        </p:spPr>
        <p:txBody>
          <a:bodyPr wrap="square" rtlCol="0" anchor="t" anchorCtr="0">
            <a:spAutoFit/>
          </a:bodyPr>
          <a:lstStyle/>
          <a:p>
            <a:endParaRPr lang="en-US" sz="2400" dirty="0">
              <a:latin typeface="Times New Roman" panose="02020603050405020304" pitchFamily="18" charset="0"/>
              <a:cs typeface="Times New Roman" panose="02020603050405020304" pitchFamily="18" charset="0"/>
            </a:endParaRPr>
          </a:p>
        </p:txBody>
      </p:sp>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image" Target="../media/image5.png"/><Relationship Id="rId3" Type="http://schemas.openxmlformats.org/officeDocument/2006/relationships/image" Target="../media/image1.png"/><Relationship Id="rId7" Type="http://schemas.openxmlformats.org/officeDocument/2006/relationships/hyperlink" Target="https://www.posterpresentations.com/how-to-change-the-research-poster-template-colors.html" TargetMode="External"/><Relationship Id="rId2" Type="http://schemas.openxmlformats.org/officeDocument/2006/relationships/theme" Target="../theme/theme1.xml"/><Relationship Id="rId1" Type="http://schemas.openxmlformats.org/officeDocument/2006/relationships/slideLayout" Target="../slideLayouts/slideLayout1.xml"/><Relationship Id="rId6" Type="http://schemas.openxmlformats.org/officeDocument/2006/relationships/image" Target="../media/image4.png"/><Relationship Id="rId5" Type="http://schemas.openxmlformats.org/officeDocument/2006/relationships/image" Target="../media/image3.png"/><Relationship Id="rId4" Type="http://schemas.openxmlformats.org/officeDocument/2006/relationships/image" Target="../media/image2.png"/><Relationship Id="rId9" Type="http://schemas.openxmlformats.org/officeDocument/2006/relationships/image" Target="../media/image6.png"/></Relationships>
</file>

<file path=ppt/slideMasters/_rels/slideMaster2.xml.rels><?xml version="1.0" encoding="UTF-8" standalone="yes"?>
<Relationships xmlns="http://schemas.openxmlformats.org/package/2006/relationships"><Relationship Id="rId2" Type="http://schemas.openxmlformats.org/officeDocument/2006/relationships/theme" Target="../theme/theme2.xml"/><Relationship Id="rId1" Type="http://schemas.openxmlformats.org/officeDocument/2006/relationships/slideLayout" Target="../slideLayouts/slideLayout2.xml"/></Relationships>
</file>

<file path=ppt/slideMasters/_rels/slideMaster3.xml.rels><?xml version="1.0" encoding="UTF-8" standalone="yes"?>
<Relationships xmlns="http://schemas.openxmlformats.org/package/2006/relationships"><Relationship Id="rId8" Type="http://schemas.openxmlformats.org/officeDocument/2006/relationships/image" Target="../media/image5.png"/><Relationship Id="rId3" Type="http://schemas.openxmlformats.org/officeDocument/2006/relationships/image" Target="../media/image1.png"/><Relationship Id="rId7" Type="http://schemas.openxmlformats.org/officeDocument/2006/relationships/hyperlink" Target="https://www.posterpresentations.com/how-to-change-the-research-poster-template-colors.html" TargetMode="External"/><Relationship Id="rId2" Type="http://schemas.openxmlformats.org/officeDocument/2006/relationships/theme" Target="../theme/theme3.xml"/><Relationship Id="rId1" Type="http://schemas.openxmlformats.org/officeDocument/2006/relationships/slideLayout" Target="../slideLayouts/slideLayout3.xml"/><Relationship Id="rId6" Type="http://schemas.openxmlformats.org/officeDocument/2006/relationships/image" Target="../media/image4.png"/><Relationship Id="rId5" Type="http://schemas.openxmlformats.org/officeDocument/2006/relationships/image" Target="../media/image3.png"/><Relationship Id="rId4" Type="http://schemas.openxmlformats.org/officeDocument/2006/relationships/image" Target="../media/image2.png"/><Relationship Id="rId9" Type="http://schemas.openxmlformats.org/officeDocument/2006/relationships/image" Target="../media/image6.png"/></Relationships>
</file>

<file path=ppt/slideMasters/slideMaster1.xml><?xml version="1.0" encoding="utf-8"?>
<p:sldMaster xmlns:a="http://schemas.openxmlformats.org/drawingml/2006/main" xmlns:r="http://schemas.openxmlformats.org/officeDocument/2006/relationships" xmlns:p="http://schemas.openxmlformats.org/presentationml/2006/main" preserve="1">
  <p:cSld>
    <p:bg>
      <p:bgPr>
        <a:solidFill>
          <a:schemeClr val="bg1"/>
        </a:solidFill>
        <a:effectLst/>
      </p:bgPr>
    </p:bg>
    <p:spTree>
      <p:nvGrpSpPr>
        <p:cNvPr id="1" name=""/>
        <p:cNvGrpSpPr/>
        <p:nvPr/>
      </p:nvGrpSpPr>
      <p:grpSpPr>
        <a:xfrm>
          <a:off x="0" y="0"/>
          <a:ext cx="0" cy="0"/>
          <a:chOff x="0" y="0"/>
          <a:chExt cx="0" cy="0"/>
        </a:xfrm>
      </p:grpSpPr>
      <p:graphicFrame>
        <p:nvGraphicFramePr>
          <p:cNvPr id="36" name="Table 35">
            <a:extLst>
              <a:ext uri="{FF2B5EF4-FFF2-40B4-BE49-F238E27FC236}">
                <a16:creationId xmlns:a16="http://schemas.microsoft.com/office/drawing/2014/main" id="{6CA1A99B-ADFE-0946-BD42-BD5A646350D9}"/>
              </a:ext>
            </a:extLst>
          </p:cNvPr>
          <p:cNvGraphicFramePr>
            <a:graphicFrameLocks noGrp="1"/>
          </p:cNvGraphicFramePr>
          <p:nvPr userDrawn="1">
            <p:extLst>
              <p:ext uri="{D42A27DB-BD31-4B8C-83A1-F6EECF244321}">
                <p14:modId xmlns:p14="http://schemas.microsoft.com/office/powerpoint/2010/main" val="4020684293"/>
              </p:ext>
            </p:extLst>
          </p:nvPr>
        </p:nvGraphicFramePr>
        <p:xfrm>
          <a:off x="-10750964" y="37356"/>
          <a:ext cx="10290587" cy="35976294"/>
        </p:xfrm>
        <a:graphic>
          <a:graphicData uri="http://schemas.openxmlformats.org/drawingml/2006/table">
            <a:tbl>
              <a:tblPr firstRow="1" bandRow="1">
                <a:tableStyleId>{5C22544A-7EE6-4342-B048-85BDC9FD1C3A}</a:tableStyleId>
              </a:tblPr>
              <a:tblGrid>
                <a:gridCol w="4412520">
                  <a:extLst>
                    <a:ext uri="{9D8B030D-6E8A-4147-A177-3AD203B41FA5}">
                      <a16:colId xmlns:a16="http://schemas.microsoft.com/office/drawing/2014/main" val="20000"/>
                    </a:ext>
                  </a:extLst>
                </a:gridCol>
                <a:gridCol w="5878067">
                  <a:extLst>
                    <a:ext uri="{9D8B030D-6E8A-4147-A177-3AD203B41FA5}">
                      <a16:colId xmlns:a16="http://schemas.microsoft.com/office/drawing/2014/main" val="20001"/>
                    </a:ext>
                  </a:extLst>
                </a:gridCol>
              </a:tblGrid>
              <a:tr h="1392775">
                <a:tc gridSpan="2">
                  <a:txBody>
                    <a:bodyPr/>
                    <a:lstStyle/>
                    <a:p>
                      <a:pPr marL="0" marR="0" indent="0" algn="ctr" defTabSz="4388900" rtl="0" eaLnBrk="1" fontAlgn="auto" latinLnBrk="0" hangingPunct="1">
                        <a:lnSpc>
                          <a:spcPct val="100000"/>
                        </a:lnSpc>
                        <a:spcBef>
                          <a:spcPts val="0"/>
                        </a:spcBef>
                        <a:spcAft>
                          <a:spcPts val="0"/>
                        </a:spcAft>
                        <a:buClrTx/>
                        <a:buSzTx/>
                        <a:buFontTx/>
                        <a:buNone/>
                        <a:tabLst/>
                        <a:defRPr/>
                      </a:pPr>
                      <a:r>
                        <a:rPr lang="en-US" sz="4000" b="0" spc="600" dirty="0">
                          <a:solidFill>
                            <a:srgbClr val="1F3A4E"/>
                          </a:solidFill>
                          <a:latin typeface="Arial Black" panose="020B0A04020102020204" pitchFamily="34" charset="0"/>
                        </a:rPr>
                        <a:t>QUICK START GUIDE</a:t>
                      </a:r>
                      <a:br>
                        <a:rPr lang="en-US" sz="4000" b="0" spc="600" dirty="0">
                          <a:solidFill>
                            <a:srgbClr val="1F3A4E"/>
                          </a:solidFill>
                          <a:latin typeface="Arial Black" panose="020B0A04020102020204" pitchFamily="34" charset="0"/>
                        </a:rPr>
                      </a:br>
                      <a:r>
                        <a:rPr lang="en-US" sz="3200" b="1" spc="0" dirty="0">
                          <a:solidFill>
                            <a:srgbClr val="FF0000"/>
                          </a:solidFill>
                          <a:latin typeface="Trebuchet MS" pitchFamily="34" charset="0"/>
                        </a:rPr>
                        <a:t>(THIS SIDEBAR WILL NOT PRINT)</a:t>
                      </a:r>
                      <a:endParaRPr lang="en-US" sz="4000" b="1" spc="600" dirty="0">
                        <a:solidFill>
                          <a:schemeClr val="bg1"/>
                        </a:solidFill>
                        <a:latin typeface="Trebuchet MS" pitchFamily="34" charset="0"/>
                      </a:endParaRPr>
                    </a:p>
                  </a:txBody>
                  <a:tcPr marL="182880" marT="137160">
                    <a:solidFill>
                      <a:srgbClr val="FFC000"/>
                    </a:solidFill>
                  </a:tcPr>
                </a:tc>
                <a:tc hMerge="1">
                  <a:txBody>
                    <a:bodyPr/>
                    <a:lstStyle/>
                    <a:p>
                      <a:endParaRPr lang="en-US" dirty="0"/>
                    </a:p>
                  </a:txBody>
                  <a:tcPr/>
                </a:tc>
                <a:extLst>
                  <a:ext uri="{0D108BD9-81ED-4DB2-BD59-A6C34878D82A}">
                    <a16:rowId xmlns:a16="http://schemas.microsoft.com/office/drawing/2014/main" val="10000"/>
                  </a:ext>
                </a:extLst>
              </a:tr>
              <a:tr h="4281487">
                <a:tc gridSpan="2">
                  <a:txBody>
                    <a:bodyPr/>
                    <a:lstStyle/>
                    <a:p>
                      <a:pPr defTabSz="3765639"/>
                      <a:r>
                        <a:rPr lang="en-US" sz="2400" i="0" dirty="0">
                          <a:solidFill>
                            <a:srgbClr val="D9D9D9"/>
                          </a:solidFill>
                          <a:latin typeface="Arial"/>
                          <a:cs typeface="Arial"/>
                        </a:rPr>
                        <a:t>This PowerPoint template produces a </a:t>
                      </a:r>
                      <a:r>
                        <a:rPr lang="en-US" sz="2400" b="1" i="0" dirty="0">
                          <a:solidFill>
                            <a:srgbClr val="FFC000"/>
                          </a:solidFill>
                          <a:latin typeface="Arial"/>
                          <a:cs typeface="Arial"/>
                        </a:rPr>
                        <a:t>70x100cm</a:t>
                      </a:r>
                      <a:r>
                        <a:rPr lang="en-US" sz="2400" i="0" dirty="0">
                          <a:solidFill>
                            <a:srgbClr val="FFC000"/>
                          </a:solidFill>
                          <a:latin typeface="Arial"/>
                          <a:cs typeface="Arial"/>
                        </a:rPr>
                        <a:t> </a:t>
                      </a:r>
                      <a:r>
                        <a:rPr lang="en-US" sz="2400" i="0" dirty="0">
                          <a:solidFill>
                            <a:srgbClr val="D9D9D9"/>
                          </a:solidFill>
                          <a:latin typeface="Arial"/>
                          <a:cs typeface="Arial"/>
                        </a:rPr>
                        <a:t>presentation poster. You can use it to create your research poster by placing your title, subtitle, text, tables, charts and photos. </a:t>
                      </a:r>
                    </a:p>
                    <a:p>
                      <a:pPr defTabSz="3765639"/>
                      <a:endParaRPr lang="en-US" sz="2400" i="0" dirty="0">
                        <a:solidFill>
                          <a:srgbClr val="D9D9D9"/>
                        </a:solidFill>
                        <a:latin typeface="Arial"/>
                        <a:cs typeface="Arial"/>
                      </a:endParaRPr>
                    </a:p>
                    <a:p>
                      <a:pPr defTabSz="3765639"/>
                      <a:r>
                        <a:rPr lang="en-US" sz="2400" i="0" dirty="0">
                          <a:solidFill>
                            <a:srgbClr val="D9D9D9"/>
                          </a:solidFill>
                          <a:latin typeface="Arial"/>
                          <a:cs typeface="Arial"/>
                        </a:rPr>
                        <a:t>We provide a series of online tutorials that will guide you through the poster design process and answer your poster production questions. For complete template tutorials, go online to </a:t>
                      </a:r>
                      <a:r>
                        <a:rPr lang="en-US" sz="2400" i="0" dirty="0" err="1">
                          <a:solidFill>
                            <a:srgbClr val="FFC000"/>
                          </a:solidFill>
                          <a:latin typeface="Arial"/>
                          <a:cs typeface="Arial"/>
                        </a:rPr>
                        <a:t>PosterPresentations.com</a:t>
                      </a:r>
                      <a:r>
                        <a:rPr lang="en-US" sz="2400" i="0" dirty="0">
                          <a:solidFill>
                            <a:srgbClr val="D9D9D9"/>
                          </a:solidFill>
                          <a:latin typeface="Arial"/>
                          <a:cs typeface="Arial"/>
                        </a:rPr>
                        <a:t> and click on the  </a:t>
                      </a:r>
                      <a:r>
                        <a:rPr lang="en-US" sz="2400" i="0" dirty="0">
                          <a:solidFill>
                            <a:srgbClr val="FFC000"/>
                          </a:solidFill>
                          <a:latin typeface="Arial"/>
                          <a:cs typeface="Arial"/>
                        </a:rPr>
                        <a:t>HELP DESK</a:t>
                      </a:r>
                      <a:r>
                        <a:rPr lang="en-US" sz="2400" i="0" baseline="0" dirty="0">
                          <a:solidFill>
                            <a:srgbClr val="D9D9D9"/>
                          </a:solidFill>
                          <a:latin typeface="Arial"/>
                          <a:cs typeface="Arial"/>
                        </a:rPr>
                        <a:t> </a:t>
                      </a:r>
                      <a:r>
                        <a:rPr lang="en-US" sz="2400" i="0" dirty="0">
                          <a:solidFill>
                            <a:srgbClr val="D9D9D9"/>
                          </a:solidFill>
                          <a:latin typeface="Arial"/>
                          <a:cs typeface="Arial"/>
                        </a:rPr>
                        <a:t>tab.</a:t>
                      </a:r>
                    </a:p>
                    <a:p>
                      <a:pPr defTabSz="3765639"/>
                      <a:endParaRPr lang="en-US" sz="2400" i="0" dirty="0">
                        <a:solidFill>
                          <a:srgbClr val="D9D9D9"/>
                        </a:solidFill>
                        <a:latin typeface="Arial"/>
                        <a:cs typeface="Arial"/>
                      </a:endParaRPr>
                    </a:p>
                    <a:p>
                      <a:pPr defTabSz="3765639"/>
                      <a:r>
                        <a:rPr lang="en-US" sz="2400" i="0" dirty="0">
                          <a:solidFill>
                            <a:srgbClr val="D9D9D9"/>
                          </a:solidFill>
                          <a:latin typeface="Arial"/>
                          <a:cs typeface="Arial"/>
                        </a:rPr>
                        <a:t>To print your poster using our same-day professional printing service, go online to </a:t>
                      </a:r>
                      <a:r>
                        <a:rPr lang="en-US" sz="2400" i="0" dirty="0" err="1">
                          <a:solidFill>
                            <a:srgbClr val="FFC000"/>
                          </a:solidFill>
                          <a:latin typeface="Arial"/>
                          <a:cs typeface="Arial"/>
                        </a:rPr>
                        <a:t>PosterPresentations.com</a:t>
                      </a:r>
                      <a:r>
                        <a:rPr lang="en-US" sz="2400" i="0" dirty="0">
                          <a:solidFill>
                            <a:srgbClr val="D9D9D9"/>
                          </a:solidFill>
                          <a:latin typeface="Arial"/>
                          <a:cs typeface="Arial"/>
                        </a:rPr>
                        <a:t> and click on "</a:t>
                      </a:r>
                      <a:r>
                        <a:rPr lang="en-US" sz="2400" i="0" dirty="0">
                          <a:solidFill>
                            <a:srgbClr val="FFC000"/>
                          </a:solidFill>
                          <a:latin typeface="Arial"/>
                          <a:cs typeface="Arial"/>
                        </a:rPr>
                        <a:t>Order your poster</a:t>
                      </a:r>
                      <a:r>
                        <a:rPr lang="en-US" sz="2400" i="0" dirty="0">
                          <a:solidFill>
                            <a:srgbClr val="D9D9D9"/>
                          </a:solidFill>
                          <a:latin typeface="Arial"/>
                          <a:cs typeface="Arial"/>
                        </a:rPr>
                        <a:t>".</a:t>
                      </a:r>
                      <a:endParaRPr lang="en-US" sz="2400" b="1" dirty="0">
                        <a:solidFill>
                          <a:srgbClr val="D9D9D9"/>
                        </a:solidFill>
                        <a:latin typeface="Arial"/>
                        <a:cs typeface="Arial"/>
                      </a:endParaRPr>
                    </a:p>
                  </a:txBody>
                  <a:tcPr marL="182880" marT="137160">
                    <a:solidFill>
                      <a:srgbClr val="010101"/>
                    </a:solidFill>
                  </a:tcPr>
                </a:tc>
                <a:tc hMerge="1">
                  <a:txBody>
                    <a:bodyPr/>
                    <a:lstStyle/>
                    <a:p>
                      <a:pPr marL="0" indent="0" algn="l" defTabSz="114300"/>
                      <a:endParaRPr lang="en-US" sz="2400" b="0" baseline="0" dirty="0">
                        <a:solidFill>
                          <a:srgbClr val="FFC000"/>
                        </a:solidFill>
                        <a:latin typeface="Arial" panose="020B0604020202020204" pitchFamily="34" charset="0"/>
                        <a:cs typeface="Arial" panose="020B0604020202020204" pitchFamily="34" charset="0"/>
                      </a:endParaRPr>
                    </a:p>
                  </a:txBody>
                  <a:tcPr>
                    <a:solidFill>
                      <a:schemeClr val="tx1">
                        <a:lumMod val="95000"/>
                        <a:lumOff val="5000"/>
                      </a:schemeClr>
                    </a:solidFill>
                  </a:tcPr>
                </a:tc>
                <a:extLst>
                  <a:ext uri="{0D108BD9-81ED-4DB2-BD59-A6C34878D82A}">
                    <a16:rowId xmlns:a16="http://schemas.microsoft.com/office/drawing/2014/main" val="677555919"/>
                  </a:ext>
                </a:extLst>
              </a:tr>
              <a:tr h="5106834">
                <a:tc>
                  <a:txBody>
                    <a:bodyPr/>
                    <a:lstStyle/>
                    <a:p>
                      <a:pPr algn="ctr"/>
                      <a:endParaRPr lang="en-US" sz="2400" dirty="0">
                        <a:solidFill>
                          <a:srgbClr val="1F3A4E"/>
                        </a:solidFill>
                      </a:endParaRPr>
                    </a:p>
                    <a:p>
                      <a:pPr algn="ctr"/>
                      <a:endParaRPr lang="en-US" sz="2400" dirty="0">
                        <a:solidFill>
                          <a:srgbClr val="1F3A4E"/>
                        </a:solidFill>
                      </a:endParaRPr>
                    </a:p>
                    <a:p>
                      <a:pPr algn="ctr"/>
                      <a:r>
                        <a:rPr lang="en-US" sz="2400" dirty="0">
                          <a:solidFill>
                            <a:schemeClr val="bg1"/>
                          </a:solidFill>
                          <a:latin typeface="Arial" panose="020B0604020202020204" pitchFamily="34" charset="0"/>
                          <a:cs typeface="Arial" panose="020B0604020202020204" pitchFamily="34" charset="0"/>
                        </a:rPr>
                        <a:t>This is a template for a </a:t>
                      </a:r>
                    </a:p>
                    <a:p>
                      <a:pPr algn="ctr"/>
                      <a:r>
                        <a:rPr lang="en-US" sz="2400" dirty="0">
                          <a:solidFill>
                            <a:schemeClr val="bg1"/>
                          </a:solidFill>
                          <a:latin typeface="Arial" panose="020B0604020202020204" pitchFamily="34" charset="0"/>
                          <a:cs typeface="Arial" panose="020B0604020202020204" pitchFamily="34" charset="0"/>
                        </a:rPr>
                        <a:t>presentation poster</a:t>
                      </a:r>
                      <a:br>
                        <a:rPr lang="en-US" sz="2400" dirty="0">
                          <a:solidFill>
                            <a:schemeClr val="bg1"/>
                          </a:solidFill>
                          <a:latin typeface="Arial" panose="020B0604020202020204" pitchFamily="34" charset="0"/>
                          <a:cs typeface="Arial" panose="020B0604020202020204" pitchFamily="34" charset="0"/>
                        </a:rPr>
                      </a:br>
                      <a:r>
                        <a:rPr lang="en-US" sz="4000" b="1" dirty="0">
                          <a:solidFill>
                            <a:srgbClr val="FFC000"/>
                          </a:solidFill>
                          <a:latin typeface="Arial" panose="020B0604020202020204" pitchFamily="34" charset="0"/>
                          <a:cs typeface="Arial" panose="020B0604020202020204" pitchFamily="34" charset="0"/>
                        </a:rPr>
                        <a:t>70x100cm</a:t>
                      </a:r>
                      <a:br>
                        <a:rPr lang="en-US" sz="2400" dirty="0">
                          <a:solidFill>
                            <a:schemeClr val="bg1"/>
                          </a:solidFill>
                          <a:latin typeface="Arial" panose="020B0604020202020204" pitchFamily="34" charset="0"/>
                          <a:cs typeface="Arial" panose="020B0604020202020204" pitchFamily="34" charset="0"/>
                        </a:rPr>
                      </a:br>
                      <a:endParaRPr lang="en-US" sz="2400" dirty="0">
                        <a:solidFill>
                          <a:srgbClr val="1F3A4E"/>
                        </a:solidFill>
                      </a:endParaRPr>
                    </a:p>
                  </a:txBody>
                  <a:tcPr>
                    <a:solidFill>
                      <a:srgbClr val="010101"/>
                    </a:solidFill>
                  </a:tcPr>
                </a:tc>
                <a:tc>
                  <a:txBody>
                    <a:bodyPr/>
                    <a:lstStyle/>
                    <a:p>
                      <a:pPr marL="0" marR="0" indent="0" algn="l" defTabSz="4388900" rtl="0" eaLnBrk="1" fontAlgn="auto" latinLnBrk="0" hangingPunct="1">
                        <a:lnSpc>
                          <a:spcPct val="100000"/>
                        </a:lnSpc>
                        <a:spcBef>
                          <a:spcPts val="0"/>
                        </a:spcBef>
                        <a:spcAft>
                          <a:spcPts val="0"/>
                        </a:spcAft>
                        <a:buClrTx/>
                        <a:buSzTx/>
                        <a:buFontTx/>
                        <a:buNone/>
                        <a:tabLst/>
                        <a:defRPr/>
                      </a:pPr>
                      <a:r>
                        <a:rPr lang="en-US" sz="2800" b="1" baseline="0" dirty="0">
                          <a:solidFill>
                            <a:srgbClr val="FFC000"/>
                          </a:solidFill>
                          <a:latin typeface="Arial" panose="020B0604020202020204" pitchFamily="34" charset="0"/>
                          <a:cs typeface="Arial" panose="020B0604020202020204" pitchFamily="34" charset="0"/>
                        </a:rPr>
                        <a:t>Important:</a:t>
                      </a:r>
                      <a:br>
                        <a:rPr lang="en-US" sz="2800" b="1" baseline="0" dirty="0">
                          <a:solidFill>
                            <a:srgbClr val="FFC000"/>
                          </a:solidFill>
                          <a:latin typeface="Arial" panose="020B0604020202020204" pitchFamily="34" charset="0"/>
                          <a:cs typeface="Arial" panose="020B0604020202020204" pitchFamily="34" charset="0"/>
                        </a:rPr>
                      </a:br>
                      <a:r>
                        <a:rPr lang="en-US" sz="2800" b="1" baseline="0" dirty="0">
                          <a:solidFill>
                            <a:srgbClr val="FFC000"/>
                          </a:solidFill>
                          <a:latin typeface="Arial" panose="020B0604020202020204" pitchFamily="34" charset="0"/>
                          <a:cs typeface="Arial" panose="020B0604020202020204" pitchFamily="34" charset="0"/>
                        </a:rPr>
                        <a:t>Check the template size</a:t>
                      </a:r>
                      <a:br>
                        <a:rPr lang="en-US" sz="2400" b="0" baseline="0" dirty="0">
                          <a:solidFill>
                            <a:srgbClr val="FFC000"/>
                          </a:solidFill>
                          <a:latin typeface="Arial" panose="020B0604020202020204" pitchFamily="34" charset="0"/>
                          <a:cs typeface="Arial" panose="020B0604020202020204" pitchFamily="34" charset="0"/>
                        </a:rPr>
                      </a:br>
                      <a:r>
                        <a:rPr lang="en-US" sz="2400" b="0" baseline="0" dirty="0">
                          <a:solidFill>
                            <a:srgbClr val="D9D9D9"/>
                          </a:solidFill>
                          <a:latin typeface="Arial" panose="020B0604020202020204" pitchFamily="34" charset="0"/>
                          <a:cs typeface="Arial" panose="020B0604020202020204" pitchFamily="34" charset="0"/>
                        </a:rPr>
                        <a:t>Before you start working on your poster and to avoid printing problems check that you have downloaded and that you are using the correct size template for your poster presentation.</a:t>
                      </a:r>
                      <a:br>
                        <a:rPr lang="en-US" sz="2400" b="0" baseline="0" dirty="0">
                          <a:solidFill>
                            <a:srgbClr val="D9D9D9"/>
                          </a:solidFill>
                          <a:latin typeface="Arial" panose="020B0604020202020204" pitchFamily="34" charset="0"/>
                          <a:cs typeface="Arial" panose="020B0604020202020204" pitchFamily="34" charset="0"/>
                        </a:rPr>
                      </a:br>
                      <a:r>
                        <a:rPr lang="en-US" sz="2400" b="0" baseline="0" dirty="0">
                          <a:solidFill>
                            <a:srgbClr val="D9D9D9"/>
                          </a:solidFill>
                          <a:latin typeface="Arial" panose="020B0604020202020204" pitchFamily="34" charset="0"/>
                          <a:cs typeface="Arial" panose="020B0604020202020204" pitchFamily="34" charset="0"/>
                        </a:rPr>
                        <a:t>This template can also be printed at the following sizes without distortion and without any additional formatting:</a:t>
                      </a:r>
                      <a:br>
                        <a:rPr lang="en-US" sz="2400" b="0" baseline="0" dirty="0">
                          <a:solidFill>
                            <a:srgbClr val="D9D9D9"/>
                          </a:solidFill>
                          <a:latin typeface="Arial" panose="020B0604020202020204" pitchFamily="34" charset="0"/>
                          <a:cs typeface="Arial" panose="020B0604020202020204" pitchFamily="34" charset="0"/>
                        </a:rPr>
                      </a:br>
                      <a:r>
                        <a:rPr lang="en-US" sz="2400" b="0" baseline="0" dirty="0">
                          <a:solidFill>
                            <a:srgbClr val="FFC000"/>
                          </a:solidFill>
                          <a:latin typeface="Arial" panose="020B0604020202020204" pitchFamily="34" charset="0"/>
                          <a:cs typeface="Arial" panose="020B0604020202020204" pitchFamily="34" charset="0"/>
                        </a:rPr>
                        <a:t>100x143 cm</a:t>
                      </a:r>
                      <a:br>
                        <a:rPr lang="en-US" sz="2400" b="0" baseline="0" dirty="0">
                          <a:solidFill>
                            <a:srgbClr val="FFC000"/>
                          </a:solidFill>
                          <a:latin typeface="Arial" panose="020B0604020202020204" pitchFamily="34" charset="0"/>
                          <a:cs typeface="Arial" panose="020B0604020202020204" pitchFamily="34" charset="0"/>
                        </a:rPr>
                      </a:br>
                      <a:r>
                        <a:rPr lang="en-US" sz="2400" b="0" baseline="0" dirty="0">
                          <a:solidFill>
                            <a:srgbClr val="FFC000"/>
                          </a:solidFill>
                          <a:latin typeface="Arial" panose="020B0604020202020204" pitchFamily="34" charset="0"/>
                          <a:cs typeface="Arial" panose="020B0604020202020204" pitchFamily="34" charset="0"/>
                        </a:rPr>
                        <a:t>27.5x39.37 inches </a:t>
                      </a:r>
                    </a:p>
                  </a:txBody>
                  <a:tcPr marL="182880" marT="137160">
                    <a:solidFill>
                      <a:srgbClr val="010101"/>
                    </a:solidFill>
                  </a:tcPr>
                </a:tc>
                <a:extLst>
                  <a:ext uri="{0D108BD9-81ED-4DB2-BD59-A6C34878D82A}">
                    <a16:rowId xmlns:a16="http://schemas.microsoft.com/office/drawing/2014/main" val="10008"/>
                  </a:ext>
                </a:extLst>
              </a:tr>
              <a:tr h="5003666">
                <a:tc>
                  <a:txBody>
                    <a:bodyPr/>
                    <a:lstStyle/>
                    <a:p>
                      <a:endParaRPr lang="en-US" sz="2400" dirty="0">
                        <a:solidFill>
                          <a:srgbClr val="1F3A4E"/>
                        </a:solidFill>
                      </a:endParaRPr>
                    </a:p>
                  </a:txBody>
                  <a:tcPr>
                    <a:blipFill rotWithShape="1">
                      <a:blip r:embed="rId3"/>
                      <a:stretch>
                        <a:fillRect/>
                      </a:stretch>
                    </a:blipFill>
                  </a:tcPr>
                </a:tc>
                <a:tc>
                  <a:txBody>
                    <a:bodyPr/>
                    <a:lstStyle/>
                    <a:p>
                      <a:pPr algn="l"/>
                      <a:r>
                        <a:rPr lang="en-US" sz="2800" b="1" baseline="0" dirty="0">
                          <a:solidFill>
                            <a:srgbClr val="FFC000"/>
                          </a:solidFill>
                          <a:latin typeface="Arial" panose="020B0604020202020204" pitchFamily="34" charset="0"/>
                          <a:cs typeface="Arial" panose="020B0604020202020204" pitchFamily="34" charset="0"/>
                        </a:rPr>
                        <a:t>How to </a:t>
                      </a:r>
                      <a:r>
                        <a:rPr lang="en-US" sz="4400" b="1" baseline="0" dirty="0">
                          <a:solidFill>
                            <a:srgbClr val="FFC000"/>
                          </a:solidFill>
                          <a:latin typeface="Arial" panose="020B0604020202020204" pitchFamily="34" charset="0"/>
                          <a:cs typeface="Arial" panose="020B0604020202020204" pitchFamily="34" charset="0"/>
                        </a:rPr>
                        <a:t>Zoom in </a:t>
                      </a:r>
                      <a:r>
                        <a:rPr lang="en-US" sz="2800" b="1" baseline="0" dirty="0">
                          <a:solidFill>
                            <a:srgbClr val="FFC000"/>
                          </a:solidFill>
                          <a:latin typeface="Arial" panose="020B0604020202020204" pitchFamily="34" charset="0"/>
                          <a:cs typeface="Arial" panose="020B0604020202020204" pitchFamily="34" charset="0"/>
                        </a:rPr>
                        <a:t>and </a:t>
                      </a:r>
                      <a:r>
                        <a:rPr lang="en-US" sz="2000" b="1" baseline="0" dirty="0">
                          <a:solidFill>
                            <a:srgbClr val="FFC000"/>
                          </a:solidFill>
                          <a:latin typeface="Arial" panose="020B0604020202020204" pitchFamily="34" charset="0"/>
                          <a:cs typeface="Arial" panose="020B0604020202020204" pitchFamily="34" charset="0"/>
                        </a:rPr>
                        <a:t>out</a:t>
                      </a:r>
                      <a:endParaRPr lang="en-US" sz="2800" b="1" baseline="0" dirty="0">
                        <a:solidFill>
                          <a:srgbClr val="FFC000"/>
                        </a:solidFill>
                        <a:latin typeface="Arial" panose="020B0604020202020204" pitchFamily="34" charset="0"/>
                        <a:cs typeface="Arial" panose="020B0604020202020204" pitchFamily="34" charset="0"/>
                      </a:endParaRPr>
                    </a:p>
                    <a:p>
                      <a:pPr algn="l"/>
                      <a:r>
                        <a:rPr lang="en-US" sz="2400" b="0" baseline="0" dirty="0">
                          <a:solidFill>
                            <a:srgbClr val="D9D9D9"/>
                          </a:solidFill>
                          <a:latin typeface="Arial" panose="020B0604020202020204" pitchFamily="34" charset="0"/>
                          <a:cs typeface="Arial" panose="020B0604020202020204" pitchFamily="34" charset="0"/>
                        </a:rPr>
                        <a:t>Use the PowerPoint zoom tool to adjust the screen magnification to view comfortably. PowerPoint provides 2 ways to zoom: </a:t>
                      </a:r>
                      <a:br>
                        <a:rPr lang="en-US" sz="2400" b="0" baseline="0" dirty="0">
                          <a:solidFill>
                            <a:srgbClr val="D9D9D9"/>
                          </a:solidFill>
                          <a:latin typeface="Arial" panose="020B0604020202020204" pitchFamily="34" charset="0"/>
                          <a:cs typeface="Arial" panose="020B0604020202020204" pitchFamily="34" charset="0"/>
                        </a:rPr>
                      </a:br>
                      <a:r>
                        <a:rPr lang="en-US" sz="2400" b="0" baseline="0" dirty="0">
                          <a:solidFill>
                            <a:srgbClr val="FFC000"/>
                          </a:solidFill>
                          <a:latin typeface="Arial" panose="020B0604020202020204" pitchFamily="34" charset="0"/>
                          <a:cs typeface="Arial" panose="020B0604020202020204" pitchFamily="34" charset="0"/>
                        </a:rPr>
                        <a:t>1. </a:t>
                      </a:r>
                      <a:r>
                        <a:rPr lang="en-US" sz="2400" b="0" baseline="0" dirty="0">
                          <a:solidFill>
                            <a:srgbClr val="D9D9D9"/>
                          </a:solidFill>
                          <a:latin typeface="Arial" panose="020B0604020202020204" pitchFamily="34" charset="0"/>
                          <a:cs typeface="Arial" panose="020B0604020202020204" pitchFamily="34" charset="0"/>
                        </a:rPr>
                        <a:t>On the top menu bar click on the VIEW tab and then click on ZOOM. Choose the zoom percentage that works best for you. </a:t>
                      </a:r>
                      <a:br>
                        <a:rPr lang="en-US" sz="2400" b="0" baseline="0" dirty="0">
                          <a:solidFill>
                            <a:srgbClr val="D9D9D9"/>
                          </a:solidFill>
                          <a:latin typeface="Arial" panose="020B0604020202020204" pitchFamily="34" charset="0"/>
                          <a:cs typeface="Arial" panose="020B0604020202020204" pitchFamily="34" charset="0"/>
                        </a:rPr>
                      </a:br>
                      <a:r>
                        <a:rPr lang="en-US" sz="2400" b="0" baseline="0" dirty="0">
                          <a:solidFill>
                            <a:srgbClr val="FFC000"/>
                          </a:solidFill>
                          <a:latin typeface="Arial" panose="020B0604020202020204" pitchFamily="34" charset="0"/>
                          <a:cs typeface="Arial" panose="020B0604020202020204" pitchFamily="34" charset="0"/>
                        </a:rPr>
                        <a:t>2. </a:t>
                      </a:r>
                      <a:r>
                        <a:rPr lang="en-US" sz="2400" b="0" baseline="0" dirty="0">
                          <a:solidFill>
                            <a:srgbClr val="D9D9D9"/>
                          </a:solidFill>
                          <a:latin typeface="Arial" panose="020B0604020202020204" pitchFamily="34" charset="0"/>
                          <a:cs typeface="Arial" panose="020B0604020202020204" pitchFamily="34" charset="0"/>
                        </a:rPr>
                        <a:t>For better zoom flexibility, use the zoom slider at the bottom right of the window.</a:t>
                      </a:r>
                    </a:p>
                  </a:txBody>
                  <a:tcPr marL="182880" marT="137160">
                    <a:solidFill>
                      <a:srgbClr val="010101"/>
                    </a:solidFill>
                  </a:tcPr>
                </a:tc>
                <a:extLst>
                  <a:ext uri="{0D108BD9-81ED-4DB2-BD59-A6C34878D82A}">
                    <a16:rowId xmlns:a16="http://schemas.microsoft.com/office/drawing/2014/main" val="10001"/>
                  </a:ext>
                </a:extLst>
              </a:tr>
              <a:tr h="2372872">
                <a:tc gridSpan="2">
                  <a:txBody>
                    <a:bodyPr/>
                    <a:lstStyle/>
                    <a:p>
                      <a:pPr marL="0" marR="0" lvl="0" indent="0" algn="l" defTabSz="4388900" rtl="0" eaLnBrk="1" fontAlgn="auto" latinLnBrk="0" hangingPunct="1">
                        <a:lnSpc>
                          <a:spcPct val="100000"/>
                        </a:lnSpc>
                        <a:spcBef>
                          <a:spcPts val="0"/>
                        </a:spcBef>
                        <a:spcAft>
                          <a:spcPts val="0"/>
                        </a:spcAft>
                        <a:buClrTx/>
                        <a:buSzTx/>
                        <a:buFontTx/>
                        <a:buNone/>
                        <a:tabLst/>
                        <a:defRPr/>
                      </a:pPr>
                      <a:r>
                        <a:rPr lang="en-US" sz="2800" b="1" baseline="0" dirty="0">
                          <a:solidFill>
                            <a:srgbClr val="FFC000"/>
                          </a:solidFill>
                          <a:latin typeface="Arial" panose="020B0604020202020204" pitchFamily="34" charset="0"/>
                          <a:cs typeface="Arial" panose="020B0604020202020204" pitchFamily="34" charset="0"/>
                        </a:rPr>
                        <a:t>Ruler and Guides</a:t>
                      </a:r>
                      <a:br>
                        <a:rPr lang="en-US" sz="2400" b="0" baseline="0" dirty="0">
                          <a:solidFill>
                            <a:srgbClr val="FFC000"/>
                          </a:solidFill>
                          <a:latin typeface="Arial" panose="020B0604020202020204" pitchFamily="34" charset="0"/>
                          <a:cs typeface="Arial" panose="020B0604020202020204" pitchFamily="34" charset="0"/>
                        </a:rPr>
                      </a:br>
                      <a:r>
                        <a:rPr lang="en-US" sz="2400" b="0" baseline="0" dirty="0">
                          <a:solidFill>
                            <a:srgbClr val="D9D9D9"/>
                          </a:solidFill>
                          <a:latin typeface="Arial" panose="020B0604020202020204" pitchFamily="34" charset="0"/>
                          <a:cs typeface="Arial" panose="020B0604020202020204" pitchFamily="34" charset="0"/>
                        </a:rPr>
                        <a:t>The dotted lines on his poster template are guides.  The horizontal and vertical guides will help you align your poster elements accurately. Text boxes and other elements will ”snap” to the guides and stay within the boundaries of the columns. To hide the guides go to VIEW and uncheck the Guides box.</a:t>
                      </a:r>
                    </a:p>
                  </a:txBody>
                  <a:tcPr>
                    <a:solidFill>
                      <a:srgbClr val="010101"/>
                    </a:solidFill>
                  </a:tcPr>
                </a:tc>
                <a:tc hMerge="1">
                  <a:txBody>
                    <a:bodyPr/>
                    <a:lstStyle/>
                    <a:p>
                      <a:endParaRPr lang="en-US" sz="2400" b="0" baseline="0" dirty="0">
                        <a:solidFill>
                          <a:schemeClr val="bg1"/>
                        </a:solidFill>
                        <a:latin typeface="Arial" panose="020B0604020202020204" pitchFamily="34" charset="0"/>
                        <a:cs typeface="Arial" panose="020B0604020202020204" pitchFamily="34" charset="0"/>
                      </a:endParaRPr>
                    </a:p>
                  </a:txBody>
                  <a:tcPr marL="182880" marT="137160">
                    <a:solidFill>
                      <a:schemeClr val="tx1">
                        <a:lumMod val="95000"/>
                        <a:lumOff val="5000"/>
                      </a:schemeClr>
                    </a:solidFill>
                  </a:tcPr>
                </a:tc>
                <a:extLst>
                  <a:ext uri="{0D108BD9-81ED-4DB2-BD59-A6C34878D82A}">
                    <a16:rowId xmlns:a16="http://schemas.microsoft.com/office/drawing/2014/main" val="10002"/>
                  </a:ext>
                </a:extLst>
              </a:tr>
              <a:tr h="4694162">
                <a:tc>
                  <a:txBody>
                    <a:bodyPr/>
                    <a:lstStyle/>
                    <a:p>
                      <a:endParaRPr lang="en-US" sz="2400" dirty="0">
                        <a:solidFill>
                          <a:srgbClr val="1F3A4E"/>
                        </a:solidFill>
                      </a:endParaRPr>
                    </a:p>
                  </a:txBody>
                  <a:tcPr>
                    <a:blipFill rotWithShape="1">
                      <a:blip r:embed="rId4"/>
                      <a:stretch>
                        <a:fillRect/>
                      </a:stretch>
                    </a:blipFill>
                  </a:tcPr>
                </a:tc>
                <a:tc>
                  <a:txBody>
                    <a:bodyPr/>
                    <a:lstStyle/>
                    <a:p>
                      <a:pPr marL="0" lvl="1" indent="0" algn="l" defTabSz="114300"/>
                      <a:r>
                        <a:rPr lang="en-US" sz="2800" b="1" baseline="0" dirty="0">
                          <a:solidFill>
                            <a:srgbClr val="FFC000"/>
                          </a:solidFill>
                          <a:latin typeface="Arial" panose="020B0604020202020204" pitchFamily="34" charset="0"/>
                          <a:cs typeface="Arial" panose="020B0604020202020204" pitchFamily="34" charset="0"/>
                        </a:rPr>
                        <a:t>Headers and text containers</a:t>
                      </a:r>
                      <a:br>
                        <a:rPr lang="en-US" sz="2400" b="0" baseline="0" dirty="0">
                          <a:solidFill>
                            <a:schemeClr val="bg1"/>
                          </a:solidFill>
                          <a:latin typeface="Arial" panose="020B0604020202020204" pitchFamily="34" charset="0"/>
                          <a:cs typeface="Arial" panose="020B0604020202020204" pitchFamily="34" charset="0"/>
                        </a:rPr>
                      </a:br>
                      <a:r>
                        <a:rPr lang="en-US" sz="2400" b="0" baseline="0" dirty="0">
                          <a:solidFill>
                            <a:srgbClr val="D9D9D9"/>
                          </a:solidFill>
                          <a:latin typeface="Arial" panose="020B0604020202020204" pitchFamily="34" charset="0"/>
                          <a:cs typeface="Arial" panose="020B0604020202020204" pitchFamily="34" charset="0"/>
                        </a:rPr>
                        <a:t>Included in this template are commonly used section headers such as Abstract, Objectives, Methods, Results, etc. </a:t>
                      </a:r>
                      <a:br>
                        <a:rPr lang="en-US" sz="2400" b="0" baseline="0" dirty="0">
                          <a:solidFill>
                            <a:schemeClr val="bg1"/>
                          </a:solidFill>
                          <a:latin typeface="Arial" panose="020B0604020202020204" pitchFamily="34" charset="0"/>
                          <a:cs typeface="Arial" panose="020B0604020202020204" pitchFamily="34" charset="0"/>
                        </a:rPr>
                      </a:br>
                      <a:r>
                        <a:rPr lang="en-US" sz="2400" b="0" baseline="0" dirty="0">
                          <a:solidFill>
                            <a:srgbClr val="FFC000"/>
                          </a:solidFill>
                          <a:latin typeface="Arial" panose="020B0604020202020204" pitchFamily="34" charset="0"/>
                          <a:cs typeface="Arial" panose="020B0604020202020204" pitchFamily="34" charset="0"/>
                        </a:rPr>
                        <a:t>-</a:t>
                      </a:r>
                      <a:r>
                        <a:rPr lang="en-US" sz="2400" b="0" baseline="0" dirty="0">
                          <a:solidFill>
                            <a:schemeClr val="bg1"/>
                          </a:solidFill>
                          <a:latin typeface="Arial" panose="020B0604020202020204" pitchFamily="34" charset="0"/>
                          <a:cs typeface="Arial" panose="020B0604020202020204" pitchFamily="34" charset="0"/>
                        </a:rPr>
                        <a:t> </a:t>
                      </a:r>
                      <a:r>
                        <a:rPr lang="en-US" sz="2400" b="0" baseline="0" dirty="0">
                          <a:solidFill>
                            <a:srgbClr val="D9D9D9"/>
                          </a:solidFill>
                          <a:latin typeface="Arial" panose="020B0604020202020204" pitchFamily="34" charset="0"/>
                          <a:cs typeface="Arial" panose="020B0604020202020204" pitchFamily="34" charset="0"/>
                        </a:rPr>
                        <a:t>Click inside a section header to add its text. </a:t>
                      </a:r>
                      <a:br>
                        <a:rPr lang="en-US" sz="2400" b="0" baseline="0" dirty="0">
                          <a:solidFill>
                            <a:schemeClr val="bg1"/>
                          </a:solidFill>
                          <a:latin typeface="Arial" panose="020B0604020202020204" pitchFamily="34" charset="0"/>
                          <a:cs typeface="Arial" panose="020B0604020202020204" pitchFamily="34" charset="0"/>
                        </a:rPr>
                      </a:br>
                      <a:r>
                        <a:rPr lang="en-US" sz="2400" b="0" baseline="0" dirty="0">
                          <a:solidFill>
                            <a:srgbClr val="FFC000"/>
                          </a:solidFill>
                          <a:latin typeface="Arial" panose="020B0604020202020204" pitchFamily="34" charset="0"/>
                          <a:cs typeface="Arial" panose="020B0604020202020204" pitchFamily="34" charset="0"/>
                        </a:rPr>
                        <a:t>-</a:t>
                      </a:r>
                      <a:r>
                        <a:rPr lang="en-US" sz="2400" b="0" baseline="0" dirty="0">
                          <a:solidFill>
                            <a:schemeClr val="bg1"/>
                          </a:solidFill>
                          <a:latin typeface="Arial" panose="020B0604020202020204" pitchFamily="34" charset="0"/>
                          <a:cs typeface="Arial" panose="020B0604020202020204" pitchFamily="34" charset="0"/>
                        </a:rPr>
                        <a:t> </a:t>
                      </a:r>
                      <a:r>
                        <a:rPr lang="en-US" sz="2400" b="0" baseline="0" dirty="0">
                          <a:solidFill>
                            <a:srgbClr val="D9D9D9"/>
                          </a:solidFill>
                          <a:latin typeface="Arial" panose="020B0604020202020204" pitchFamily="34" charset="0"/>
                          <a:cs typeface="Arial" panose="020B0604020202020204" pitchFamily="34" charset="0"/>
                        </a:rPr>
                        <a:t>To add another header, click on edge of the section box so that it is outlined. Copy and paste it. </a:t>
                      </a:r>
                      <a:br>
                        <a:rPr lang="en-US" sz="2400" b="0" baseline="0" dirty="0">
                          <a:solidFill>
                            <a:schemeClr val="bg1"/>
                          </a:solidFill>
                          <a:latin typeface="Arial" panose="020B0604020202020204" pitchFamily="34" charset="0"/>
                          <a:cs typeface="Arial" panose="020B0604020202020204" pitchFamily="34" charset="0"/>
                        </a:rPr>
                      </a:br>
                      <a:r>
                        <a:rPr lang="en-US" sz="2400" b="0" baseline="0" dirty="0">
                          <a:solidFill>
                            <a:srgbClr val="FFC000"/>
                          </a:solidFill>
                          <a:latin typeface="Arial" panose="020B0604020202020204" pitchFamily="34" charset="0"/>
                          <a:cs typeface="Arial" panose="020B0604020202020204" pitchFamily="34" charset="0"/>
                        </a:rPr>
                        <a:t>-</a:t>
                      </a:r>
                      <a:r>
                        <a:rPr lang="en-US" sz="2400" b="0" baseline="0" dirty="0">
                          <a:solidFill>
                            <a:schemeClr val="bg1"/>
                          </a:solidFill>
                          <a:latin typeface="Arial" panose="020B0604020202020204" pitchFamily="34" charset="0"/>
                          <a:cs typeface="Arial" panose="020B0604020202020204" pitchFamily="34" charset="0"/>
                        </a:rPr>
                        <a:t> </a:t>
                      </a:r>
                      <a:r>
                        <a:rPr lang="en-US" sz="2400" b="0" baseline="0" dirty="0">
                          <a:solidFill>
                            <a:srgbClr val="D9D9D9"/>
                          </a:solidFill>
                          <a:latin typeface="Arial" panose="020B0604020202020204" pitchFamily="34" charset="0"/>
                          <a:cs typeface="Arial" panose="020B0604020202020204" pitchFamily="34" charset="0"/>
                        </a:rPr>
                        <a:t>To increase its size, click on the white circles and expand to the the desired size.</a:t>
                      </a:r>
                    </a:p>
                  </a:txBody>
                  <a:tcPr marL="182880" marT="137160">
                    <a:solidFill>
                      <a:srgbClr val="010101"/>
                    </a:solidFill>
                  </a:tcPr>
                </a:tc>
                <a:extLst>
                  <a:ext uri="{0D108BD9-81ED-4DB2-BD59-A6C34878D82A}">
                    <a16:rowId xmlns:a16="http://schemas.microsoft.com/office/drawing/2014/main" val="10003"/>
                  </a:ext>
                </a:extLst>
              </a:tr>
              <a:tr h="3817230">
                <a:tc gridSpan="2">
                  <a:txBody>
                    <a:bodyPr/>
                    <a:lstStyle/>
                    <a:p>
                      <a:r>
                        <a:rPr lang="en-US" sz="2800" b="1" dirty="0">
                          <a:solidFill>
                            <a:srgbClr val="FFC000"/>
                          </a:solidFill>
                          <a:latin typeface="Arial" panose="020B0604020202020204" pitchFamily="34" charset="0"/>
                          <a:cs typeface="Arial" panose="020B0604020202020204" pitchFamily="34" charset="0"/>
                        </a:rPr>
                        <a:t>Adding content to the poster</a:t>
                      </a:r>
                    </a:p>
                    <a:p>
                      <a:r>
                        <a:rPr lang="en-US" sz="2400" baseline="0" dirty="0">
                          <a:solidFill>
                            <a:srgbClr val="D9D9D9"/>
                          </a:solidFill>
                          <a:latin typeface="Arial" panose="020B0604020202020204" pitchFamily="34" charset="0"/>
                          <a:cs typeface="Arial" panose="020B0604020202020204" pitchFamily="34" charset="0"/>
                        </a:rPr>
                        <a:t>Start by adding your text to each section without spending too much time with formatting. Use the default font size even if your text extends beyond the bottom of the poster. Continue until you have added all your content including text, graphics, photos, etc. Once you finish adding your content you can go back and format your text as needed.</a:t>
                      </a:r>
                    </a:p>
                    <a:p>
                      <a:pPr marL="342900" indent="-342900">
                        <a:buFontTx/>
                        <a:buChar char="-"/>
                      </a:pPr>
                      <a:r>
                        <a:rPr lang="en-US" sz="2400" baseline="0" dirty="0">
                          <a:solidFill>
                            <a:srgbClr val="D9D9D9"/>
                          </a:solidFill>
                          <a:latin typeface="Arial" panose="020B0604020202020204" pitchFamily="34" charset="0"/>
                          <a:cs typeface="Arial" panose="020B0604020202020204" pitchFamily="34" charset="0"/>
                        </a:rPr>
                        <a:t>If you run out of room, try to reduce the size of your fonts and/or the size of your graphics. If there is a lot of empty space try to increase your font sizes and the size of your graphics. The font used for references can be smaller.</a:t>
                      </a:r>
                      <a:endParaRPr lang="en-US" sz="2400" dirty="0">
                        <a:solidFill>
                          <a:srgbClr val="D9D9D9"/>
                        </a:solidFill>
                        <a:latin typeface="Arial" panose="020B0604020202020204" pitchFamily="34" charset="0"/>
                        <a:cs typeface="Arial" panose="020B0604020202020204" pitchFamily="34" charset="0"/>
                      </a:endParaRPr>
                    </a:p>
                  </a:txBody>
                  <a:tcPr>
                    <a:solidFill>
                      <a:srgbClr val="010101"/>
                    </a:solidFill>
                  </a:tcPr>
                </a:tc>
                <a:tc hMerge="1">
                  <a:txBody>
                    <a:bodyPr/>
                    <a:lstStyle/>
                    <a:p>
                      <a:endParaRPr lang="en-US" sz="2400" dirty="0">
                        <a:solidFill>
                          <a:schemeClr val="bg1"/>
                        </a:solidFill>
                        <a:latin typeface="Arial" panose="020B0604020202020204" pitchFamily="34" charset="0"/>
                        <a:cs typeface="Arial" panose="020B0604020202020204" pitchFamily="34" charset="0"/>
                      </a:endParaRPr>
                    </a:p>
                  </a:txBody>
                  <a:tcPr marL="182880" marT="137160">
                    <a:solidFill>
                      <a:srgbClr val="010101"/>
                    </a:solidFill>
                  </a:tcPr>
                </a:tc>
                <a:extLst>
                  <a:ext uri="{0D108BD9-81ED-4DB2-BD59-A6C34878D82A}">
                    <a16:rowId xmlns:a16="http://schemas.microsoft.com/office/drawing/2014/main" val="10004"/>
                  </a:ext>
                </a:extLst>
              </a:tr>
              <a:tr h="2527626">
                <a:tc gridSpan="2">
                  <a:txBody>
                    <a:bodyPr/>
                    <a:lstStyle/>
                    <a:p>
                      <a:pPr marL="0" marR="0" lvl="0" indent="0" algn="l" defTabSz="1518341" rtl="0" eaLnBrk="1" fontAlgn="auto" latinLnBrk="0" hangingPunct="1">
                        <a:lnSpc>
                          <a:spcPct val="100000"/>
                        </a:lnSpc>
                        <a:spcBef>
                          <a:spcPts val="0"/>
                        </a:spcBef>
                        <a:spcAft>
                          <a:spcPts val="0"/>
                        </a:spcAft>
                        <a:buClrTx/>
                        <a:buSzTx/>
                        <a:buFontTx/>
                        <a:buNone/>
                        <a:tabLst/>
                        <a:defRPr/>
                      </a:pPr>
                      <a:r>
                        <a:rPr lang="en-US" sz="2800" b="1" noProof="0" dirty="0">
                          <a:solidFill>
                            <a:srgbClr val="FFC000"/>
                          </a:solidFill>
                          <a:latin typeface="Arial" panose="020B0604020202020204" pitchFamily="34" charset="0"/>
                          <a:cs typeface="Arial" panose="020B0604020202020204" pitchFamily="34" charset="0"/>
                        </a:rPr>
                        <a:t>Photos</a:t>
                      </a:r>
                    </a:p>
                    <a:p>
                      <a:pPr marL="0" marR="0" lvl="0" indent="0" algn="l" defTabSz="977900" rtl="0" eaLnBrk="1" fontAlgn="auto" latinLnBrk="0" hangingPunct="1">
                        <a:lnSpc>
                          <a:spcPct val="100000"/>
                        </a:lnSpc>
                        <a:spcBef>
                          <a:spcPts val="0"/>
                        </a:spcBef>
                        <a:spcAft>
                          <a:spcPts val="0"/>
                        </a:spcAft>
                        <a:buClrTx/>
                        <a:buSzTx/>
                        <a:buFontTx/>
                        <a:buNone/>
                        <a:tabLst/>
                        <a:defRPr/>
                      </a:pPr>
                      <a:r>
                        <a:rPr kumimoji="0" lang="en-US" sz="2400" b="0" i="0" u="none" strike="noStrike" kern="1200" cap="none" spc="0" normalizeH="0" baseline="0" noProof="0" dirty="0">
                          <a:ln>
                            <a:noFill/>
                          </a:ln>
                          <a:solidFill>
                            <a:srgbClr val="D9D9D9"/>
                          </a:solidFill>
                          <a:effectLst/>
                          <a:uLnTx/>
                          <a:uFillTx/>
                          <a:latin typeface="Arial"/>
                          <a:ea typeface="+mn-ea"/>
                          <a:cs typeface="Arial"/>
                        </a:rPr>
                        <a:t>You can add photos by dragging and dropping from your desktop, copy and paste, or by going to INSERT &gt; PICTURES. Resize images proportionally by holding down the SHIFT key and dragging one of the white corner handles (dots). For a professional-looking poster, do not distort your images by stretching them disproportionally.</a:t>
                      </a:r>
                    </a:p>
                  </a:txBody>
                  <a:tcPr marL="182880" marT="137160">
                    <a:solidFill>
                      <a:srgbClr val="010101"/>
                    </a:solidFill>
                  </a:tcPr>
                </a:tc>
                <a:tc hMerge="1">
                  <a:txBody>
                    <a:bodyPr/>
                    <a:lstStyle/>
                    <a:p>
                      <a:pPr marL="0" marR="0" lvl="0" indent="0" algn="l" defTabSz="1518341" rtl="0" eaLnBrk="1" fontAlgn="auto" latinLnBrk="0" hangingPunct="1">
                        <a:lnSpc>
                          <a:spcPct val="100000"/>
                        </a:lnSpc>
                        <a:spcBef>
                          <a:spcPts val="0"/>
                        </a:spcBef>
                        <a:spcAft>
                          <a:spcPts val="0"/>
                        </a:spcAft>
                        <a:buClrTx/>
                        <a:buSzTx/>
                        <a:buFontTx/>
                        <a:buNone/>
                        <a:tabLst/>
                        <a:defRPr/>
                      </a:pPr>
                      <a:endParaRPr lang="en-US" sz="2200" noProof="0" dirty="0">
                        <a:latin typeface="Arial" panose="020B0604020202020204" pitchFamily="34" charset="0"/>
                        <a:cs typeface="Arial" panose="020B0604020202020204" pitchFamily="34" charset="0"/>
                      </a:endParaRPr>
                    </a:p>
                  </a:txBody>
                  <a:tcPr/>
                </a:tc>
                <a:extLst>
                  <a:ext uri="{0D108BD9-81ED-4DB2-BD59-A6C34878D82A}">
                    <a16:rowId xmlns:a16="http://schemas.microsoft.com/office/drawing/2014/main" val="10005"/>
                  </a:ext>
                </a:extLst>
              </a:tr>
              <a:tr h="2223088">
                <a:tc gridSpan="2">
                  <a:txBody>
                    <a:bodyPr/>
                    <a:lstStyle/>
                    <a:p>
                      <a:endParaRPr lang="en-US" sz="2400" dirty="0">
                        <a:solidFill>
                          <a:schemeClr val="bg1"/>
                        </a:solidFill>
                        <a:latin typeface="Arial" panose="020B0604020202020204" pitchFamily="34" charset="0"/>
                        <a:cs typeface="Arial" panose="020B0604020202020204" pitchFamily="34" charset="0"/>
                      </a:endParaRPr>
                    </a:p>
                  </a:txBody>
                  <a:tcPr marL="182880" marT="137160">
                    <a:blipFill rotWithShape="1">
                      <a:blip r:embed="rId5"/>
                      <a:stretch>
                        <a:fillRect/>
                      </a:stretch>
                    </a:blipFill>
                  </a:tcPr>
                </a:tc>
                <a:tc hMerge="1">
                  <a:txBody>
                    <a:bodyPr/>
                    <a:lstStyle/>
                    <a:p>
                      <a:endParaRPr lang="en-US" sz="2400" dirty="0">
                        <a:solidFill>
                          <a:srgbClr val="1F3A4E"/>
                        </a:solidFill>
                      </a:endParaRPr>
                    </a:p>
                  </a:txBody>
                  <a:tcPr/>
                </a:tc>
                <a:extLst>
                  <a:ext uri="{0D108BD9-81ED-4DB2-BD59-A6C34878D82A}">
                    <a16:rowId xmlns:a16="http://schemas.microsoft.com/office/drawing/2014/main" val="10006"/>
                  </a:ext>
                </a:extLst>
              </a:tr>
              <a:tr h="1466691">
                <a:tc gridSpan="2">
                  <a:txBody>
                    <a:bodyPr/>
                    <a:lstStyle/>
                    <a:p>
                      <a:pPr marL="0" marR="0" lvl="0" indent="0" algn="l" defTabSz="1518341" rtl="0" eaLnBrk="1" fontAlgn="auto" latinLnBrk="0" hangingPunct="1">
                        <a:lnSpc>
                          <a:spcPct val="100000"/>
                        </a:lnSpc>
                        <a:spcBef>
                          <a:spcPts val="0"/>
                        </a:spcBef>
                        <a:spcAft>
                          <a:spcPts val="0"/>
                        </a:spcAft>
                        <a:buClrTx/>
                        <a:buSzTx/>
                        <a:buFontTx/>
                        <a:buNone/>
                        <a:tabLst/>
                        <a:defRPr/>
                      </a:pPr>
                      <a:r>
                        <a:rPr lang="en-US" sz="2800" b="1" noProof="0" dirty="0">
                          <a:solidFill>
                            <a:srgbClr val="FFC000"/>
                          </a:solidFill>
                          <a:latin typeface="Arial"/>
                          <a:cs typeface="Arial"/>
                        </a:rPr>
                        <a:t>Quality check your graphics</a:t>
                      </a:r>
                    </a:p>
                    <a:p>
                      <a:pPr marL="0" marR="0" lvl="0" indent="0" algn="l" defTabSz="1518341" rtl="0" eaLnBrk="1" fontAlgn="auto" latinLnBrk="0" hangingPunct="1">
                        <a:lnSpc>
                          <a:spcPct val="100000"/>
                        </a:lnSpc>
                        <a:spcBef>
                          <a:spcPts val="0"/>
                        </a:spcBef>
                        <a:spcAft>
                          <a:spcPts val="0"/>
                        </a:spcAft>
                        <a:buClrTx/>
                        <a:buSzTx/>
                        <a:buFontTx/>
                        <a:buNone/>
                        <a:tabLst/>
                        <a:defRPr/>
                      </a:pPr>
                      <a:r>
                        <a:rPr lang="en-US" sz="2400" noProof="0" dirty="0">
                          <a:solidFill>
                            <a:srgbClr val="D9D9D9"/>
                          </a:solidFill>
                          <a:latin typeface="Arial"/>
                          <a:cs typeface="Arial"/>
                        </a:rPr>
                        <a:t>Zoom in and look at your images at 100%-200% magnification. If they look clear, they will print well. </a:t>
                      </a:r>
                    </a:p>
                  </a:txBody>
                  <a:tcPr marL="182880" marT="137160">
                    <a:solidFill>
                      <a:srgbClr val="010101"/>
                    </a:solidFill>
                  </a:tcPr>
                </a:tc>
                <a:tc hMerge="1">
                  <a:txBody>
                    <a:bodyPr/>
                    <a:lstStyle/>
                    <a:p>
                      <a:endParaRPr lang="en-US" sz="2400" dirty="0">
                        <a:solidFill>
                          <a:srgbClr val="1F3A4E"/>
                        </a:solidFill>
                      </a:endParaRPr>
                    </a:p>
                  </a:txBody>
                  <a:tcPr>
                    <a:solidFill>
                      <a:schemeClr val="tx1">
                        <a:lumMod val="95000"/>
                        <a:lumOff val="5000"/>
                      </a:schemeClr>
                    </a:solidFill>
                  </a:tcPr>
                </a:tc>
                <a:extLst>
                  <a:ext uri="{0D108BD9-81ED-4DB2-BD59-A6C34878D82A}">
                    <a16:rowId xmlns:a16="http://schemas.microsoft.com/office/drawing/2014/main" val="10007"/>
                  </a:ext>
                </a:extLst>
              </a:tr>
              <a:tr h="3089863">
                <a:tc gridSpan="2">
                  <a:txBody>
                    <a:bodyPr/>
                    <a:lstStyle/>
                    <a:p>
                      <a:pPr marL="0" marR="0" lvl="0" indent="0" algn="l" defTabSz="1518341" rtl="0" eaLnBrk="1" fontAlgn="auto" latinLnBrk="0" hangingPunct="1">
                        <a:lnSpc>
                          <a:spcPct val="100000"/>
                        </a:lnSpc>
                        <a:spcBef>
                          <a:spcPts val="0"/>
                        </a:spcBef>
                        <a:spcAft>
                          <a:spcPts val="0"/>
                        </a:spcAft>
                        <a:buClrTx/>
                        <a:buSzTx/>
                        <a:buFontTx/>
                        <a:buNone/>
                        <a:tabLst/>
                        <a:defRPr/>
                      </a:pPr>
                      <a:endParaRPr lang="en-US" sz="2400" noProof="0" dirty="0">
                        <a:solidFill>
                          <a:schemeClr val="bg1"/>
                        </a:solidFill>
                        <a:latin typeface="Arial"/>
                        <a:cs typeface="Arial"/>
                      </a:endParaRPr>
                    </a:p>
                  </a:txBody>
                  <a:tcPr marL="182880" marT="137160">
                    <a:blipFill rotWithShape="1">
                      <a:blip r:embed="rId6"/>
                      <a:stretch>
                        <a:fillRect/>
                      </a:stretch>
                    </a:blipFill>
                  </a:tcPr>
                </a:tc>
                <a:tc hMerge="1">
                  <a:txBody>
                    <a:bodyPr/>
                    <a:lstStyle/>
                    <a:p>
                      <a:endParaRPr lang="en-US"/>
                    </a:p>
                  </a:txBody>
                  <a:tcPr/>
                </a:tc>
                <a:extLst>
                  <a:ext uri="{0D108BD9-81ED-4DB2-BD59-A6C34878D82A}">
                    <a16:rowId xmlns:a16="http://schemas.microsoft.com/office/drawing/2014/main" val="10010"/>
                  </a:ext>
                </a:extLst>
              </a:tr>
            </a:tbl>
          </a:graphicData>
        </a:graphic>
      </p:graphicFrame>
      <p:grpSp>
        <p:nvGrpSpPr>
          <p:cNvPr id="9" name="Group 8">
            <a:extLst>
              <a:ext uri="{FF2B5EF4-FFF2-40B4-BE49-F238E27FC236}">
                <a16:creationId xmlns:a16="http://schemas.microsoft.com/office/drawing/2014/main" id="{08DEEC71-333C-EB4F-94EA-63CA80BD11AC}"/>
              </a:ext>
            </a:extLst>
          </p:cNvPr>
          <p:cNvGrpSpPr/>
          <p:nvPr userDrawn="1"/>
        </p:nvGrpSpPr>
        <p:grpSpPr>
          <a:xfrm>
            <a:off x="0" y="0"/>
            <a:ext cx="25192038" cy="36013650"/>
            <a:chOff x="-282256" y="-251209"/>
            <a:chExt cx="25648282" cy="36391624"/>
          </a:xfrm>
        </p:grpSpPr>
        <p:sp>
          <p:nvSpPr>
            <p:cNvPr id="10" name="Freeform 9">
              <a:extLst>
                <a:ext uri="{FF2B5EF4-FFF2-40B4-BE49-F238E27FC236}">
                  <a16:creationId xmlns:a16="http://schemas.microsoft.com/office/drawing/2014/main" id="{DACE849D-9518-E947-B822-CB297FE580F1}"/>
                </a:ext>
              </a:extLst>
            </p:cNvPr>
            <p:cNvSpPr/>
            <p:nvPr userDrawn="1"/>
          </p:nvSpPr>
          <p:spPr>
            <a:xfrm>
              <a:off x="-240584" y="-231258"/>
              <a:ext cx="25606610" cy="36371673"/>
            </a:xfrm>
            <a:custGeom>
              <a:avLst/>
              <a:gdLst>
                <a:gd name="connsiteX0" fmla="*/ 0 w 44005500"/>
                <a:gd name="connsiteY0" fmla="*/ 0 h 32956500"/>
                <a:gd name="connsiteX1" fmla="*/ 44005500 w 44005500"/>
                <a:gd name="connsiteY1" fmla="*/ 32956500 h 32956500"/>
                <a:gd name="connsiteX2" fmla="*/ 38100 w 44005500"/>
                <a:gd name="connsiteY2" fmla="*/ 32918400 h 32956500"/>
                <a:gd name="connsiteX3" fmla="*/ 0 w 44005500"/>
                <a:gd name="connsiteY3" fmla="*/ 0 h 32956500"/>
              </a:gdLst>
              <a:ahLst/>
              <a:cxnLst>
                <a:cxn ang="0">
                  <a:pos x="connsiteX0" y="connsiteY0"/>
                </a:cxn>
                <a:cxn ang="0">
                  <a:pos x="connsiteX1" y="connsiteY1"/>
                </a:cxn>
                <a:cxn ang="0">
                  <a:pos x="connsiteX2" y="connsiteY2"/>
                </a:cxn>
                <a:cxn ang="0">
                  <a:pos x="connsiteX3" y="connsiteY3"/>
                </a:cxn>
              </a:cxnLst>
              <a:rect l="l" t="t" r="r" b="b"/>
              <a:pathLst>
                <a:path w="44005500" h="32956500">
                  <a:moveTo>
                    <a:pt x="0" y="0"/>
                  </a:moveTo>
                  <a:lnTo>
                    <a:pt x="44005500" y="32956500"/>
                  </a:lnTo>
                  <a:lnTo>
                    <a:pt x="38100" y="32918400"/>
                  </a:lnTo>
                  <a:lnTo>
                    <a:pt x="0" y="0"/>
                  </a:lnTo>
                  <a:close/>
                </a:path>
              </a:pathLst>
            </a:custGeom>
            <a:gradFill>
              <a:gsLst>
                <a:gs pos="79000">
                  <a:schemeClr val="accent1">
                    <a:lumMod val="40000"/>
                    <a:lumOff val="60000"/>
                  </a:schemeClr>
                </a:gs>
                <a:gs pos="13000">
                  <a:schemeClr val="accent1">
                    <a:lumMod val="30000"/>
                    <a:lumOff val="70000"/>
                  </a:schemeClr>
                </a:gs>
              </a:gsLst>
              <a:lin ang="5400000" scaled="1"/>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11" name="Freeform 10">
              <a:extLst>
                <a:ext uri="{FF2B5EF4-FFF2-40B4-BE49-F238E27FC236}">
                  <a16:creationId xmlns:a16="http://schemas.microsoft.com/office/drawing/2014/main" id="{82ACFDD4-76B9-7B48-B709-EADB21739772}"/>
                </a:ext>
              </a:extLst>
            </p:cNvPr>
            <p:cNvSpPr/>
            <p:nvPr userDrawn="1"/>
          </p:nvSpPr>
          <p:spPr>
            <a:xfrm flipH="1" flipV="1">
              <a:off x="-240585" y="-231258"/>
              <a:ext cx="25606609" cy="36352958"/>
            </a:xfrm>
            <a:custGeom>
              <a:avLst/>
              <a:gdLst>
                <a:gd name="connsiteX0" fmla="*/ 0 w 44005500"/>
                <a:gd name="connsiteY0" fmla="*/ 0 h 32956500"/>
                <a:gd name="connsiteX1" fmla="*/ 44005500 w 44005500"/>
                <a:gd name="connsiteY1" fmla="*/ 32956500 h 32956500"/>
                <a:gd name="connsiteX2" fmla="*/ 38100 w 44005500"/>
                <a:gd name="connsiteY2" fmla="*/ 32918400 h 32956500"/>
                <a:gd name="connsiteX3" fmla="*/ 0 w 44005500"/>
                <a:gd name="connsiteY3" fmla="*/ 0 h 32956500"/>
              </a:gdLst>
              <a:ahLst/>
              <a:cxnLst>
                <a:cxn ang="0">
                  <a:pos x="connsiteX0" y="connsiteY0"/>
                </a:cxn>
                <a:cxn ang="0">
                  <a:pos x="connsiteX1" y="connsiteY1"/>
                </a:cxn>
                <a:cxn ang="0">
                  <a:pos x="connsiteX2" y="connsiteY2"/>
                </a:cxn>
                <a:cxn ang="0">
                  <a:pos x="connsiteX3" y="connsiteY3"/>
                </a:cxn>
              </a:cxnLst>
              <a:rect l="l" t="t" r="r" b="b"/>
              <a:pathLst>
                <a:path w="44005500" h="32956500">
                  <a:moveTo>
                    <a:pt x="0" y="0"/>
                  </a:moveTo>
                  <a:lnTo>
                    <a:pt x="44005500" y="32956500"/>
                  </a:lnTo>
                  <a:lnTo>
                    <a:pt x="38100" y="32918400"/>
                  </a:lnTo>
                  <a:lnTo>
                    <a:pt x="0" y="0"/>
                  </a:lnTo>
                  <a:close/>
                </a:path>
              </a:pathLst>
            </a:custGeom>
            <a:gradFill>
              <a:gsLst>
                <a:gs pos="41000">
                  <a:schemeClr val="bg2"/>
                </a:gs>
                <a:gs pos="100000">
                  <a:schemeClr val="accent1">
                    <a:lumMod val="30000"/>
                    <a:lumOff val="70000"/>
                  </a:schemeClr>
                </a:gs>
              </a:gsLst>
              <a:lin ang="5400000" scaled="1"/>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2" name="Freeform 11">
              <a:extLst>
                <a:ext uri="{FF2B5EF4-FFF2-40B4-BE49-F238E27FC236}">
                  <a16:creationId xmlns:a16="http://schemas.microsoft.com/office/drawing/2014/main" id="{DFE4A334-6B3E-114C-A46F-86084BCD00CB}"/>
                </a:ext>
              </a:extLst>
            </p:cNvPr>
            <p:cNvSpPr/>
            <p:nvPr userDrawn="1"/>
          </p:nvSpPr>
          <p:spPr>
            <a:xfrm>
              <a:off x="-282256" y="-251209"/>
              <a:ext cx="25648281" cy="36391624"/>
            </a:xfrm>
            <a:custGeom>
              <a:avLst/>
              <a:gdLst>
                <a:gd name="connsiteX0" fmla="*/ 36576 w 39026592"/>
                <a:gd name="connsiteY0" fmla="*/ 0 h 30614112"/>
                <a:gd name="connsiteX1" fmla="*/ 15837408 w 39026592"/>
                <a:gd name="connsiteY1" fmla="*/ 30614112 h 30614112"/>
                <a:gd name="connsiteX2" fmla="*/ 39026592 w 39026592"/>
                <a:gd name="connsiteY2" fmla="*/ 13350240 h 30614112"/>
                <a:gd name="connsiteX3" fmla="*/ 0 w 39026592"/>
                <a:gd name="connsiteY3" fmla="*/ 73152 h 30614112"/>
                <a:gd name="connsiteX4" fmla="*/ 109728 w 39026592"/>
                <a:gd name="connsiteY4" fmla="*/ 146304 h 30614112"/>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39026592" h="30614112">
                  <a:moveTo>
                    <a:pt x="36576" y="0"/>
                  </a:moveTo>
                  <a:lnTo>
                    <a:pt x="15837408" y="30614112"/>
                  </a:lnTo>
                  <a:lnTo>
                    <a:pt x="39026592" y="13350240"/>
                  </a:lnTo>
                  <a:lnTo>
                    <a:pt x="0" y="73152"/>
                  </a:lnTo>
                  <a:lnTo>
                    <a:pt x="109728" y="146304"/>
                  </a:lnTo>
                </a:path>
              </a:pathLst>
            </a:custGeom>
            <a:gradFill flip="none" rotWithShape="1">
              <a:gsLst>
                <a:gs pos="0">
                  <a:schemeClr val="bg1"/>
                </a:gs>
                <a:gs pos="76000">
                  <a:schemeClr val="accent1">
                    <a:lumMod val="30000"/>
                    <a:lumOff val="70000"/>
                    <a:alpha val="0"/>
                  </a:schemeClr>
                </a:gs>
              </a:gsLst>
              <a:path path="rect">
                <a:fillToRect r="100000" b="100000"/>
              </a:path>
              <a:tileRect l="-100000" t="-10000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graphicFrame>
        <p:nvGraphicFramePr>
          <p:cNvPr id="14" name="Table 13">
            <a:extLst>
              <a:ext uri="{FF2B5EF4-FFF2-40B4-BE49-F238E27FC236}">
                <a16:creationId xmlns:a16="http://schemas.microsoft.com/office/drawing/2014/main" id="{1505E797-B9BB-BF41-8A6D-FBBD7110479D}"/>
              </a:ext>
            </a:extLst>
          </p:cNvPr>
          <p:cNvGraphicFramePr>
            <a:graphicFrameLocks noGrp="1"/>
          </p:cNvGraphicFramePr>
          <p:nvPr userDrawn="1">
            <p:extLst>
              <p:ext uri="{D42A27DB-BD31-4B8C-83A1-F6EECF244321}">
                <p14:modId xmlns:p14="http://schemas.microsoft.com/office/powerpoint/2010/main" val="1760322990"/>
              </p:ext>
            </p:extLst>
          </p:nvPr>
        </p:nvGraphicFramePr>
        <p:xfrm>
          <a:off x="25652414" y="37356"/>
          <a:ext cx="10290587" cy="35957775"/>
        </p:xfrm>
        <a:graphic>
          <a:graphicData uri="http://schemas.openxmlformats.org/drawingml/2006/table">
            <a:tbl>
              <a:tblPr firstRow="1" bandRow="1">
                <a:tableStyleId>{5C22544A-7EE6-4342-B048-85BDC9FD1C3A}</a:tableStyleId>
              </a:tblPr>
              <a:tblGrid>
                <a:gridCol w="4899938">
                  <a:extLst>
                    <a:ext uri="{9D8B030D-6E8A-4147-A177-3AD203B41FA5}">
                      <a16:colId xmlns:a16="http://schemas.microsoft.com/office/drawing/2014/main" val="20000"/>
                    </a:ext>
                  </a:extLst>
                </a:gridCol>
                <a:gridCol w="351173">
                  <a:extLst>
                    <a:ext uri="{9D8B030D-6E8A-4147-A177-3AD203B41FA5}">
                      <a16:colId xmlns:a16="http://schemas.microsoft.com/office/drawing/2014/main" val="764104496"/>
                    </a:ext>
                  </a:extLst>
                </a:gridCol>
                <a:gridCol w="5039476">
                  <a:extLst>
                    <a:ext uri="{9D8B030D-6E8A-4147-A177-3AD203B41FA5}">
                      <a16:colId xmlns:a16="http://schemas.microsoft.com/office/drawing/2014/main" val="4164475170"/>
                    </a:ext>
                  </a:extLst>
                </a:gridCol>
              </a:tblGrid>
              <a:tr h="1768730">
                <a:tc gridSpan="3">
                  <a:txBody>
                    <a:bodyPr/>
                    <a:lstStyle/>
                    <a:p>
                      <a:pPr marL="0" marR="0" indent="0" algn="ctr" defTabSz="4388900" rtl="0" eaLnBrk="1" fontAlgn="auto" latinLnBrk="0" hangingPunct="1">
                        <a:lnSpc>
                          <a:spcPct val="100000"/>
                        </a:lnSpc>
                        <a:spcBef>
                          <a:spcPts val="0"/>
                        </a:spcBef>
                        <a:spcAft>
                          <a:spcPts val="0"/>
                        </a:spcAft>
                        <a:buClrTx/>
                        <a:buSzTx/>
                        <a:buFontTx/>
                        <a:buNone/>
                        <a:tabLst/>
                        <a:defRPr/>
                      </a:pPr>
                      <a:r>
                        <a:rPr lang="en-US" sz="4000" b="0" spc="600" dirty="0">
                          <a:solidFill>
                            <a:srgbClr val="1F3A4E"/>
                          </a:solidFill>
                          <a:latin typeface="Arial Black" panose="020B0A04020102020204" pitchFamily="34" charset="0"/>
                        </a:rPr>
                        <a:t>QUICK START GUIDE</a:t>
                      </a:r>
                      <a:br>
                        <a:rPr lang="en-US" sz="4000" b="0" spc="600" dirty="0">
                          <a:solidFill>
                            <a:srgbClr val="1F3A4E"/>
                          </a:solidFill>
                          <a:latin typeface="Arial Black" panose="020B0A04020102020204" pitchFamily="34" charset="0"/>
                        </a:rPr>
                      </a:br>
                      <a:r>
                        <a:rPr lang="en-US" sz="3200" b="1" spc="0" dirty="0">
                          <a:solidFill>
                            <a:srgbClr val="FF0000"/>
                          </a:solidFill>
                          <a:latin typeface="Trebuchet MS" pitchFamily="34" charset="0"/>
                        </a:rPr>
                        <a:t>(THIS SIDEBAR WILL NOT PRINT)</a:t>
                      </a:r>
                      <a:endParaRPr lang="en-US" sz="4000" b="1" spc="600" dirty="0">
                        <a:solidFill>
                          <a:schemeClr val="bg1"/>
                        </a:solidFill>
                        <a:latin typeface="Trebuchet MS" pitchFamily="34" charset="0"/>
                      </a:endParaRPr>
                    </a:p>
                  </a:txBody>
                  <a:tcPr marL="182880" marT="137160">
                    <a:solidFill>
                      <a:srgbClr val="FFC000"/>
                    </a:solidFill>
                  </a:tcPr>
                </a:tc>
                <a:tc hMerge="1">
                  <a:txBody>
                    <a:bodyPr/>
                    <a:lstStyle/>
                    <a:p>
                      <a:endParaRPr lang="en-US"/>
                    </a:p>
                  </a:txBody>
                  <a:tcPr/>
                </a:tc>
                <a:tc hMerge="1">
                  <a:txBody>
                    <a:bodyPr/>
                    <a:lstStyle/>
                    <a:p>
                      <a:endParaRPr lang="en-US"/>
                    </a:p>
                  </a:txBody>
                  <a:tcPr/>
                </a:tc>
                <a:extLst>
                  <a:ext uri="{0D108BD9-81ED-4DB2-BD59-A6C34878D82A}">
                    <a16:rowId xmlns:a16="http://schemas.microsoft.com/office/drawing/2014/main" val="10000"/>
                  </a:ext>
                </a:extLst>
              </a:tr>
              <a:tr h="6906470">
                <a:tc gridSpan="3">
                  <a:txBody>
                    <a:bodyPr/>
                    <a:lstStyle/>
                    <a:p>
                      <a:pPr algn="l"/>
                      <a:r>
                        <a:rPr lang="en-US" sz="2800" b="1" baseline="0" dirty="0">
                          <a:solidFill>
                            <a:srgbClr val="FFC000"/>
                          </a:solidFill>
                          <a:latin typeface="Arial" panose="020B0604020202020204" pitchFamily="34" charset="0"/>
                          <a:cs typeface="Arial" panose="020B0604020202020204" pitchFamily="34" charset="0"/>
                        </a:rPr>
                        <a:t>How to change the template colors</a:t>
                      </a:r>
                    </a:p>
                    <a:p>
                      <a:pPr marL="0" indent="0" algn="l" defTabSz="114300"/>
                      <a:r>
                        <a:rPr lang="en-US" sz="2400" b="0" baseline="0" dirty="0">
                          <a:solidFill>
                            <a:srgbClr val="D9D9D9"/>
                          </a:solidFill>
                          <a:latin typeface="Arial" panose="020B0604020202020204" pitchFamily="34" charset="0"/>
                          <a:cs typeface="Arial" panose="020B0604020202020204" pitchFamily="34" charset="0"/>
                        </a:rPr>
                        <a:t>You can change the overall template color theme by clicking on the COLORS dropdown menu under the DESIGN tab. You can see a tutorial here: </a:t>
                      </a:r>
                      <a:r>
                        <a:rPr lang="en-US" sz="2400" dirty="0">
                          <a:solidFill>
                            <a:srgbClr val="FFC000"/>
                          </a:solidFill>
                          <a:hlinkClick r:id="rId7">
                            <a:extLst>
                              <a:ext uri="{A12FA001-AC4F-418D-AE19-62706E023703}">
                                <ahyp:hlinkClr xmlns:ahyp="http://schemas.microsoft.com/office/drawing/2018/hyperlinkcolor" val="tx"/>
                              </a:ext>
                            </a:extLst>
                          </a:hlinkClick>
                        </a:rPr>
                        <a:t>https://www.posterpresentations.com/how-to-change-the-research-poster-template-colors.html</a:t>
                      </a:r>
                      <a:endParaRPr lang="en-US" sz="2400" dirty="0">
                        <a:solidFill>
                          <a:srgbClr val="FFC000"/>
                        </a:solidFill>
                      </a:endParaRPr>
                    </a:p>
                    <a:p>
                      <a:pPr marL="0" indent="0" algn="l" defTabSz="114300"/>
                      <a:endParaRPr lang="en-US" sz="2400" b="0" baseline="0" dirty="0">
                        <a:solidFill>
                          <a:srgbClr val="D9D9D9"/>
                        </a:solidFill>
                        <a:latin typeface="Arial" panose="020B0604020202020204" pitchFamily="34" charset="0"/>
                        <a:cs typeface="Arial" panose="020B0604020202020204" pitchFamily="34" charset="0"/>
                      </a:endParaRPr>
                    </a:p>
                    <a:p>
                      <a:pPr marL="0" indent="0" algn="l" defTabSz="114300"/>
                      <a:r>
                        <a:rPr lang="en-US" sz="2400" b="0" baseline="0" dirty="0">
                          <a:solidFill>
                            <a:srgbClr val="D9D9D9"/>
                          </a:solidFill>
                          <a:latin typeface="Arial" panose="020B0604020202020204" pitchFamily="34" charset="0"/>
                          <a:cs typeface="Arial" panose="020B0604020202020204" pitchFamily="34" charset="0"/>
                        </a:rPr>
                        <a:t>You can also manually change the color of individual elements by going to VIEW &gt; SLIDE MASTER. On the left side of your screen select the background master where you can change the template background, column sizes, etc. </a:t>
                      </a:r>
                    </a:p>
                    <a:p>
                      <a:pPr marL="0" indent="0" algn="l" defTabSz="114300"/>
                      <a:endParaRPr lang="en-US" sz="2400" b="0" baseline="0" dirty="0">
                        <a:solidFill>
                          <a:srgbClr val="D9D9D9"/>
                        </a:solidFill>
                        <a:latin typeface="Arial" panose="020B0604020202020204" pitchFamily="34" charset="0"/>
                        <a:cs typeface="Arial" panose="020B0604020202020204" pitchFamily="34" charset="0"/>
                      </a:endParaRPr>
                    </a:p>
                    <a:p>
                      <a:pPr marL="0" indent="0" algn="l" defTabSz="114300"/>
                      <a:r>
                        <a:rPr lang="en-US" sz="2400" b="0" baseline="0" dirty="0">
                          <a:solidFill>
                            <a:srgbClr val="D9D9D9"/>
                          </a:solidFill>
                          <a:latin typeface="Arial" panose="020B0604020202020204" pitchFamily="34" charset="0"/>
                          <a:cs typeface="Arial" panose="020B0604020202020204" pitchFamily="34" charset="0"/>
                        </a:rPr>
                        <a:t>After you finish working on the SLIDE MASTER, it is important that you go to VIEW &gt; NORMAL to continue working on your poster. </a:t>
                      </a:r>
                    </a:p>
                  </a:txBody>
                  <a:tcPr marL="182880" marT="137160">
                    <a:solidFill>
                      <a:schemeClr val="tx1"/>
                    </a:solidFill>
                  </a:tcPr>
                </a:tc>
                <a:tc hMerge="1">
                  <a:txBody>
                    <a:bodyPr/>
                    <a:lstStyle/>
                    <a:p>
                      <a:endParaRPr lang="en-US"/>
                    </a:p>
                  </a:txBody>
                  <a:tcPr/>
                </a:tc>
                <a:tc hMerge="1">
                  <a:txBody>
                    <a:bodyPr/>
                    <a:lstStyle/>
                    <a:p>
                      <a:endParaRPr lang="en-US"/>
                    </a:p>
                  </a:txBody>
                  <a:tcPr/>
                </a:tc>
                <a:extLst>
                  <a:ext uri="{0D108BD9-81ED-4DB2-BD59-A6C34878D82A}">
                    <a16:rowId xmlns:a16="http://schemas.microsoft.com/office/drawing/2014/main" val="10001"/>
                  </a:ext>
                </a:extLst>
              </a:tr>
              <a:tr h="3733058">
                <a:tc gridSpan="3">
                  <a:txBody>
                    <a:bodyPr/>
                    <a:lstStyle/>
                    <a:p>
                      <a:r>
                        <a:rPr lang="en-US" sz="2800" b="1" dirty="0">
                          <a:solidFill>
                            <a:srgbClr val="FFC000"/>
                          </a:solidFill>
                          <a:latin typeface="Arial" panose="020B0604020202020204" pitchFamily="34" charset="0"/>
                          <a:cs typeface="Arial" panose="020B0604020202020204" pitchFamily="34" charset="0"/>
                        </a:rPr>
                        <a:t>How to change the column layout configuration</a:t>
                      </a:r>
                    </a:p>
                    <a:p>
                      <a:r>
                        <a:rPr lang="en-US" sz="2400" dirty="0">
                          <a:solidFill>
                            <a:srgbClr val="D9D9D9"/>
                          </a:solidFill>
                          <a:latin typeface="Arial" panose="020B0604020202020204" pitchFamily="34" charset="0"/>
                          <a:cs typeface="Arial" panose="020B0604020202020204" pitchFamily="34" charset="0"/>
                        </a:rPr>
                        <a:t>You can manually change the configuration on the columns by going to VIEW &gt; SLIDE MASTER. You can delete columns, resize them or modify them as needed for your layout. </a:t>
                      </a:r>
                    </a:p>
                    <a:p>
                      <a:pPr marL="0" marR="0" indent="0" algn="l" defTabSz="3765366" rtl="0" eaLnBrk="1" fontAlgn="auto" latinLnBrk="0" hangingPunct="1">
                        <a:lnSpc>
                          <a:spcPct val="100000"/>
                        </a:lnSpc>
                        <a:spcBef>
                          <a:spcPts val="0"/>
                        </a:spcBef>
                        <a:spcAft>
                          <a:spcPts val="0"/>
                        </a:spcAft>
                        <a:buClrTx/>
                        <a:buSzTx/>
                        <a:buFontTx/>
                        <a:buNone/>
                        <a:tabLst/>
                        <a:defRPr/>
                      </a:pPr>
                      <a:r>
                        <a:rPr lang="en-US" sz="2400" dirty="0">
                          <a:solidFill>
                            <a:srgbClr val="D9D9D9"/>
                          </a:solidFill>
                          <a:latin typeface="Arial" panose="020B0604020202020204" pitchFamily="34" charset="0"/>
                          <a:cs typeface="Arial" panose="020B0604020202020204" pitchFamily="34" charset="0"/>
                        </a:rPr>
                        <a:t>You can see a tutorial here: </a:t>
                      </a:r>
                      <a:r>
                        <a:rPr lang="en-US" sz="2400" u="sng" dirty="0">
                          <a:solidFill>
                            <a:srgbClr val="FFC000"/>
                          </a:solidFill>
                          <a:latin typeface="Arial" panose="020B0604020202020204" pitchFamily="34" charset="0"/>
                          <a:cs typeface="Arial" panose="020B0604020202020204" pitchFamily="34" charset="0"/>
                        </a:rPr>
                        <a:t>https://</a:t>
                      </a:r>
                      <a:r>
                        <a:rPr lang="en-US" sz="2400" u="sng" dirty="0" err="1">
                          <a:solidFill>
                            <a:srgbClr val="FFC000"/>
                          </a:solidFill>
                          <a:latin typeface="Arial" panose="020B0604020202020204" pitchFamily="34" charset="0"/>
                          <a:cs typeface="Arial" panose="020B0604020202020204" pitchFamily="34" charset="0"/>
                        </a:rPr>
                        <a:t>www.posterpresentations.com</a:t>
                      </a:r>
                      <a:r>
                        <a:rPr lang="en-US" sz="2400" u="sng" dirty="0">
                          <a:solidFill>
                            <a:srgbClr val="FFC000"/>
                          </a:solidFill>
                          <a:latin typeface="Arial" panose="020B0604020202020204" pitchFamily="34" charset="0"/>
                          <a:cs typeface="Arial" panose="020B0604020202020204" pitchFamily="34" charset="0"/>
                        </a:rPr>
                        <a:t>/how-to-change-the-column-</a:t>
                      </a:r>
                      <a:r>
                        <a:rPr lang="en-US" sz="2400" u="sng" dirty="0" err="1">
                          <a:solidFill>
                            <a:srgbClr val="FFC000"/>
                          </a:solidFill>
                          <a:latin typeface="Arial" panose="020B0604020202020204" pitchFamily="34" charset="0"/>
                          <a:cs typeface="Arial" panose="020B0604020202020204" pitchFamily="34" charset="0"/>
                        </a:rPr>
                        <a:t>configuration.html</a:t>
                      </a:r>
                      <a:endParaRPr lang="en-US" sz="5400" u="sng" dirty="0">
                        <a:solidFill>
                          <a:srgbClr val="FFC000"/>
                        </a:solidFill>
                      </a:endParaRPr>
                    </a:p>
                  </a:txBody>
                  <a:tcPr marL="182880" marT="137160">
                    <a:solidFill>
                      <a:schemeClr val="tx1"/>
                    </a:solidFill>
                  </a:tcPr>
                </a:tc>
                <a:tc hMerge="1">
                  <a:txBody>
                    <a:bodyPr/>
                    <a:lstStyle/>
                    <a:p>
                      <a:endParaRPr lang="en-US"/>
                    </a:p>
                  </a:txBody>
                  <a:tcPr/>
                </a:tc>
                <a:tc hMerge="1">
                  <a:txBody>
                    <a:bodyPr/>
                    <a:lstStyle/>
                    <a:p>
                      <a:endParaRPr lang="en-US" dirty="0"/>
                    </a:p>
                  </a:txBody>
                  <a:tcPr marL="182880" marT="137160">
                    <a:solidFill>
                      <a:srgbClr val="010101"/>
                    </a:solidFill>
                  </a:tcPr>
                </a:tc>
                <a:extLst>
                  <a:ext uri="{0D108BD9-81ED-4DB2-BD59-A6C34878D82A}">
                    <a16:rowId xmlns:a16="http://schemas.microsoft.com/office/drawing/2014/main" val="10004"/>
                  </a:ext>
                </a:extLst>
              </a:tr>
              <a:tr h="2023905">
                <a:tc>
                  <a:txBody>
                    <a:bodyPr/>
                    <a:lstStyle/>
                    <a:p>
                      <a:pPr marL="0" marR="0" lvl="0" indent="0" algn="l" defTabSz="1518341" rtl="0" eaLnBrk="1" fontAlgn="auto" latinLnBrk="0" hangingPunct="1">
                        <a:lnSpc>
                          <a:spcPct val="100000"/>
                        </a:lnSpc>
                        <a:spcBef>
                          <a:spcPts val="0"/>
                        </a:spcBef>
                        <a:spcAft>
                          <a:spcPts val="0"/>
                        </a:spcAft>
                        <a:buClrTx/>
                        <a:buSzTx/>
                        <a:buFontTx/>
                        <a:buNone/>
                        <a:tabLst/>
                        <a:defRPr/>
                      </a:pPr>
                      <a:endParaRPr lang="en-US" sz="2400" noProof="0" dirty="0">
                        <a:solidFill>
                          <a:srgbClr val="D9D9D9"/>
                        </a:solidFill>
                        <a:latin typeface="Arial" panose="020B0604020202020204" pitchFamily="34" charset="0"/>
                        <a:cs typeface="Arial" panose="020B0604020202020204" pitchFamily="34" charset="0"/>
                      </a:endParaRPr>
                    </a:p>
                  </a:txBody>
                  <a:tcPr marL="182880" marT="137160">
                    <a:blipFill dpi="0" rotWithShape="1">
                      <a:blip r:embed="rId8">
                        <a:extLst>
                          <a:ext uri="{28A0092B-C50C-407E-A947-70E740481C1C}">
                            <a14:useLocalDpi xmlns:a14="http://schemas.microsoft.com/office/drawing/2010/main" val="0"/>
                          </a:ext>
                        </a:extLst>
                      </a:blip>
                      <a:srcRect/>
                      <a:stretch>
                        <a:fillRect/>
                      </a:stretch>
                    </a:blipFill>
                  </a:tcPr>
                </a:tc>
                <a:tc rowSpan="2" gridSpan="2">
                  <a:txBody>
                    <a:bodyPr/>
                    <a:lstStyle/>
                    <a:p>
                      <a:pPr marL="0" marR="0" lvl="0" indent="0" algn="l" defTabSz="1518341" rtl="0" eaLnBrk="1" fontAlgn="auto" latinLnBrk="0" hangingPunct="1">
                        <a:lnSpc>
                          <a:spcPct val="100000"/>
                        </a:lnSpc>
                        <a:spcBef>
                          <a:spcPts val="0"/>
                        </a:spcBef>
                        <a:spcAft>
                          <a:spcPts val="0"/>
                        </a:spcAft>
                        <a:buClrTx/>
                        <a:buSzTx/>
                        <a:buFontTx/>
                        <a:buNone/>
                        <a:tabLst/>
                        <a:defRPr/>
                      </a:pPr>
                      <a:r>
                        <a:rPr lang="en-US" sz="2800" b="1" noProof="0" dirty="0">
                          <a:solidFill>
                            <a:srgbClr val="FFC000"/>
                          </a:solidFill>
                          <a:latin typeface="Arial" panose="020B0604020202020204" pitchFamily="34" charset="0"/>
                          <a:cs typeface="Arial" panose="020B0604020202020204" pitchFamily="34" charset="0"/>
                        </a:rPr>
                        <a:t>How to hide the QUICK START GUIDE bars from the sides of the template</a:t>
                      </a:r>
                    </a:p>
                    <a:p>
                      <a:pPr marL="0" marR="0" lvl="0" indent="0" algn="l" defTabSz="114300" rtl="0" eaLnBrk="1" fontAlgn="auto" latinLnBrk="0" hangingPunct="1">
                        <a:lnSpc>
                          <a:spcPct val="100000"/>
                        </a:lnSpc>
                        <a:spcBef>
                          <a:spcPts val="0"/>
                        </a:spcBef>
                        <a:spcAft>
                          <a:spcPts val="0"/>
                        </a:spcAft>
                        <a:buClrTx/>
                        <a:buSzTx/>
                        <a:buFontTx/>
                        <a:buNone/>
                        <a:tabLst/>
                        <a:defRPr/>
                      </a:pPr>
                      <a:r>
                        <a:rPr lang="en-US" sz="2400" noProof="0" dirty="0">
                          <a:solidFill>
                            <a:srgbClr val="D9D9D9"/>
                          </a:solidFill>
                          <a:latin typeface="Arial" panose="020B0604020202020204" pitchFamily="34" charset="0"/>
                          <a:cs typeface="Arial" panose="020B0604020202020204" pitchFamily="34" charset="0"/>
                        </a:rPr>
                        <a:t>The Quick Start</a:t>
                      </a:r>
                      <a:r>
                        <a:rPr lang="en-US" sz="2400" baseline="0" noProof="0" dirty="0">
                          <a:solidFill>
                            <a:srgbClr val="D9D9D9"/>
                          </a:solidFill>
                          <a:latin typeface="Arial" panose="020B0604020202020204" pitchFamily="34" charset="0"/>
                          <a:cs typeface="Arial" panose="020B0604020202020204" pitchFamily="34" charset="0"/>
                        </a:rPr>
                        <a:t> Guides</a:t>
                      </a:r>
                      <a:r>
                        <a:rPr lang="en-US" sz="2400" noProof="0" dirty="0">
                          <a:solidFill>
                            <a:srgbClr val="D9D9D9"/>
                          </a:solidFill>
                          <a:latin typeface="Arial" panose="020B0604020202020204" pitchFamily="34" charset="0"/>
                          <a:cs typeface="Arial" panose="020B0604020202020204" pitchFamily="34" charset="0"/>
                        </a:rPr>
                        <a:t> </a:t>
                      </a:r>
                      <a:r>
                        <a:rPr lang="en-US" sz="2400" u="sng" noProof="0" dirty="0">
                          <a:solidFill>
                            <a:srgbClr val="D9D9D9"/>
                          </a:solidFill>
                          <a:latin typeface="Arial" panose="020B0604020202020204" pitchFamily="34" charset="0"/>
                          <a:cs typeface="Arial" panose="020B0604020202020204" pitchFamily="34" charset="0"/>
                        </a:rPr>
                        <a:t>are outside the template’s printable area</a:t>
                      </a:r>
                      <a:r>
                        <a:rPr lang="en-US" sz="2400" noProof="0" dirty="0">
                          <a:solidFill>
                            <a:srgbClr val="D9D9D9"/>
                          </a:solidFill>
                          <a:latin typeface="Arial" panose="020B0604020202020204" pitchFamily="34" charset="0"/>
                          <a:cs typeface="Arial" panose="020B0604020202020204" pitchFamily="34" charset="0"/>
                        </a:rPr>
                        <a:t> and they will not be on the printed poster</a:t>
                      </a:r>
                      <a:r>
                        <a:rPr lang="en-US" sz="2400" baseline="0" noProof="0" dirty="0">
                          <a:solidFill>
                            <a:srgbClr val="D9D9D9"/>
                          </a:solidFill>
                          <a:latin typeface="Arial" panose="020B0604020202020204" pitchFamily="34" charset="0"/>
                          <a:cs typeface="Arial" panose="020B0604020202020204" pitchFamily="34" charset="0"/>
                        </a:rPr>
                        <a:t>. </a:t>
                      </a:r>
                    </a:p>
                    <a:p>
                      <a:pPr marL="0" marR="0" lvl="0" indent="0" algn="l" defTabSz="114300" rtl="0" eaLnBrk="1" fontAlgn="auto" latinLnBrk="0" hangingPunct="1">
                        <a:lnSpc>
                          <a:spcPct val="100000"/>
                        </a:lnSpc>
                        <a:spcBef>
                          <a:spcPts val="0"/>
                        </a:spcBef>
                        <a:spcAft>
                          <a:spcPts val="0"/>
                        </a:spcAft>
                        <a:buClrTx/>
                        <a:buSzTx/>
                        <a:buFontTx/>
                        <a:buNone/>
                        <a:tabLst/>
                        <a:defRPr/>
                      </a:pPr>
                      <a:endParaRPr lang="en-US" sz="2400" baseline="0" noProof="0" dirty="0">
                        <a:solidFill>
                          <a:srgbClr val="D9D9D9"/>
                        </a:solidFill>
                        <a:latin typeface="Arial" panose="020B0604020202020204" pitchFamily="34" charset="0"/>
                        <a:cs typeface="Arial" panose="020B0604020202020204" pitchFamily="34" charset="0"/>
                      </a:endParaRPr>
                    </a:p>
                    <a:p>
                      <a:pPr marL="0" marR="0" lvl="0" indent="0" algn="l" defTabSz="114300" rtl="0" eaLnBrk="1" fontAlgn="auto" latinLnBrk="0" hangingPunct="1">
                        <a:lnSpc>
                          <a:spcPct val="100000"/>
                        </a:lnSpc>
                        <a:spcBef>
                          <a:spcPts val="0"/>
                        </a:spcBef>
                        <a:spcAft>
                          <a:spcPts val="0"/>
                        </a:spcAft>
                        <a:buClrTx/>
                        <a:buSzTx/>
                        <a:buFontTx/>
                        <a:buNone/>
                        <a:tabLst/>
                        <a:defRPr/>
                      </a:pPr>
                      <a:r>
                        <a:rPr lang="en-US" sz="2400" baseline="0" noProof="0" dirty="0">
                          <a:solidFill>
                            <a:srgbClr val="D9D9D9"/>
                          </a:solidFill>
                          <a:latin typeface="Arial" panose="020B0604020202020204" pitchFamily="34" charset="0"/>
                          <a:cs typeface="Arial" panose="020B0604020202020204" pitchFamily="34" charset="0"/>
                        </a:rPr>
                        <a:t>If you create a PDF file from your template, the guides will not be included.</a:t>
                      </a:r>
                    </a:p>
                    <a:p>
                      <a:pPr marL="0" marR="0" lvl="0" indent="0" algn="l" defTabSz="114300" rtl="0" eaLnBrk="1" fontAlgn="auto" latinLnBrk="0" hangingPunct="1">
                        <a:lnSpc>
                          <a:spcPct val="100000"/>
                        </a:lnSpc>
                        <a:spcBef>
                          <a:spcPts val="0"/>
                        </a:spcBef>
                        <a:spcAft>
                          <a:spcPts val="0"/>
                        </a:spcAft>
                        <a:buClrTx/>
                        <a:buSzTx/>
                        <a:buFontTx/>
                        <a:buNone/>
                        <a:tabLst/>
                        <a:defRPr/>
                      </a:pPr>
                      <a:endParaRPr lang="en-US" sz="2400" baseline="0" noProof="0" dirty="0">
                        <a:solidFill>
                          <a:srgbClr val="D9D9D9"/>
                        </a:solidFill>
                        <a:latin typeface="Arial" panose="020B0604020202020204" pitchFamily="34" charset="0"/>
                        <a:cs typeface="Arial" panose="020B0604020202020204" pitchFamily="34" charset="0"/>
                      </a:endParaRPr>
                    </a:p>
                    <a:p>
                      <a:pPr marL="0" marR="0" lvl="0" indent="0" algn="l" defTabSz="114300" rtl="0" eaLnBrk="1" fontAlgn="auto" latinLnBrk="0" hangingPunct="1">
                        <a:lnSpc>
                          <a:spcPct val="100000"/>
                        </a:lnSpc>
                        <a:spcBef>
                          <a:spcPts val="0"/>
                        </a:spcBef>
                        <a:spcAft>
                          <a:spcPts val="0"/>
                        </a:spcAft>
                        <a:buClrTx/>
                        <a:buSzTx/>
                        <a:buFontTx/>
                        <a:buNone/>
                        <a:tabLst/>
                        <a:defRPr/>
                      </a:pPr>
                      <a:r>
                        <a:rPr lang="en-US" sz="2400" baseline="0" noProof="0" dirty="0">
                          <a:solidFill>
                            <a:srgbClr val="D9D9D9"/>
                          </a:solidFill>
                          <a:latin typeface="Arial" panose="020B0604020202020204" pitchFamily="34" charset="0"/>
                          <a:cs typeface="Arial" panose="020B0604020202020204" pitchFamily="34" charset="0"/>
                        </a:rPr>
                        <a:t>To hide the guides click on the </a:t>
                      </a:r>
                      <a:r>
                        <a:rPr lang="en-US" sz="2400" b="1" baseline="0" noProof="0" dirty="0">
                          <a:solidFill>
                            <a:srgbClr val="D9D9D9"/>
                          </a:solidFill>
                          <a:latin typeface="Arial" panose="020B0604020202020204" pitchFamily="34" charset="0"/>
                          <a:cs typeface="Arial" panose="020B0604020202020204" pitchFamily="34" charset="0"/>
                        </a:rPr>
                        <a:t>Home</a:t>
                      </a:r>
                      <a:r>
                        <a:rPr lang="en-US" sz="2400" baseline="0" noProof="0" dirty="0">
                          <a:solidFill>
                            <a:srgbClr val="D9D9D9"/>
                          </a:solidFill>
                          <a:latin typeface="Arial" panose="020B0604020202020204" pitchFamily="34" charset="0"/>
                          <a:cs typeface="Arial" panose="020B0604020202020204" pitchFamily="34" charset="0"/>
                        </a:rPr>
                        <a:t> tab (top of the screen) and then click on the </a:t>
                      </a:r>
                      <a:r>
                        <a:rPr lang="en-US" sz="2400" b="1" baseline="0" noProof="0" dirty="0">
                          <a:solidFill>
                            <a:srgbClr val="D9D9D9"/>
                          </a:solidFill>
                          <a:latin typeface="Arial" panose="020B0604020202020204" pitchFamily="34" charset="0"/>
                          <a:cs typeface="Arial" panose="020B0604020202020204" pitchFamily="34" charset="0"/>
                        </a:rPr>
                        <a:t>Layout</a:t>
                      </a:r>
                      <a:r>
                        <a:rPr lang="en-US" sz="2400" baseline="0" noProof="0" dirty="0">
                          <a:solidFill>
                            <a:srgbClr val="D9D9D9"/>
                          </a:solidFill>
                          <a:latin typeface="Arial" panose="020B0604020202020204" pitchFamily="34" charset="0"/>
                          <a:cs typeface="Arial" panose="020B0604020202020204" pitchFamily="34" charset="0"/>
                        </a:rPr>
                        <a:t> button below to see the available layouts. Choose the </a:t>
                      </a:r>
                      <a:r>
                        <a:rPr lang="en-US" sz="2400" b="1" baseline="0" noProof="0" dirty="0">
                          <a:solidFill>
                            <a:srgbClr val="D9D9D9"/>
                          </a:solidFill>
                          <a:latin typeface="Arial" panose="020B0604020202020204" pitchFamily="34" charset="0"/>
                          <a:cs typeface="Arial" panose="020B0604020202020204" pitchFamily="34" charset="0"/>
                        </a:rPr>
                        <a:t>Without Guides </a:t>
                      </a:r>
                      <a:r>
                        <a:rPr lang="en-US" sz="2400" b="0" baseline="0" noProof="0" dirty="0">
                          <a:solidFill>
                            <a:srgbClr val="D9D9D9"/>
                          </a:solidFill>
                          <a:latin typeface="Arial" panose="020B0604020202020204" pitchFamily="34" charset="0"/>
                          <a:cs typeface="Arial" panose="020B0604020202020204" pitchFamily="34" charset="0"/>
                        </a:rPr>
                        <a:t>layout</a:t>
                      </a:r>
                      <a:r>
                        <a:rPr lang="en-US" sz="2400" baseline="0" noProof="0" dirty="0">
                          <a:solidFill>
                            <a:srgbClr val="D9D9D9"/>
                          </a:solidFill>
                          <a:latin typeface="Arial" panose="020B0604020202020204" pitchFamily="34" charset="0"/>
                          <a:cs typeface="Arial" panose="020B0604020202020204" pitchFamily="34" charset="0"/>
                        </a:rPr>
                        <a:t>.</a:t>
                      </a:r>
                      <a:endParaRPr lang="en-US" sz="2400" noProof="0" dirty="0">
                        <a:solidFill>
                          <a:srgbClr val="D9D9D9"/>
                        </a:solidFill>
                        <a:latin typeface="Arial" panose="020B0604020202020204" pitchFamily="34" charset="0"/>
                        <a:cs typeface="Arial" panose="020B0604020202020204" pitchFamily="34" charset="0"/>
                      </a:endParaRPr>
                    </a:p>
                  </a:txBody>
                  <a:tcPr marL="182880" marT="137160">
                    <a:solidFill>
                      <a:srgbClr val="010101"/>
                    </a:solidFill>
                  </a:tcPr>
                </a:tc>
                <a:tc rowSpan="2" hMerge="1">
                  <a:txBody>
                    <a:bodyPr/>
                    <a:lstStyle/>
                    <a:p>
                      <a:pPr marL="0" marR="0" lvl="0" indent="0" algn="l" defTabSz="1518341" rtl="0" eaLnBrk="1" fontAlgn="auto" latinLnBrk="0" hangingPunct="1">
                        <a:lnSpc>
                          <a:spcPct val="100000"/>
                        </a:lnSpc>
                        <a:spcBef>
                          <a:spcPts val="0"/>
                        </a:spcBef>
                        <a:spcAft>
                          <a:spcPts val="0"/>
                        </a:spcAft>
                        <a:buClrTx/>
                        <a:buSzTx/>
                        <a:buFontTx/>
                        <a:buNone/>
                        <a:tabLst/>
                        <a:defRPr/>
                      </a:pPr>
                      <a:r>
                        <a:rPr lang="en-US" sz="3200" b="1" noProof="0">
                          <a:solidFill>
                            <a:srgbClr val="FFC000"/>
                          </a:solidFill>
                          <a:latin typeface="Arial" panose="020B0604020202020204" pitchFamily="34" charset="0"/>
                          <a:cs typeface="Arial" panose="020B0604020202020204" pitchFamily="34" charset="0"/>
                        </a:rPr>
                        <a:t>How to hide the QUICK START GUIDE bars from the sides of the template</a:t>
                      </a:r>
                    </a:p>
                    <a:p>
                      <a:pPr marL="0" marR="0" lvl="0" indent="0" algn="l" defTabSz="114300" rtl="0" eaLnBrk="1" fontAlgn="auto" latinLnBrk="0" hangingPunct="1">
                        <a:lnSpc>
                          <a:spcPct val="100000"/>
                        </a:lnSpc>
                        <a:spcBef>
                          <a:spcPts val="0"/>
                        </a:spcBef>
                        <a:spcAft>
                          <a:spcPts val="0"/>
                        </a:spcAft>
                        <a:buClrTx/>
                        <a:buSzTx/>
                        <a:buFontTx/>
                        <a:buNone/>
                        <a:tabLst/>
                        <a:defRPr/>
                      </a:pPr>
                      <a:r>
                        <a:rPr lang="en-US" sz="2800" noProof="0">
                          <a:solidFill>
                            <a:srgbClr val="D9D9D9"/>
                          </a:solidFill>
                          <a:latin typeface="Arial" panose="020B0604020202020204" pitchFamily="34" charset="0"/>
                          <a:cs typeface="Arial" panose="020B0604020202020204" pitchFamily="34" charset="0"/>
                        </a:rPr>
                        <a:t>The Quick Start</a:t>
                      </a:r>
                      <a:r>
                        <a:rPr lang="en-US" sz="2800" baseline="0" noProof="0">
                          <a:solidFill>
                            <a:srgbClr val="D9D9D9"/>
                          </a:solidFill>
                          <a:latin typeface="Arial" panose="020B0604020202020204" pitchFamily="34" charset="0"/>
                          <a:cs typeface="Arial" panose="020B0604020202020204" pitchFamily="34" charset="0"/>
                        </a:rPr>
                        <a:t> Guides</a:t>
                      </a:r>
                      <a:r>
                        <a:rPr lang="en-US" sz="2800" noProof="0">
                          <a:solidFill>
                            <a:srgbClr val="D9D9D9"/>
                          </a:solidFill>
                          <a:latin typeface="Arial" panose="020B0604020202020204" pitchFamily="34" charset="0"/>
                          <a:cs typeface="Arial" panose="020B0604020202020204" pitchFamily="34" charset="0"/>
                        </a:rPr>
                        <a:t> </a:t>
                      </a:r>
                      <a:r>
                        <a:rPr lang="en-US" sz="2800" u="sng" noProof="0">
                          <a:solidFill>
                            <a:srgbClr val="D9D9D9"/>
                          </a:solidFill>
                          <a:latin typeface="Arial" panose="020B0604020202020204" pitchFamily="34" charset="0"/>
                          <a:cs typeface="Arial" panose="020B0604020202020204" pitchFamily="34" charset="0"/>
                        </a:rPr>
                        <a:t>are outside the template’s printable area</a:t>
                      </a:r>
                      <a:r>
                        <a:rPr lang="en-US" sz="2800" noProof="0">
                          <a:solidFill>
                            <a:srgbClr val="D9D9D9"/>
                          </a:solidFill>
                          <a:latin typeface="Arial" panose="020B0604020202020204" pitchFamily="34" charset="0"/>
                          <a:cs typeface="Arial" panose="020B0604020202020204" pitchFamily="34" charset="0"/>
                        </a:rPr>
                        <a:t> and they will not be on the printed poster</a:t>
                      </a:r>
                      <a:r>
                        <a:rPr lang="en-US" sz="2800" baseline="0" noProof="0">
                          <a:solidFill>
                            <a:srgbClr val="D9D9D9"/>
                          </a:solidFill>
                          <a:latin typeface="Arial" panose="020B0604020202020204" pitchFamily="34" charset="0"/>
                          <a:cs typeface="Arial" panose="020B0604020202020204" pitchFamily="34" charset="0"/>
                        </a:rPr>
                        <a:t>. </a:t>
                      </a:r>
                    </a:p>
                    <a:p>
                      <a:pPr marL="0" marR="0" lvl="0" indent="0" algn="l" defTabSz="114300" rtl="0" eaLnBrk="1" fontAlgn="auto" latinLnBrk="0" hangingPunct="1">
                        <a:lnSpc>
                          <a:spcPct val="100000"/>
                        </a:lnSpc>
                        <a:spcBef>
                          <a:spcPts val="0"/>
                        </a:spcBef>
                        <a:spcAft>
                          <a:spcPts val="0"/>
                        </a:spcAft>
                        <a:buClrTx/>
                        <a:buSzTx/>
                        <a:buFontTx/>
                        <a:buNone/>
                        <a:tabLst/>
                        <a:defRPr/>
                      </a:pPr>
                      <a:endParaRPr lang="en-US" sz="2800" baseline="0" noProof="0">
                        <a:solidFill>
                          <a:srgbClr val="D9D9D9"/>
                        </a:solidFill>
                        <a:latin typeface="Arial" panose="020B0604020202020204" pitchFamily="34" charset="0"/>
                        <a:cs typeface="Arial" panose="020B0604020202020204" pitchFamily="34" charset="0"/>
                      </a:endParaRPr>
                    </a:p>
                    <a:p>
                      <a:pPr marL="0" marR="0" lvl="0" indent="0" algn="l" defTabSz="114300" rtl="0" eaLnBrk="1" fontAlgn="auto" latinLnBrk="0" hangingPunct="1">
                        <a:lnSpc>
                          <a:spcPct val="100000"/>
                        </a:lnSpc>
                        <a:spcBef>
                          <a:spcPts val="0"/>
                        </a:spcBef>
                        <a:spcAft>
                          <a:spcPts val="0"/>
                        </a:spcAft>
                        <a:buClrTx/>
                        <a:buSzTx/>
                        <a:buFontTx/>
                        <a:buNone/>
                        <a:tabLst/>
                        <a:defRPr/>
                      </a:pPr>
                      <a:r>
                        <a:rPr lang="en-US" sz="2800" baseline="0" noProof="0">
                          <a:solidFill>
                            <a:srgbClr val="D9D9D9"/>
                          </a:solidFill>
                          <a:latin typeface="Arial" panose="020B0604020202020204" pitchFamily="34" charset="0"/>
                          <a:cs typeface="Arial" panose="020B0604020202020204" pitchFamily="34" charset="0"/>
                        </a:rPr>
                        <a:t>If you create a PDF file from your template, the guides will not be included.</a:t>
                      </a:r>
                    </a:p>
                    <a:p>
                      <a:pPr marL="0" marR="0" lvl="0" indent="0" algn="l" defTabSz="114300" rtl="0" eaLnBrk="1" fontAlgn="auto" latinLnBrk="0" hangingPunct="1">
                        <a:lnSpc>
                          <a:spcPct val="100000"/>
                        </a:lnSpc>
                        <a:spcBef>
                          <a:spcPts val="0"/>
                        </a:spcBef>
                        <a:spcAft>
                          <a:spcPts val="0"/>
                        </a:spcAft>
                        <a:buClrTx/>
                        <a:buSzTx/>
                        <a:buFontTx/>
                        <a:buNone/>
                        <a:tabLst/>
                        <a:defRPr/>
                      </a:pPr>
                      <a:endParaRPr lang="en-US" sz="2800" baseline="0" noProof="0">
                        <a:solidFill>
                          <a:srgbClr val="D9D9D9"/>
                        </a:solidFill>
                        <a:latin typeface="Arial" panose="020B0604020202020204" pitchFamily="34" charset="0"/>
                        <a:cs typeface="Arial" panose="020B0604020202020204" pitchFamily="34" charset="0"/>
                      </a:endParaRPr>
                    </a:p>
                    <a:p>
                      <a:pPr marL="0" marR="0" lvl="0" indent="0" algn="l" defTabSz="114300" rtl="0" eaLnBrk="1" fontAlgn="auto" latinLnBrk="0" hangingPunct="1">
                        <a:lnSpc>
                          <a:spcPct val="100000"/>
                        </a:lnSpc>
                        <a:spcBef>
                          <a:spcPts val="0"/>
                        </a:spcBef>
                        <a:spcAft>
                          <a:spcPts val="0"/>
                        </a:spcAft>
                        <a:buClrTx/>
                        <a:buSzTx/>
                        <a:buFontTx/>
                        <a:buNone/>
                        <a:tabLst/>
                        <a:defRPr/>
                      </a:pPr>
                      <a:r>
                        <a:rPr lang="en-US" sz="2800" baseline="0" noProof="0">
                          <a:solidFill>
                            <a:srgbClr val="D9D9D9"/>
                          </a:solidFill>
                          <a:latin typeface="Arial" panose="020B0604020202020204" pitchFamily="34" charset="0"/>
                          <a:cs typeface="Arial" panose="020B0604020202020204" pitchFamily="34" charset="0"/>
                        </a:rPr>
                        <a:t>To hide the guides click on the </a:t>
                      </a:r>
                      <a:r>
                        <a:rPr lang="en-US" sz="2800" b="1" baseline="0" noProof="0">
                          <a:solidFill>
                            <a:srgbClr val="D9D9D9"/>
                          </a:solidFill>
                          <a:latin typeface="Arial" panose="020B0604020202020204" pitchFamily="34" charset="0"/>
                          <a:cs typeface="Arial" panose="020B0604020202020204" pitchFamily="34" charset="0"/>
                        </a:rPr>
                        <a:t>Home</a:t>
                      </a:r>
                      <a:r>
                        <a:rPr lang="en-US" sz="2800" baseline="0" noProof="0">
                          <a:solidFill>
                            <a:srgbClr val="D9D9D9"/>
                          </a:solidFill>
                          <a:latin typeface="Arial" panose="020B0604020202020204" pitchFamily="34" charset="0"/>
                          <a:cs typeface="Arial" panose="020B0604020202020204" pitchFamily="34" charset="0"/>
                        </a:rPr>
                        <a:t> tab (top of the screen) and then click on the </a:t>
                      </a:r>
                      <a:r>
                        <a:rPr lang="en-US" sz="2800" b="1" baseline="0" noProof="0">
                          <a:solidFill>
                            <a:srgbClr val="D9D9D9"/>
                          </a:solidFill>
                          <a:latin typeface="Arial" panose="020B0604020202020204" pitchFamily="34" charset="0"/>
                          <a:cs typeface="Arial" panose="020B0604020202020204" pitchFamily="34" charset="0"/>
                        </a:rPr>
                        <a:t>Layout</a:t>
                      </a:r>
                      <a:r>
                        <a:rPr lang="en-US" sz="2800" baseline="0" noProof="0">
                          <a:solidFill>
                            <a:srgbClr val="D9D9D9"/>
                          </a:solidFill>
                          <a:latin typeface="Arial" panose="020B0604020202020204" pitchFamily="34" charset="0"/>
                          <a:cs typeface="Arial" panose="020B0604020202020204" pitchFamily="34" charset="0"/>
                        </a:rPr>
                        <a:t> button below to see the available layouts. Choose the </a:t>
                      </a:r>
                      <a:r>
                        <a:rPr lang="en-US" sz="2800" b="1" baseline="0" noProof="0">
                          <a:solidFill>
                            <a:srgbClr val="D9D9D9"/>
                          </a:solidFill>
                          <a:latin typeface="Arial" panose="020B0604020202020204" pitchFamily="34" charset="0"/>
                          <a:cs typeface="Arial" panose="020B0604020202020204" pitchFamily="34" charset="0"/>
                        </a:rPr>
                        <a:t>Without Guides </a:t>
                      </a:r>
                      <a:r>
                        <a:rPr lang="en-US" sz="2800" b="0" baseline="0" noProof="0">
                          <a:solidFill>
                            <a:srgbClr val="D9D9D9"/>
                          </a:solidFill>
                          <a:latin typeface="Arial" panose="020B0604020202020204" pitchFamily="34" charset="0"/>
                          <a:cs typeface="Arial" panose="020B0604020202020204" pitchFamily="34" charset="0"/>
                        </a:rPr>
                        <a:t>layout</a:t>
                      </a:r>
                      <a:r>
                        <a:rPr lang="en-US" sz="2800" baseline="0" noProof="0">
                          <a:solidFill>
                            <a:srgbClr val="D9D9D9"/>
                          </a:solidFill>
                          <a:latin typeface="Arial" panose="020B0604020202020204" pitchFamily="34" charset="0"/>
                          <a:cs typeface="Arial" panose="020B0604020202020204" pitchFamily="34" charset="0"/>
                        </a:rPr>
                        <a:t>.</a:t>
                      </a:r>
                      <a:endParaRPr lang="en-US" sz="2800" noProof="0" dirty="0">
                        <a:solidFill>
                          <a:srgbClr val="D9D9D9"/>
                        </a:solidFill>
                        <a:latin typeface="Arial" panose="020B0604020202020204" pitchFamily="34" charset="0"/>
                        <a:cs typeface="Arial" panose="020B0604020202020204" pitchFamily="34" charset="0"/>
                      </a:endParaRPr>
                    </a:p>
                  </a:txBody>
                  <a:tcPr marL="182880" marT="137160">
                    <a:solidFill>
                      <a:srgbClr val="010101"/>
                    </a:solidFill>
                  </a:tcPr>
                </a:tc>
                <a:extLst>
                  <a:ext uri="{0D108BD9-81ED-4DB2-BD59-A6C34878D82A}">
                    <a16:rowId xmlns:a16="http://schemas.microsoft.com/office/drawing/2014/main" val="10005"/>
                  </a:ext>
                </a:extLst>
              </a:tr>
              <a:tr h="6567070">
                <a:tc>
                  <a:txBody>
                    <a:bodyPr/>
                    <a:lstStyle/>
                    <a:p>
                      <a:pPr marL="0" marR="0" lvl="0" indent="0" algn="l" defTabSz="1518341" rtl="0" eaLnBrk="1" fontAlgn="auto" latinLnBrk="0" hangingPunct="1">
                        <a:lnSpc>
                          <a:spcPct val="100000"/>
                        </a:lnSpc>
                        <a:spcBef>
                          <a:spcPts val="0"/>
                        </a:spcBef>
                        <a:spcAft>
                          <a:spcPts val="0"/>
                        </a:spcAft>
                        <a:buClrTx/>
                        <a:buSzTx/>
                        <a:buFontTx/>
                        <a:buNone/>
                        <a:tabLst/>
                        <a:defRPr/>
                      </a:pPr>
                      <a:endParaRPr lang="en-US" sz="2400" noProof="0" dirty="0">
                        <a:solidFill>
                          <a:srgbClr val="D9D9D9"/>
                        </a:solidFill>
                        <a:latin typeface="Arial" panose="020B0604020202020204" pitchFamily="34" charset="0"/>
                        <a:cs typeface="Arial" panose="020B0604020202020204" pitchFamily="34" charset="0"/>
                      </a:endParaRPr>
                    </a:p>
                  </a:txBody>
                  <a:tcPr marL="182880" marT="137160">
                    <a:solidFill>
                      <a:srgbClr val="010101"/>
                    </a:solidFill>
                  </a:tcPr>
                </a:tc>
                <a:tc gridSpan="2" vMerge="1">
                  <a:txBody>
                    <a:bodyPr/>
                    <a:lstStyle/>
                    <a:p>
                      <a:pPr marL="0" marR="0" lvl="0" indent="0" algn="l" defTabSz="1518341" rtl="0" eaLnBrk="1" fontAlgn="auto" latinLnBrk="0" hangingPunct="1">
                        <a:lnSpc>
                          <a:spcPct val="100000"/>
                        </a:lnSpc>
                        <a:spcBef>
                          <a:spcPts val="0"/>
                        </a:spcBef>
                        <a:spcAft>
                          <a:spcPts val="0"/>
                        </a:spcAft>
                        <a:buClrTx/>
                        <a:buSzTx/>
                        <a:buFontTx/>
                        <a:buNone/>
                        <a:tabLst/>
                        <a:defRPr/>
                      </a:pPr>
                      <a:endParaRPr lang="en-US" sz="2800" noProof="0" dirty="0">
                        <a:solidFill>
                          <a:srgbClr val="D9D9D9"/>
                        </a:solidFill>
                        <a:latin typeface="Arial" panose="020B0604020202020204" pitchFamily="34" charset="0"/>
                        <a:cs typeface="Arial" panose="020B0604020202020204" pitchFamily="34" charset="0"/>
                      </a:endParaRPr>
                    </a:p>
                  </a:txBody>
                  <a:tcPr marL="182880" marT="137160">
                    <a:solidFill>
                      <a:srgbClr val="010101"/>
                    </a:solidFill>
                  </a:tcPr>
                </a:tc>
                <a:tc hMerge="1" vMerge="1">
                  <a:txBody>
                    <a:bodyPr/>
                    <a:lstStyle/>
                    <a:p>
                      <a:endParaRPr lang="en-US"/>
                    </a:p>
                  </a:txBody>
                  <a:tcPr/>
                </a:tc>
                <a:extLst>
                  <a:ext uri="{0D108BD9-81ED-4DB2-BD59-A6C34878D82A}">
                    <a16:rowId xmlns:a16="http://schemas.microsoft.com/office/drawing/2014/main" val="1766341567"/>
                  </a:ext>
                </a:extLst>
              </a:tr>
              <a:tr h="5578616">
                <a:tc>
                  <a:txBody>
                    <a:bodyPr/>
                    <a:lstStyle/>
                    <a:p>
                      <a:pPr rtl="0"/>
                      <a:r>
                        <a:rPr lang="en-US" sz="2800" b="1" dirty="0">
                          <a:solidFill>
                            <a:srgbClr val="FFC000"/>
                          </a:solidFill>
                          <a:latin typeface="Arial" panose="020B0604020202020204" pitchFamily="34" charset="0"/>
                          <a:cs typeface="Arial" panose="020B0604020202020204" pitchFamily="34" charset="0"/>
                        </a:rPr>
                        <a:t>How to</a:t>
                      </a:r>
                      <a:r>
                        <a:rPr lang="en-US" sz="2800" b="1" baseline="0" dirty="0">
                          <a:solidFill>
                            <a:srgbClr val="FFC000"/>
                          </a:solidFill>
                          <a:latin typeface="Arial" panose="020B0604020202020204" pitchFamily="34" charset="0"/>
                          <a:cs typeface="Arial" panose="020B0604020202020204" pitchFamily="34" charset="0"/>
                        </a:rPr>
                        <a:t> preview your poster prior to printing</a:t>
                      </a:r>
                      <a:endParaRPr lang="en-US" sz="2800" b="1" dirty="0">
                        <a:solidFill>
                          <a:srgbClr val="FFC000"/>
                        </a:solidFill>
                        <a:latin typeface="Arial" panose="020B0604020202020204" pitchFamily="34" charset="0"/>
                        <a:cs typeface="Arial" panose="020B0604020202020204" pitchFamily="34" charset="0"/>
                      </a:endParaRPr>
                    </a:p>
                    <a:p>
                      <a:pPr rtl="0"/>
                      <a:r>
                        <a:rPr lang="en-US" sz="2400" dirty="0">
                          <a:solidFill>
                            <a:srgbClr val="D9D9D9"/>
                          </a:solidFill>
                          <a:latin typeface="Arial" panose="020B0604020202020204" pitchFamily="34" charset="0"/>
                          <a:cs typeface="Arial" panose="020B0604020202020204" pitchFamily="34" charset="0"/>
                        </a:rPr>
                        <a:t>You can preview your poster at any time by pressing the </a:t>
                      </a:r>
                      <a:r>
                        <a:rPr lang="en-US" sz="2400" dirty="0">
                          <a:solidFill>
                            <a:srgbClr val="FFC000"/>
                          </a:solidFill>
                          <a:latin typeface="Arial" panose="020B0604020202020204" pitchFamily="34" charset="0"/>
                          <a:cs typeface="Arial" panose="020B0604020202020204" pitchFamily="34" charset="0"/>
                        </a:rPr>
                        <a:t>F5 key</a:t>
                      </a:r>
                      <a:r>
                        <a:rPr lang="en-US" sz="2400" dirty="0">
                          <a:solidFill>
                            <a:srgbClr val="D9D9D9"/>
                          </a:solidFill>
                          <a:latin typeface="Arial" panose="020B0604020202020204" pitchFamily="34" charset="0"/>
                          <a:cs typeface="Arial" panose="020B0604020202020204" pitchFamily="34" charset="0"/>
                        </a:rPr>
                        <a:t> on your keyboard. You will see on the screen what's on your poster and how it should look when printed. Press the </a:t>
                      </a:r>
                      <a:r>
                        <a:rPr lang="en-US" sz="2400" dirty="0">
                          <a:solidFill>
                            <a:srgbClr val="FFC000"/>
                          </a:solidFill>
                          <a:latin typeface="Arial" panose="020B0604020202020204" pitchFamily="34" charset="0"/>
                          <a:cs typeface="Arial" panose="020B0604020202020204" pitchFamily="34" charset="0"/>
                        </a:rPr>
                        <a:t>ESC key </a:t>
                      </a:r>
                      <a:r>
                        <a:rPr lang="en-US" sz="2400" dirty="0">
                          <a:solidFill>
                            <a:srgbClr val="D9D9D9"/>
                          </a:solidFill>
                          <a:latin typeface="Arial" panose="020B0604020202020204" pitchFamily="34" charset="0"/>
                          <a:cs typeface="Arial" panose="020B0604020202020204" pitchFamily="34" charset="0"/>
                        </a:rPr>
                        <a:t>to exit Preview.</a:t>
                      </a:r>
                    </a:p>
                  </a:txBody>
                  <a:tcPr marL="182880" marT="137160">
                    <a:solidFill>
                      <a:srgbClr val="010101"/>
                    </a:solidFill>
                  </a:tcPr>
                </a:tc>
                <a:tc gridSpan="2">
                  <a:txBody>
                    <a:bodyPr/>
                    <a:lstStyle/>
                    <a:p>
                      <a:pPr rtl="0"/>
                      <a:r>
                        <a:rPr lang="en-US" sz="11500" b="1" dirty="0">
                          <a:solidFill>
                            <a:srgbClr val="D9D9D9"/>
                          </a:solidFill>
                          <a:latin typeface="Arial" panose="020B0604020202020204" pitchFamily="34" charset="0"/>
                          <a:cs typeface="Arial" panose="020B0604020202020204" pitchFamily="34" charset="0"/>
                        </a:rPr>
                        <a:t>F5</a:t>
                      </a:r>
                      <a:r>
                        <a:rPr lang="en-US" sz="2400" baseline="0" dirty="0">
                          <a:solidFill>
                            <a:srgbClr val="D9D9D9"/>
                          </a:solidFill>
                          <a:latin typeface="Arial" panose="020B0604020202020204" pitchFamily="34" charset="0"/>
                          <a:cs typeface="Arial" panose="020B0604020202020204" pitchFamily="34" charset="0"/>
                        </a:rPr>
                        <a:t> </a:t>
                      </a:r>
                      <a:endParaRPr lang="en-US" sz="2400" dirty="0">
                        <a:solidFill>
                          <a:srgbClr val="D9D9D9"/>
                        </a:solidFill>
                        <a:latin typeface="Arial" panose="020B0604020202020204" pitchFamily="34" charset="0"/>
                        <a:cs typeface="Arial" panose="020B0604020202020204" pitchFamily="34" charset="0"/>
                      </a:endParaRPr>
                    </a:p>
                  </a:txBody>
                  <a:tcPr marL="182880" marT="137160">
                    <a:solidFill>
                      <a:schemeClr val="tx1">
                        <a:lumMod val="95000"/>
                        <a:lumOff val="5000"/>
                      </a:schemeClr>
                    </a:solidFill>
                  </a:tcPr>
                </a:tc>
                <a:tc hMerge="1">
                  <a:txBody>
                    <a:bodyPr/>
                    <a:lstStyle/>
                    <a:p>
                      <a:pPr algn="ctr"/>
                      <a:r>
                        <a:rPr lang="en-US" sz="13800" b="1" dirty="0">
                          <a:solidFill>
                            <a:srgbClr val="D9D9D9"/>
                          </a:solidFill>
                          <a:latin typeface="Arial" panose="020B0604020202020204" pitchFamily="34" charset="0"/>
                          <a:cs typeface="Arial" panose="020B0604020202020204" pitchFamily="34" charset="0"/>
                        </a:rPr>
                        <a:t>F5</a:t>
                      </a:r>
                      <a:r>
                        <a:rPr lang="en-US" sz="2800" baseline="0" dirty="0">
                          <a:solidFill>
                            <a:srgbClr val="D9D9D9"/>
                          </a:solidFill>
                          <a:latin typeface="Arial" panose="020B0604020202020204" pitchFamily="34" charset="0"/>
                          <a:cs typeface="Arial" panose="020B0604020202020204" pitchFamily="34" charset="0"/>
                        </a:rPr>
                        <a:t> </a:t>
                      </a:r>
                      <a:endParaRPr lang="en-US" sz="6000" dirty="0"/>
                    </a:p>
                  </a:txBody>
                  <a:tcPr marL="182880" marT="137160" anchor="ctr">
                    <a:solidFill>
                      <a:schemeClr val="tx1">
                        <a:lumMod val="95000"/>
                        <a:lumOff val="5000"/>
                      </a:schemeClr>
                    </a:solidFill>
                  </a:tcPr>
                </a:tc>
                <a:extLst>
                  <a:ext uri="{0D108BD9-81ED-4DB2-BD59-A6C34878D82A}">
                    <a16:rowId xmlns:a16="http://schemas.microsoft.com/office/drawing/2014/main" val="10006"/>
                  </a:ext>
                </a:extLst>
              </a:tr>
              <a:tr h="6401119">
                <a:tc gridSpan="3">
                  <a:txBody>
                    <a:bodyPr/>
                    <a:lstStyle/>
                    <a:p>
                      <a:pPr marL="0" marR="0" lvl="0" indent="0" algn="l" defTabSz="1518341" rtl="0" eaLnBrk="1" fontAlgn="auto" latinLnBrk="0" hangingPunct="1">
                        <a:lnSpc>
                          <a:spcPct val="100000"/>
                        </a:lnSpc>
                        <a:spcBef>
                          <a:spcPts val="0"/>
                        </a:spcBef>
                        <a:spcAft>
                          <a:spcPts val="0"/>
                        </a:spcAft>
                        <a:buClrTx/>
                        <a:buSzTx/>
                        <a:buFontTx/>
                        <a:buNone/>
                        <a:tabLst/>
                        <a:defRPr/>
                      </a:pPr>
                      <a:r>
                        <a:rPr lang="en-US" sz="2800" b="1" noProof="0" dirty="0">
                          <a:solidFill>
                            <a:srgbClr val="FFC000"/>
                          </a:solidFill>
                          <a:latin typeface="Arial"/>
                          <a:cs typeface="Arial"/>
                        </a:rPr>
                        <a:t>How to print your poster</a:t>
                      </a:r>
                    </a:p>
                    <a:p>
                      <a:pPr marL="0" marR="0" lvl="0" indent="0" algn="l" defTabSz="114300" rtl="0" eaLnBrk="1" fontAlgn="auto" latinLnBrk="0" hangingPunct="1">
                        <a:lnSpc>
                          <a:spcPct val="100000"/>
                        </a:lnSpc>
                        <a:spcBef>
                          <a:spcPts val="0"/>
                        </a:spcBef>
                        <a:spcAft>
                          <a:spcPts val="0"/>
                        </a:spcAft>
                        <a:buClrTx/>
                        <a:buSzTx/>
                        <a:buFontTx/>
                        <a:buNone/>
                        <a:tabLst/>
                        <a:defRPr/>
                      </a:pPr>
                      <a:r>
                        <a:rPr lang="en-US" sz="2400" noProof="0" dirty="0">
                          <a:solidFill>
                            <a:srgbClr val="D9D9D9"/>
                          </a:solidFill>
                          <a:latin typeface="Arial"/>
                          <a:cs typeface="Arial"/>
                        </a:rPr>
                        <a:t>When you are ready to have your poster printed go online to </a:t>
                      </a:r>
                      <a:r>
                        <a:rPr lang="en-US" sz="2400" noProof="0" dirty="0" err="1">
                          <a:solidFill>
                            <a:srgbClr val="FFC000"/>
                          </a:solidFill>
                          <a:latin typeface="Arial"/>
                          <a:cs typeface="Arial"/>
                        </a:rPr>
                        <a:t>PosterPresentations.com</a:t>
                      </a:r>
                      <a:r>
                        <a:rPr lang="en-US" sz="2400" noProof="0" dirty="0">
                          <a:solidFill>
                            <a:srgbClr val="D9D9D9"/>
                          </a:solidFill>
                          <a:latin typeface="Arial"/>
                          <a:cs typeface="Arial"/>
                        </a:rPr>
                        <a:t> and click on the "</a:t>
                      </a:r>
                      <a:r>
                        <a:rPr lang="en-US" sz="2400" noProof="0" dirty="0">
                          <a:solidFill>
                            <a:srgbClr val="FFC000"/>
                          </a:solidFill>
                          <a:latin typeface="Arial"/>
                          <a:cs typeface="Arial"/>
                        </a:rPr>
                        <a:t>Order Your Poster</a:t>
                      </a:r>
                      <a:r>
                        <a:rPr lang="en-US" sz="2400" noProof="0" dirty="0">
                          <a:solidFill>
                            <a:srgbClr val="D9D9D9"/>
                          </a:solidFill>
                          <a:latin typeface="Arial"/>
                          <a:cs typeface="Arial"/>
                        </a:rPr>
                        <a:t>" button. You can have your poster printed on professional papers, fabric for easy traveling and a variety of other materials. </a:t>
                      </a:r>
                    </a:p>
                    <a:p>
                      <a:pPr marL="0" marR="0" lvl="0" indent="0" algn="l" defTabSz="114300" rtl="0" eaLnBrk="1" fontAlgn="auto" latinLnBrk="0" hangingPunct="1">
                        <a:lnSpc>
                          <a:spcPct val="100000"/>
                        </a:lnSpc>
                        <a:spcBef>
                          <a:spcPts val="0"/>
                        </a:spcBef>
                        <a:spcAft>
                          <a:spcPts val="0"/>
                        </a:spcAft>
                        <a:buClrTx/>
                        <a:buSzTx/>
                        <a:buFontTx/>
                        <a:buNone/>
                        <a:tabLst/>
                        <a:defRPr/>
                      </a:pPr>
                      <a:r>
                        <a:rPr lang="en-US" sz="2400" noProof="0" dirty="0">
                          <a:solidFill>
                            <a:srgbClr val="D9D9D9"/>
                          </a:solidFill>
                          <a:latin typeface="Arial"/>
                          <a:cs typeface="Arial"/>
                        </a:rPr>
                        <a:t>If you submit a PowerPoint document, you will be receiving a PDF proof for your approval prior to printing. If your order is placed and paid for before noon (Pacific time) Monday-Friday, your order will ship out that same day. FedEx Next day, Second day, Third day, and Free Ground services are offered. </a:t>
                      </a:r>
                    </a:p>
                    <a:p>
                      <a:pPr marL="0" marR="0" lvl="0" indent="0" algn="l" defTabSz="114300" rtl="0" eaLnBrk="1" fontAlgn="auto" latinLnBrk="0" hangingPunct="1">
                        <a:lnSpc>
                          <a:spcPct val="100000"/>
                        </a:lnSpc>
                        <a:spcBef>
                          <a:spcPts val="0"/>
                        </a:spcBef>
                        <a:spcAft>
                          <a:spcPts val="0"/>
                        </a:spcAft>
                        <a:buClrTx/>
                        <a:buSzTx/>
                        <a:buFontTx/>
                        <a:buNone/>
                        <a:tabLst/>
                        <a:defRPr/>
                      </a:pPr>
                      <a:br>
                        <a:rPr lang="en-US" sz="2400" noProof="0" dirty="0">
                          <a:solidFill>
                            <a:srgbClr val="D9D9D9"/>
                          </a:solidFill>
                          <a:latin typeface="Arial"/>
                          <a:cs typeface="Arial"/>
                        </a:rPr>
                      </a:br>
                      <a:r>
                        <a:rPr lang="en-US" sz="2400" noProof="0" dirty="0">
                          <a:solidFill>
                            <a:srgbClr val="D9D9D9"/>
                          </a:solidFill>
                          <a:latin typeface="Arial"/>
                          <a:cs typeface="Arial"/>
                        </a:rPr>
                        <a:t>Go to </a:t>
                      </a:r>
                      <a:r>
                        <a:rPr lang="en-US" sz="2400" noProof="0" dirty="0" err="1">
                          <a:solidFill>
                            <a:srgbClr val="FFC000"/>
                          </a:solidFill>
                          <a:latin typeface="Arial"/>
                          <a:cs typeface="Arial"/>
                        </a:rPr>
                        <a:t>PosterPresentations.com</a:t>
                      </a:r>
                      <a:r>
                        <a:rPr lang="en-US" sz="2400" noProof="0" dirty="0">
                          <a:solidFill>
                            <a:srgbClr val="D9D9D9"/>
                          </a:solidFill>
                          <a:latin typeface="Arial"/>
                          <a:cs typeface="Arial"/>
                        </a:rPr>
                        <a:t> for more information.</a:t>
                      </a:r>
                    </a:p>
                  </a:txBody>
                  <a:tcPr marL="182880" marT="137160">
                    <a:solidFill>
                      <a:srgbClr val="010101"/>
                    </a:solidFill>
                  </a:tcPr>
                </a:tc>
                <a:tc hMerge="1">
                  <a:txBody>
                    <a:bodyPr/>
                    <a:lstStyle/>
                    <a:p>
                      <a:endParaRPr lang="en-US"/>
                    </a:p>
                  </a:txBody>
                  <a:tcPr/>
                </a:tc>
                <a:tc hMerge="1">
                  <a:txBody>
                    <a:bodyPr/>
                    <a:lstStyle/>
                    <a:p>
                      <a:endParaRPr lang="en-US"/>
                    </a:p>
                  </a:txBody>
                  <a:tcPr/>
                </a:tc>
                <a:extLst>
                  <a:ext uri="{0D108BD9-81ED-4DB2-BD59-A6C34878D82A}">
                    <a16:rowId xmlns:a16="http://schemas.microsoft.com/office/drawing/2014/main" val="10007"/>
                  </a:ext>
                </a:extLst>
              </a:tr>
              <a:tr h="1262579">
                <a:tc gridSpan="3">
                  <a:txBody>
                    <a:bodyPr/>
                    <a:lstStyle/>
                    <a:p>
                      <a:endParaRPr lang="en-US" sz="2400" dirty="0">
                        <a:solidFill>
                          <a:srgbClr val="1F3A4E"/>
                        </a:solidFill>
                      </a:endParaRPr>
                    </a:p>
                  </a:txBody>
                  <a:tcPr marL="182880" marT="137160">
                    <a:blipFill dpi="0" rotWithShape="1">
                      <a:blip r:embed="rId9">
                        <a:extLst>
                          <a:ext uri="{28A0092B-C50C-407E-A947-70E740481C1C}">
                            <a14:useLocalDpi xmlns:a14="http://schemas.microsoft.com/office/drawing/2010/main" val="0"/>
                          </a:ext>
                        </a:extLst>
                      </a:blip>
                      <a:srcRect/>
                      <a:stretch>
                        <a:fillRect/>
                      </a:stretch>
                    </a:blipFill>
                  </a:tcPr>
                </a:tc>
                <a:tc hMerge="1">
                  <a:txBody>
                    <a:bodyPr/>
                    <a:lstStyle/>
                    <a:p>
                      <a:endParaRPr lang="en-US"/>
                    </a:p>
                  </a:txBody>
                  <a:tcPr/>
                </a:tc>
                <a:tc hMerge="1">
                  <a:txBody>
                    <a:bodyPr/>
                    <a:lstStyle/>
                    <a:p>
                      <a:endParaRPr lang="en-US"/>
                    </a:p>
                  </a:txBody>
                  <a:tcPr/>
                </a:tc>
                <a:extLst>
                  <a:ext uri="{0D108BD9-81ED-4DB2-BD59-A6C34878D82A}">
                    <a16:rowId xmlns:a16="http://schemas.microsoft.com/office/drawing/2014/main" val="10008"/>
                  </a:ext>
                </a:extLst>
              </a:tr>
              <a:tr h="1716228">
                <a:tc gridSpan="2">
                  <a:txBody>
                    <a:bodyPr/>
                    <a:lstStyle/>
                    <a:p>
                      <a:pPr>
                        <a:lnSpc>
                          <a:spcPts val="2600"/>
                        </a:lnSpc>
                      </a:pPr>
                      <a:r>
                        <a:rPr lang="en-US" sz="2000" dirty="0">
                          <a:solidFill>
                            <a:schemeClr val="bg1">
                              <a:lumMod val="85000"/>
                            </a:schemeClr>
                          </a:solidFill>
                          <a:latin typeface="Arial"/>
                          <a:cs typeface="Arial"/>
                        </a:rPr>
                        <a:t>© 2019</a:t>
                      </a:r>
                      <a:r>
                        <a:rPr lang="en-US" sz="2000" baseline="0" dirty="0">
                          <a:solidFill>
                            <a:schemeClr val="bg1">
                              <a:lumMod val="85000"/>
                            </a:schemeClr>
                          </a:solidFill>
                          <a:latin typeface="Arial"/>
                          <a:cs typeface="Arial"/>
                        </a:rPr>
                        <a:t> </a:t>
                      </a:r>
                      <a:r>
                        <a:rPr lang="en-US" sz="2000" dirty="0" err="1">
                          <a:solidFill>
                            <a:schemeClr val="bg1">
                              <a:lumMod val="85000"/>
                            </a:schemeClr>
                          </a:solidFill>
                          <a:latin typeface="Arial"/>
                          <a:cs typeface="Arial"/>
                        </a:rPr>
                        <a:t>PosterPresentations.com</a:t>
                      </a:r>
                      <a:br>
                        <a:rPr lang="en-US" sz="2000" dirty="0">
                          <a:solidFill>
                            <a:schemeClr val="bg1">
                              <a:lumMod val="85000"/>
                            </a:schemeClr>
                          </a:solidFill>
                          <a:latin typeface="Arial"/>
                          <a:cs typeface="Arial"/>
                        </a:rPr>
                      </a:br>
                      <a:r>
                        <a:rPr lang="en-US" sz="2000" dirty="0">
                          <a:solidFill>
                            <a:schemeClr val="bg1">
                              <a:lumMod val="85000"/>
                            </a:schemeClr>
                          </a:solidFill>
                          <a:latin typeface="Arial"/>
                          <a:cs typeface="Arial"/>
                        </a:rPr>
                        <a:t>2117 Fourth Street ,</a:t>
                      </a:r>
                      <a:r>
                        <a:rPr lang="en-US" sz="2000" baseline="0" dirty="0">
                          <a:solidFill>
                            <a:schemeClr val="bg1">
                              <a:lumMod val="85000"/>
                            </a:schemeClr>
                          </a:solidFill>
                          <a:latin typeface="Arial"/>
                          <a:cs typeface="Arial"/>
                        </a:rPr>
                        <a:t> STE C        </a:t>
                      </a:r>
                    </a:p>
                    <a:p>
                      <a:pPr>
                        <a:lnSpc>
                          <a:spcPts val="2600"/>
                        </a:lnSpc>
                      </a:pPr>
                      <a:r>
                        <a:rPr lang="en-US" sz="2000" baseline="0" dirty="0">
                          <a:solidFill>
                            <a:schemeClr val="bg1">
                              <a:lumMod val="85000"/>
                            </a:schemeClr>
                          </a:solidFill>
                          <a:latin typeface="Arial"/>
                          <a:cs typeface="Arial"/>
                        </a:rPr>
                        <a:t>Berkeley CA 94710 USA</a:t>
                      </a:r>
                      <a:endParaRPr lang="en-US" sz="2000" dirty="0">
                        <a:solidFill>
                          <a:schemeClr val="bg1">
                            <a:lumMod val="85000"/>
                          </a:schemeClr>
                        </a:solidFill>
                        <a:latin typeface="Arial"/>
                        <a:cs typeface="Arial"/>
                      </a:endParaRPr>
                    </a:p>
                  </a:txBody>
                  <a:tcPr marL="182880" marT="137160">
                    <a:solidFill>
                      <a:srgbClr val="010101"/>
                    </a:solidFill>
                  </a:tcPr>
                </a:tc>
                <a:tc hMerge="1">
                  <a:txBody>
                    <a:bodyPr/>
                    <a:lstStyle/>
                    <a:p>
                      <a:pPr>
                        <a:lnSpc>
                          <a:spcPts val="2600"/>
                        </a:lnSpc>
                      </a:pPr>
                      <a:endParaRPr lang="en-US" sz="2400" dirty="0">
                        <a:solidFill>
                          <a:schemeClr val="bg1">
                            <a:lumMod val="85000"/>
                          </a:schemeClr>
                        </a:solidFill>
                        <a:latin typeface="Arial"/>
                        <a:cs typeface="Arial"/>
                      </a:endParaRPr>
                    </a:p>
                  </a:txBody>
                  <a:tcPr marL="182880" marT="137160">
                    <a:solidFill>
                      <a:srgbClr val="010101"/>
                    </a:solidFill>
                  </a:tcPr>
                </a:tc>
                <a:tc>
                  <a:txBody>
                    <a:bodyPr/>
                    <a:lstStyle/>
                    <a:p>
                      <a:pPr marL="0" marR="0" indent="0" algn="l" defTabSz="4388900" rtl="0" eaLnBrk="1" fontAlgn="auto" latinLnBrk="0" hangingPunct="1">
                        <a:lnSpc>
                          <a:spcPct val="100000"/>
                        </a:lnSpc>
                        <a:spcBef>
                          <a:spcPts val="0"/>
                        </a:spcBef>
                        <a:spcAft>
                          <a:spcPts val="0"/>
                        </a:spcAft>
                        <a:buClrTx/>
                        <a:buSzTx/>
                        <a:buFontTx/>
                        <a:buNone/>
                        <a:tabLst/>
                        <a:defRPr/>
                      </a:pPr>
                      <a:r>
                        <a:rPr lang="en-US" sz="2400" b="1" dirty="0">
                          <a:solidFill>
                            <a:srgbClr val="D0D0D0"/>
                          </a:solidFill>
                          <a:latin typeface="Arial"/>
                          <a:cs typeface="Arial"/>
                        </a:rPr>
                        <a:t>For complete tutorials</a:t>
                      </a:r>
                      <a:r>
                        <a:rPr lang="en-US" sz="2400" b="1" baseline="0" dirty="0">
                          <a:solidFill>
                            <a:srgbClr val="D0D0D0"/>
                          </a:solidFill>
                          <a:latin typeface="Arial"/>
                          <a:cs typeface="Arial"/>
                        </a:rPr>
                        <a:t> visit:</a:t>
                      </a:r>
                    </a:p>
                    <a:p>
                      <a:pPr marL="0" marR="0" indent="0" algn="l" defTabSz="4388900" rtl="0" eaLnBrk="1" fontAlgn="auto" latinLnBrk="0" hangingPunct="1">
                        <a:lnSpc>
                          <a:spcPct val="100000"/>
                        </a:lnSpc>
                        <a:spcBef>
                          <a:spcPts val="0"/>
                        </a:spcBef>
                        <a:spcAft>
                          <a:spcPts val="0"/>
                        </a:spcAft>
                        <a:buClrTx/>
                        <a:buSzTx/>
                        <a:buFontTx/>
                        <a:buNone/>
                        <a:tabLst/>
                        <a:defRPr/>
                      </a:pPr>
                      <a:r>
                        <a:rPr lang="en-US" sz="1800" b="1" dirty="0">
                          <a:solidFill>
                            <a:srgbClr val="FFC000"/>
                          </a:solidFill>
                          <a:latin typeface="Arial"/>
                          <a:cs typeface="Arial"/>
                        </a:rPr>
                        <a:t>https://</a:t>
                      </a:r>
                      <a:r>
                        <a:rPr lang="en-US" sz="1800" b="1" dirty="0" err="1">
                          <a:solidFill>
                            <a:srgbClr val="FFC000"/>
                          </a:solidFill>
                          <a:latin typeface="Arial"/>
                          <a:cs typeface="Arial"/>
                        </a:rPr>
                        <a:t>www.posterpresentations.com</a:t>
                      </a:r>
                      <a:r>
                        <a:rPr lang="en-US" sz="1800" b="1" dirty="0">
                          <a:solidFill>
                            <a:srgbClr val="FFC000"/>
                          </a:solidFill>
                          <a:latin typeface="Arial"/>
                          <a:cs typeface="Arial"/>
                        </a:rPr>
                        <a:t>/</a:t>
                      </a:r>
                      <a:r>
                        <a:rPr lang="en-US" sz="1800" b="1" dirty="0" err="1">
                          <a:solidFill>
                            <a:srgbClr val="FFC000"/>
                          </a:solidFill>
                          <a:latin typeface="Arial"/>
                          <a:cs typeface="Arial"/>
                        </a:rPr>
                        <a:t>helpdesk.html</a:t>
                      </a:r>
                      <a:endParaRPr lang="en-US" sz="13800" dirty="0"/>
                    </a:p>
                  </a:txBody>
                  <a:tcPr marL="182880" marT="137160">
                    <a:solidFill>
                      <a:srgbClr val="010101"/>
                    </a:solidFill>
                  </a:tcPr>
                </a:tc>
                <a:extLst>
                  <a:ext uri="{0D108BD9-81ED-4DB2-BD59-A6C34878D82A}">
                    <a16:rowId xmlns:a16="http://schemas.microsoft.com/office/drawing/2014/main" val="10009"/>
                  </a:ext>
                </a:extLst>
              </a:tr>
            </a:tbl>
          </a:graphicData>
        </a:graphic>
      </p:graphicFrame>
    </p:spTree>
  </p:cSld>
  <p:clrMap bg1="lt1" tx1="dk1" bg2="lt2" tx2="dk2" accent1="accent1" accent2="accent2" accent3="accent3" accent4="accent4" accent5="accent5" accent6="accent6" hlink="hlink" folHlink="folHlink"/>
  <p:sldLayoutIdLst>
    <p:sldLayoutId id="2147483659" r:id="rId1"/>
  </p:sldLayoutIdLst>
  <p:txStyles>
    <p:titleStyle>
      <a:lvl1pPr algn="ctr" defTabSz="3599776" rtl="0" eaLnBrk="1" latinLnBrk="0" hangingPunct="1">
        <a:spcBef>
          <a:spcPct val="0"/>
        </a:spcBef>
        <a:buNone/>
        <a:defRPr sz="7200" kern="1200">
          <a:solidFill>
            <a:schemeClr val="bg1"/>
          </a:solidFill>
          <a:latin typeface="Trebuchet MS" pitchFamily="34" charset="0"/>
          <a:ea typeface="+mj-ea"/>
          <a:cs typeface="+mj-cs"/>
        </a:defRPr>
      </a:lvl1pPr>
    </p:titleStyle>
    <p:bodyStyle>
      <a:lvl1pPr marL="1349916" indent="-1349916" algn="l" defTabSz="3599776" rtl="0" eaLnBrk="1" latinLnBrk="0" hangingPunct="1">
        <a:spcBef>
          <a:spcPct val="20000"/>
        </a:spcBef>
        <a:buFont typeface="Arial" pitchFamily="34" charset="0"/>
        <a:buChar char="•"/>
        <a:defRPr sz="12600" kern="1200">
          <a:solidFill>
            <a:schemeClr val="tx1"/>
          </a:solidFill>
          <a:latin typeface="+mn-lt"/>
          <a:ea typeface="+mn-ea"/>
          <a:cs typeface="+mn-cs"/>
        </a:defRPr>
      </a:lvl1pPr>
      <a:lvl2pPr marL="2924818" indent="-1124930" algn="l" defTabSz="3599776" rtl="0" eaLnBrk="1" latinLnBrk="0" hangingPunct="1">
        <a:spcBef>
          <a:spcPct val="20000"/>
        </a:spcBef>
        <a:buFont typeface="Arial" pitchFamily="34" charset="0"/>
        <a:buChar char="–"/>
        <a:defRPr sz="11100" kern="1200">
          <a:solidFill>
            <a:schemeClr val="tx1"/>
          </a:solidFill>
          <a:latin typeface="+mn-lt"/>
          <a:ea typeface="+mn-ea"/>
          <a:cs typeface="+mn-cs"/>
        </a:defRPr>
      </a:lvl2pPr>
      <a:lvl3pPr marL="4499721" indent="-899945" algn="l" defTabSz="3599776" rtl="0" eaLnBrk="1" latinLnBrk="0" hangingPunct="1">
        <a:spcBef>
          <a:spcPct val="20000"/>
        </a:spcBef>
        <a:buFont typeface="Arial" pitchFamily="34" charset="0"/>
        <a:buChar char="•"/>
        <a:defRPr sz="9500" kern="1200">
          <a:solidFill>
            <a:schemeClr val="tx1"/>
          </a:solidFill>
          <a:latin typeface="+mn-lt"/>
          <a:ea typeface="+mn-ea"/>
          <a:cs typeface="+mn-cs"/>
        </a:defRPr>
      </a:lvl3pPr>
      <a:lvl4pPr marL="6299609" indent="-899945" algn="l" defTabSz="3599776" rtl="0" eaLnBrk="1" latinLnBrk="0" hangingPunct="1">
        <a:spcBef>
          <a:spcPct val="20000"/>
        </a:spcBef>
        <a:buFont typeface="Arial" pitchFamily="34" charset="0"/>
        <a:buChar char="–"/>
        <a:defRPr sz="7900" kern="1200">
          <a:solidFill>
            <a:schemeClr val="tx1"/>
          </a:solidFill>
          <a:latin typeface="+mn-lt"/>
          <a:ea typeface="+mn-ea"/>
          <a:cs typeface="+mn-cs"/>
        </a:defRPr>
      </a:lvl4pPr>
      <a:lvl5pPr marL="8099496" indent="-899945" algn="l" defTabSz="3599776" rtl="0" eaLnBrk="1" latinLnBrk="0" hangingPunct="1">
        <a:spcBef>
          <a:spcPct val="20000"/>
        </a:spcBef>
        <a:buFont typeface="Arial" pitchFamily="34" charset="0"/>
        <a:buChar char="»"/>
        <a:defRPr sz="7900" kern="1200">
          <a:solidFill>
            <a:schemeClr val="tx1"/>
          </a:solidFill>
          <a:latin typeface="+mn-lt"/>
          <a:ea typeface="+mn-ea"/>
          <a:cs typeface="+mn-cs"/>
        </a:defRPr>
      </a:lvl5pPr>
      <a:lvl6pPr marL="9899385" indent="-899945" algn="l" defTabSz="3599776" rtl="0" eaLnBrk="1" latinLnBrk="0" hangingPunct="1">
        <a:spcBef>
          <a:spcPct val="20000"/>
        </a:spcBef>
        <a:buFont typeface="Arial" pitchFamily="34" charset="0"/>
        <a:buChar char="•"/>
        <a:defRPr sz="7900" kern="1200">
          <a:solidFill>
            <a:schemeClr val="tx1"/>
          </a:solidFill>
          <a:latin typeface="+mn-lt"/>
          <a:ea typeface="+mn-ea"/>
          <a:cs typeface="+mn-cs"/>
        </a:defRPr>
      </a:lvl6pPr>
      <a:lvl7pPr marL="11699272" indent="-899945" algn="l" defTabSz="3599776" rtl="0" eaLnBrk="1" latinLnBrk="0" hangingPunct="1">
        <a:spcBef>
          <a:spcPct val="20000"/>
        </a:spcBef>
        <a:buFont typeface="Arial" pitchFamily="34" charset="0"/>
        <a:buChar char="•"/>
        <a:defRPr sz="7900" kern="1200">
          <a:solidFill>
            <a:schemeClr val="tx1"/>
          </a:solidFill>
          <a:latin typeface="+mn-lt"/>
          <a:ea typeface="+mn-ea"/>
          <a:cs typeface="+mn-cs"/>
        </a:defRPr>
      </a:lvl7pPr>
      <a:lvl8pPr marL="13499161" indent="-899945" algn="l" defTabSz="3599776" rtl="0" eaLnBrk="1" latinLnBrk="0" hangingPunct="1">
        <a:spcBef>
          <a:spcPct val="20000"/>
        </a:spcBef>
        <a:buFont typeface="Arial" pitchFamily="34" charset="0"/>
        <a:buChar char="•"/>
        <a:defRPr sz="7900" kern="1200">
          <a:solidFill>
            <a:schemeClr val="tx1"/>
          </a:solidFill>
          <a:latin typeface="+mn-lt"/>
          <a:ea typeface="+mn-ea"/>
          <a:cs typeface="+mn-cs"/>
        </a:defRPr>
      </a:lvl8pPr>
      <a:lvl9pPr marL="15299049" indent="-899945" algn="l" defTabSz="3599776" rtl="0" eaLnBrk="1" latinLnBrk="0" hangingPunct="1">
        <a:spcBef>
          <a:spcPct val="20000"/>
        </a:spcBef>
        <a:buFont typeface="Arial" pitchFamily="34" charset="0"/>
        <a:buChar char="•"/>
        <a:defRPr sz="7900" kern="1200">
          <a:solidFill>
            <a:schemeClr val="tx1"/>
          </a:solidFill>
          <a:latin typeface="+mn-lt"/>
          <a:ea typeface="+mn-ea"/>
          <a:cs typeface="+mn-cs"/>
        </a:defRPr>
      </a:lvl9pPr>
    </p:bodyStyle>
    <p:otherStyle>
      <a:defPPr>
        <a:defRPr lang="en-US"/>
      </a:defPPr>
      <a:lvl1pPr marL="0" algn="l" defTabSz="3599776" rtl="0" eaLnBrk="1" latinLnBrk="0" hangingPunct="1">
        <a:defRPr sz="7100" kern="1200">
          <a:solidFill>
            <a:schemeClr val="tx1"/>
          </a:solidFill>
          <a:latin typeface="+mn-lt"/>
          <a:ea typeface="+mn-ea"/>
          <a:cs typeface="+mn-cs"/>
        </a:defRPr>
      </a:lvl1pPr>
      <a:lvl2pPr marL="1799889" algn="l" defTabSz="3599776" rtl="0" eaLnBrk="1" latinLnBrk="0" hangingPunct="1">
        <a:defRPr sz="7100" kern="1200">
          <a:solidFill>
            <a:schemeClr val="tx1"/>
          </a:solidFill>
          <a:latin typeface="+mn-lt"/>
          <a:ea typeface="+mn-ea"/>
          <a:cs typeface="+mn-cs"/>
        </a:defRPr>
      </a:lvl2pPr>
      <a:lvl3pPr marL="3599776" algn="l" defTabSz="3599776" rtl="0" eaLnBrk="1" latinLnBrk="0" hangingPunct="1">
        <a:defRPr sz="7100" kern="1200">
          <a:solidFill>
            <a:schemeClr val="tx1"/>
          </a:solidFill>
          <a:latin typeface="+mn-lt"/>
          <a:ea typeface="+mn-ea"/>
          <a:cs typeface="+mn-cs"/>
        </a:defRPr>
      </a:lvl3pPr>
      <a:lvl4pPr marL="5399664" algn="l" defTabSz="3599776" rtl="0" eaLnBrk="1" latinLnBrk="0" hangingPunct="1">
        <a:defRPr sz="7100" kern="1200">
          <a:solidFill>
            <a:schemeClr val="tx1"/>
          </a:solidFill>
          <a:latin typeface="+mn-lt"/>
          <a:ea typeface="+mn-ea"/>
          <a:cs typeface="+mn-cs"/>
        </a:defRPr>
      </a:lvl4pPr>
      <a:lvl5pPr marL="7199552" algn="l" defTabSz="3599776" rtl="0" eaLnBrk="1" latinLnBrk="0" hangingPunct="1">
        <a:defRPr sz="7100" kern="1200">
          <a:solidFill>
            <a:schemeClr val="tx1"/>
          </a:solidFill>
          <a:latin typeface="+mn-lt"/>
          <a:ea typeface="+mn-ea"/>
          <a:cs typeface="+mn-cs"/>
        </a:defRPr>
      </a:lvl5pPr>
      <a:lvl6pPr marL="8999441" algn="l" defTabSz="3599776" rtl="0" eaLnBrk="1" latinLnBrk="0" hangingPunct="1">
        <a:defRPr sz="7100" kern="1200">
          <a:solidFill>
            <a:schemeClr val="tx1"/>
          </a:solidFill>
          <a:latin typeface="+mn-lt"/>
          <a:ea typeface="+mn-ea"/>
          <a:cs typeface="+mn-cs"/>
        </a:defRPr>
      </a:lvl6pPr>
      <a:lvl7pPr marL="10799330" algn="l" defTabSz="3599776" rtl="0" eaLnBrk="1" latinLnBrk="0" hangingPunct="1">
        <a:defRPr sz="7100" kern="1200">
          <a:solidFill>
            <a:schemeClr val="tx1"/>
          </a:solidFill>
          <a:latin typeface="+mn-lt"/>
          <a:ea typeface="+mn-ea"/>
          <a:cs typeface="+mn-cs"/>
        </a:defRPr>
      </a:lvl7pPr>
      <a:lvl8pPr marL="12599217" algn="l" defTabSz="3599776" rtl="0" eaLnBrk="1" latinLnBrk="0" hangingPunct="1">
        <a:defRPr sz="7100" kern="1200">
          <a:solidFill>
            <a:schemeClr val="tx1"/>
          </a:solidFill>
          <a:latin typeface="+mn-lt"/>
          <a:ea typeface="+mn-ea"/>
          <a:cs typeface="+mn-cs"/>
        </a:defRPr>
      </a:lvl8pPr>
      <a:lvl9pPr marL="14399106" algn="l" defTabSz="3599776" rtl="0" eaLnBrk="1" latinLnBrk="0" hangingPunct="1">
        <a:defRPr sz="7100" kern="1200">
          <a:solidFill>
            <a:schemeClr val="tx1"/>
          </a:solidFill>
          <a:latin typeface="+mn-lt"/>
          <a:ea typeface="+mn-ea"/>
          <a:cs typeface="+mn-cs"/>
        </a:defRPr>
      </a:lvl9pPr>
    </p:otherStyle>
  </p:txStyles>
</p:sldMaster>
</file>

<file path=ppt/slideMasters/slideMaster2.xml><?xml version="1.0" encoding="utf-8"?>
<p:sldMaster xmlns:a="http://schemas.openxmlformats.org/drawingml/2006/main" xmlns:r="http://schemas.openxmlformats.org/officeDocument/2006/relationships" xmlns:p="http://schemas.openxmlformats.org/presentationml/2006/main" preserve="1">
  <p:cSld>
    <p:bg>
      <p:bgPr>
        <a:solidFill>
          <a:schemeClr val="bg1"/>
        </a:solidFill>
        <a:effectLst/>
      </p:bgPr>
    </p:bg>
    <p:spTree>
      <p:nvGrpSpPr>
        <p:cNvPr id="1" name=""/>
        <p:cNvGrpSpPr/>
        <p:nvPr/>
      </p:nvGrpSpPr>
      <p:grpSpPr>
        <a:xfrm>
          <a:off x="0" y="0"/>
          <a:ext cx="0" cy="0"/>
          <a:chOff x="0" y="0"/>
          <a:chExt cx="0" cy="0"/>
        </a:xfrm>
      </p:grpSpPr>
      <p:grpSp>
        <p:nvGrpSpPr>
          <p:cNvPr id="3" name="Group 2">
            <a:extLst>
              <a:ext uri="{FF2B5EF4-FFF2-40B4-BE49-F238E27FC236}">
                <a16:creationId xmlns:a16="http://schemas.microsoft.com/office/drawing/2014/main" id="{4F5351D2-4B9C-6B4B-AC02-8BA80ECA0317}"/>
              </a:ext>
            </a:extLst>
          </p:cNvPr>
          <p:cNvGrpSpPr/>
          <p:nvPr userDrawn="1"/>
        </p:nvGrpSpPr>
        <p:grpSpPr>
          <a:xfrm>
            <a:off x="-282256" y="-251209"/>
            <a:ext cx="25648282" cy="36391624"/>
            <a:chOff x="-282256" y="-251209"/>
            <a:chExt cx="25648282" cy="36391624"/>
          </a:xfrm>
        </p:grpSpPr>
        <p:sp>
          <p:nvSpPr>
            <p:cNvPr id="40" name="Freeform 39"/>
            <p:cNvSpPr/>
            <p:nvPr userDrawn="1"/>
          </p:nvSpPr>
          <p:spPr>
            <a:xfrm>
              <a:off x="-240584" y="-231258"/>
              <a:ext cx="25606610" cy="36371673"/>
            </a:xfrm>
            <a:custGeom>
              <a:avLst/>
              <a:gdLst>
                <a:gd name="connsiteX0" fmla="*/ 0 w 44005500"/>
                <a:gd name="connsiteY0" fmla="*/ 0 h 32956500"/>
                <a:gd name="connsiteX1" fmla="*/ 44005500 w 44005500"/>
                <a:gd name="connsiteY1" fmla="*/ 32956500 h 32956500"/>
                <a:gd name="connsiteX2" fmla="*/ 38100 w 44005500"/>
                <a:gd name="connsiteY2" fmla="*/ 32918400 h 32956500"/>
                <a:gd name="connsiteX3" fmla="*/ 0 w 44005500"/>
                <a:gd name="connsiteY3" fmla="*/ 0 h 32956500"/>
              </a:gdLst>
              <a:ahLst/>
              <a:cxnLst>
                <a:cxn ang="0">
                  <a:pos x="connsiteX0" y="connsiteY0"/>
                </a:cxn>
                <a:cxn ang="0">
                  <a:pos x="connsiteX1" y="connsiteY1"/>
                </a:cxn>
                <a:cxn ang="0">
                  <a:pos x="connsiteX2" y="connsiteY2"/>
                </a:cxn>
                <a:cxn ang="0">
                  <a:pos x="connsiteX3" y="connsiteY3"/>
                </a:cxn>
              </a:cxnLst>
              <a:rect l="l" t="t" r="r" b="b"/>
              <a:pathLst>
                <a:path w="44005500" h="32956500">
                  <a:moveTo>
                    <a:pt x="0" y="0"/>
                  </a:moveTo>
                  <a:lnTo>
                    <a:pt x="44005500" y="32956500"/>
                  </a:lnTo>
                  <a:lnTo>
                    <a:pt x="38100" y="32918400"/>
                  </a:lnTo>
                  <a:lnTo>
                    <a:pt x="0" y="0"/>
                  </a:lnTo>
                  <a:close/>
                </a:path>
              </a:pathLst>
            </a:custGeom>
            <a:gradFill>
              <a:gsLst>
                <a:gs pos="79000">
                  <a:schemeClr val="accent1">
                    <a:lumMod val="40000"/>
                    <a:lumOff val="60000"/>
                  </a:schemeClr>
                </a:gs>
                <a:gs pos="13000">
                  <a:schemeClr val="accent1">
                    <a:lumMod val="30000"/>
                    <a:lumOff val="70000"/>
                  </a:schemeClr>
                </a:gs>
              </a:gsLst>
              <a:lin ang="5400000" scaled="1"/>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42" name="Freeform 41"/>
            <p:cNvSpPr/>
            <p:nvPr userDrawn="1"/>
          </p:nvSpPr>
          <p:spPr>
            <a:xfrm flipH="1" flipV="1">
              <a:off x="-240585" y="-231258"/>
              <a:ext cx="25606609" cy="36352958"/>
            </a:xfrm>
            <a:custGeom>
              <a:avLst/>
              <a:gdLst>
                <a:gd name="connsiteX0" fmla="*/ 0 w 44005500"/>
                <a:gd name="connsiteY0" fmla="*/ 0 h 32956500"/>
                <a:gd name="connsiteX1" fmla="*/ 44005500 w 44005500"/>
                <a:gd name="connsiteY1" fmla="*/ 32956500 h 32956500"/>
                <a:gd name="connsiteX2" fmla="*/ 38100 w 44005500"/>
                <a:gd name="connsiteY2" fmla="*/ 32918400 h 32956500"/>
                <a:gd name="connsiteX3" fmla="*/ 0 w 44005500"/>
                <a:gd name="connsiteY3" fmla="*/ 0 h 32956500"/>
              </a:gdLst>
              <a:ahLst/>
              <a:cxnLst>
                <a:cxn ang="0">
                  <a:pos x="connsiteX0" y="connsiteY0"/>
                </a:cxn>
                <a:cxn ang="0">
                  <a:pos x="connsiteX1" y="connsiteY1"/>
                </a:cxn>
                <a:cxn ang="0">
                  <a:pos x="connsiteX2" y="connsiteY2"/>
                </a:cxn>
                <a:cxn ang="0">
                  <a:pos x="connsiteX3" y="connsiteY3"/>
                </a:cxn>
              </a:cxnLst>
              <a:rect l="l" t="t" r="r" b="b"/>
              <a:pathLst>
                <a:path w="44005500" h="32956500">
                  <a:moveTo>
                    <a:pt x="0" y="0"/>
                  </a:moveTo>
                  <a:lnTo>
                    <a:pt x="44005500" y="32956500"/>
                  </a:lnTo>
                  <a:lnTo>
                    <a:pt x="38100" y="32918400"/>
                  </a:lnTo>
                  <a:lnTo>
                    <a:pt x="0" y="0"/>
                  </a:lnTo>
                  <a:close/>
                </a:path>
              </a:pathLst>
            </a:custGeom>
            <a:gradFill>
              <a:gsLst>
                <a:gs pos="41000">
                  <a:schemeClr val="bg2"/>
                </a:gs>
                <a:gs pos="100000">
                  <a:schemeClr val="accent1">
                    <a:lumMod val="30000"/>
                    <a:lumOff val="70000"/>
                  </a:schemeClr>
                </a:gs>
              </a:gsLst>
              <a:lin ang="5400000" scaled="1"/>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3" name="Freeform 42"/>
            <p:cNvSpPr/>
            <p:nvPr userDrawn="1"/>
          </p:nvSpPr>
          <p:spPr>
            <a:xfrm>
              <a:off x="-282256" y="-251209"/>
              <a:ext cx="25648281" cy="36391624"/>
            </a:xfrm>
            <a:custGeom>
              <a:avLst/>
              <a:gdLst>
                <a:gd name="connsiteX0" fmla="*/ 36576 w 39026592"/>
                <a:gd name="connsiteY0" fmla="*/ 0 h 30614112"/>
                <a:gd name="connsiteX1" fmla="*/ 15837408 w 39026592"/>
                <a:gd name="connsiteY1" fmla="*/ 30614112 h 30614112"/>
                <a:gd name="connsiteX2" fmla="*/ 39026592 w 39026592"/>
                <a:gd name="connsiteY2" fmla="*/ 13350240 h 30614112"/>
                <a:gd name="connsiteX3" fmla="*/ 0 w 39026592"/>
                <a:gd name="connsiteY3" fmla="*/ 73152 h 30614112"/>
                <a:gd name="connsiteX4" fmla="*/ 109728 w 39026592"/>
                <a:gd name="connsiteY4" fmla="*/ 146304 h 30614112"/>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39026592" h="30614112">
                  <a:moveTo>
                    <a:pt x="36576" y="0"/>
                  </a:moveTo>
                  <a:lnTo>
                    <a:pt x="15837408" y="30614112"/>
                  </a:lnTo>
                  <a:lnTo>
                    <a:pt x="39026592" y="13350240"/>
                  </a:lnTo>
                  <a:lnTo>
                    <a:pt x="0" y="73152"/>
                  </a:lnTo>
                  <a:lnTo>
                    <a:pt x="109728" y="146304"/>
                  </a:lnTo>
                </a:path>
              </a:pathLst>
            </a:custGeom>
            <a:gradFill flip="none" rotWithShape="1">
              <a:gsLst>
                <a:gs pos="0">
                  <a:schemeClr val="bg1"/>
                </a:gs>
                <a:gs pos="76000">
                  <a:schemeClr val="accent1">
                    <a:lumMod val="30000"/>
                    <a:lumOff val="70000"/>
                    <a:alpha val="0"/>
                  </a:schemeClr>
                </a:gs>
              </a:gsLst>
              <a:path path="rect">
                <a:fillToRect r="100000" b="100000"/>
              </a:path>
              <a:tileRect l="-100000" t="-10000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spTree>
    <p:extLst>
      <p:ext uri="{BB962C8B-B14F-4D97-AF65-F5344CB8AC3E}">
        <p14:creationId xmlns:p14="http://schemas.microsoft.com/office/powerpoint/2010/main" val="3627783235"/>
      </p:ext>
    </p:extLst>
  </p:cSld>
  <p:clrMap bg1="lt1" tx1="dk1" bg2="lt2" tx2="dk2" accent1="accent1" accent2="accent2" accent3="accent3" accent4="accent4" accent5="accent5" accent6="accent6" hlink="hlink" folHlink="folHlink"/>
  <p:sldLayoutIdLst>
    <p:sldLayoutId id="2147483661" r:id="rId1"/>
  </p:sldLayoutIdLst>
  <p:txStyles>
    <p:titleStyle>
      <a:lvl1pPr algn="ctr" defTabSz="3599776" rtl="0" eaLnBrk="1" latinLnBrk="0" hangingPunct="1">
        <a:spcBef>
          <a:spcPct val="0"/>
        </a:spcBef>
        <a:buNone/>
        <a:defRPr sz="7200" kern="1200">
          <a:solidFill>
            <a:schemeClr val="bg1"/>
          </a:solidFill>
          <a:latin typeface="Trebuchet MS" pitchFamily="34" charset="0"/>
          <a:ea typeface="+mj-ea"/>
          <a:cs typeface="+mj-cs"/>
        </a:defRPr>
      </a:lvl1pPr>
    </p:titleStyle>
    <p:bodyStyle>
      <a:lvl1pPr marL="1349916" indent="-1349916" algn="l" defTabSz="3599776" rtl="0" eaLnBrk="1" latinLnBrk="0" hangingPunct="1">
        <a:spcBef>
          <a:spcPct val="20000"/>
        </a:spcBef>
        <a:buFont typeface="Arial" pitchFamily="34" charset="0"/>
        <a:buChar char="•"/>
        <a:defRPr sz="12600" kern="1200">
          <a:solidFill>
            <a:schemeClr val="tx1"/>
          </a:solidFill>
          <a:latin typeface="+mn-lt"/>
          <a:ea typeface="+mn-ea"/>
          <a:cs typeface="+mn-cs"/>
        </a:defRPr>
      </a:lvl1pPr>
      <a:lvl2pPr marL="2924818" indent="-1124930" algn="l" defTabSz="3599776" rtl="0" eaLnBrk="1" latinLnBrk="0" hangingPunct="1">
        <a:spcBef>
          <a:spcPct val="20000"/>
        </a:spcBef>
        <a:buFont typeface="Arial" pitchFamily="34" charset="0"/>
        <a:buChar char="–"/>
        <a:defRPr sz="11100" kern="1200">
          <a:solidFill>
            <a:schemeClr val="tx1"/>
          </a:solidFill>
          <a:latin typeface="+mn-lt"/>
          <a:ea typeface="+mn-ea"/>
          <a:cs typeface="+mn-cs"/>
        </a:defRPr>
      </a:lvl2pPr>
      <a:lvl3pPr marL="4499721" indent="-899945" algn="l" defTabSz="3599776" rtl="0" eaLnBrk="1" latinLnBrk="0" hangingPunct="1">
        <a:spcBef>
          <a:spcPct val="20000"/>
        </a:spcBef>
        <a:buFont typeface="Arial" pitchFamily="34" charset="0"/>
        <a:buChar char="•"/>
        <a:defRPr sz="9500" kern="1200">
          <a:solidFill>
            <a:schemeClr val="tx1"/>
          </a:solidFill>
          <a:latin typeface="+mn-lt"/>
          <a:ea typeface="+mn-ea"/>
          <a:cs typeface="+mn-cs"/>
        </a:defRPr>
      </a:lvl3pPr>
      <a:lvl4pPr marL="6299609" indent="-899945" algn="l" defTabSz="3599776" rtl="0" eaLnBrk="1" latinLnBrk="0" hangingPunct="1">
        <a:spcBef>
          <a:spcPct val="20000"/>
        </a:spcBef>
        <a:buFont typeface="Arial" pitchFamily="34" charset="0"/>
        <a:buChar char="–"/>
        <a:defRPr sz="7900" kern="1200">
          <a:solidFill>
            <a:schemeClr val="tx1"/>
          </a:solidFill>
          <a:latin typeface="+mn-lt"/>
          <a:ea typeface="+mn-ea"/>
          <a:cs typeface="+mn-cs"/>
        </a:defRPr>
      </a:lvl4pPr>
      <a:lvl5pPr marL="8099496" indent="-899945" algn="l" defTabSz="3599776" rtl="0" eaLnBrk="1" latinLnBrk="0" hangingPunct="1">
        <a:spcBef>
          <a:spcPct val="20000"/>
        </a:spcBef>
        <a:buFont typeface="Arial" pitchFamily="34" charset="0"/>
        <a:buChar char="»"/>
        <a:defRPr sz="7900" kern="1200">
          <a:solidFill>
            <a:schemeClr val="tx1"/>
          </a:solidFill>
          <a:latin typeface="+mn-lt"/>
          <a:ea typeface="+mn-ea"/>
          <a:cs typeface="+mn-cs"/>
        </a:defRPr>
      </a:lvl5pPr>
      <a:lvl6pPr marL="9899385" indent="-899945" algn="l" defTabSz="3599776" rtl="0" eaLnBrk="1" latinLnBrk="0" hangingPunct="1">
        <a:spcBef>
          <a:spcPct val="20000"/>
        </a:spcBef>
        <a:buFont typeface="Arial" pitchFamily="34" charset="0"/>
        <a:buChar char="•"/>
        <a:defRPr sz="7900" kern="1200">
          <a:solidFill>
            <a:schemeClr val="tx1"/>
          </a:solidFill>
          <a:latin typeface="+mn-lt"/>
          <a:ea typeface="+mn-ea"/>
          <a:cs typeface="+mn-cs"/>
        </a:defRPr>
      </a:lvl6pPr>
      <a:lvl7pPr marL="11699272" indent="-899945" algn="l" defTabSz="3599776" rtl="0" eaLnBrk="1" latinLnBrk="0" hangingPunct="1">
        <a:spcBef>
          <a:spcPct val="20000"/>
        </a:spcBef>
        <a:buFont typeface="Arial" pitchFamily="34" charset="0"/>
        <a:buChar char="•"/>
        <a:defRPr sz="7900" kern="1200">
          <a:solidFill>
            <a:schemeClr val="tx1"/>
          </a:solidFill>
          <a:latin typeface="+mn-lt"/>
          <a:ea typeface="+mn-ea"/>
          <a:cs typeface="+mn-cs"/>
        </a:defRPr>
      </a:lvl7pPr>
      <a:lvl8pPr marL="13499161" indent="-899945" algn="l" defTabSz="3599776" rtl="0" eaLnBrk="1" latinLnBrk="0" hangingPunct="1">
        <a:spcBef>
          <a:spcPct val="20000"/>
        </a:spcBef>
        <a:buFont typeface="Arial" pitchFamily="34" charset="0"/>
        <a:buChar char="•"/>
        <a:defRPr sz="7900" kern="1200">
          <a:solidFill>
            <a:schemeClr val="tx1"/>
          </a:solidFill>
          <a:latin typeface="+mn-lt"/>
          <a:ea typeface="+mn-ea"/>
          <a:cs typeface="+mn-cs"/>
        </a:defRPr>
      </a:lvl8pPr>
      <a:lvl9pPr marL="15299049" indent="-899945" algn="l" defTabSz="3599776" rtl="0" eaLnBrk="1" latinLnBrk="0" hangingPunct="1">
        <a:spcBef>
          <a:spcPct val="20000"/>
        </a:spcBef>
        <a:buFont typeface="Arial" pitchFamily="34" charset="0"/>
        <a:buChar char="•"/>
        <a:defRPr sz="7900" kern="1200">
          <a:solidFill>
            <a:schemeClr val="tx1"/>
          </a:solidFill>
          <a:latin typeface="+mn-lt"/>
          <a:ea typeface="+mn-ea"/>
          <a:cs typeface="+mn-cs"/>
        </a:defRPr>
      </a:lvl9pPr>
    </p:bodyStyle>
    <p:otherStyle>
      <a:defPPr>
        <a:defRPr lang="en-US"/>
      </a:defPPr>
      <a:lvl1pPr marL="0" algn="l" defTabSz="3599776" rtl="0" eaLnBrk="1" latinLnBrk="0" hangingPunct="1">
        <a:defRPr sz="7100" kern="1200">
          <a:solidFill>
            <a:schemeClr val="tx1"/>
          </a:solidFill>
          <a:latin typeface="+mn-lt"/>
          <a:ea typeface="+mn-ea"/>
          <a:cs typeface="+mn-cs"/>
        </a:defRPr>
      </a:lvl1pPr>
      <a:lvl2pPr marL="1799889" algn="l" defTabSz="3599776" rtl="0" eaLnBrk="1" latinLnBrk="0" hangingPunct="1">
        <a:defRPr sz="7100" kern="1200">
          <a:solidFill>
            <a:schemeClr val="tx1"/>
          </a:solidFill>
          <a:latin typeface="+mn-lt"/>
          <a:ea typeface="+mn-ea"/>
          <a:cs typeface="+mn-cs"/>
        </a:defRPr>
      </a:lvl2pPr>
      <a:lvl3pPr marL="3599776" algn="l" defTabSz="3599776" rtl="0" eaLnBrk="1" latinLnBrk="0" hangingPunct="1">
        <a:defRPr sz="7100" kern="1200">
          <a:solidFill>
            <a:schemeClr val="tx1"/>
          </a:solidFill>
          <a:latin typeface="+mn-lt"/>
          <a:ea typeface="+mn-ea"/>
          <a:cs typeface="+mn-cs"/>
        </a:defRPr>
      </a:lvl3pPr>
      <a:lvl4pPr marL="5399664" algn="l" defTabSz="3599776" rtl="0" eaLnBrk="1" latinLnBrk="0" hangingPunct="1">
        <a:defRPr sz="7100" kern="1200">
          <a:solidFill>
            <a:schemeClr val="tx1"/>
          </a:solidFill>
          <a:latin typeface="+mn-lt"/>
          <a:ea typeface="+mn-ea"/>
          <a:cs typeface="+mn-cs"/>
        </a:defRPr>
      </a:lvl4pPr>
      <a:lvl5pPr marL="7199552" algn="l" defTabSz="3599776" rtl="0" eaLnBrk="1" latinLnBrk="0" hangingPunct="1">
        <a:defRPr sz="7100" kern="1200">
          <a:solidFill>
            <a:schemeClr val="tx1"/>
          </a:solidFill>
          <a:latin typeface="+mn-lt"/>
          <a:ea typeface="+mn-ea"/>
          <a:cs typeface="+mn-cs"/>
        </a:defRPr>
      </a:lvl5pPr>
      <a:lvl6pPr marL="8999441" algn="l" defTabSz="3599776" rtl="0" eaLnBrk="1" latinLnBrk="0" hangingPunct="1">
        <a:defRPr sz="7100" kern="1200">
          <a:solidFill>
            <a:schemeClr val="tx1"/>
          </a:solidFill>
          <a:latin typeface="+mn-lt"/>
          <a:ea typeface="+mn-ea"/>
          <a:cs typeface="+mn-cs"/>
        </a:defRPr>
      </a:lvl6pPr>
      <a:lvl7pPr marL="10799330" algn="l" defTabSz="3599776" rtl="0" eaLnBrk="1" latinLnBrk="0" hangingPunct="1">
        <a:defRPr sz="7100" kern="1200">
          <a:solidFill>
            <a:schemeClr val="tx1"/>
          </a:solidFill>
          <a:latin typeface="+mn-lt"/>
          <a:ea typeface="+mn-ea"/>
          <a:cs typeface="+mn-cs"/>
        </a:defRPr>
      </a:lvl7pPr>
      <a:lvl8pPr marL="12599217" algn="l" defTabSz="3599776" rtl="0" eaLnBrk="1" latinLnBrk="0" hangingPunct="1">
        <a:defRPr sz="7100" kern="1200">
          <a:solidFill>
            <a:schemeClr val="tx1"/>
          </a:solidFill>
          <a:latin typeface="+mn-lt"/>
          <a:ea typeface="+mn-ea"/>
          <a:cs typeface="+mn-cs"/>
        </a:defRPr>
      </a:lvl8pPr>
      <a:lvl9pPr marL="14399106" algn="l" defTabSz="3599776" rtl="0" eaLnBrk="1" latinLnBrk="0" hangingPunct="1">
        <a:defRPr sz="7100" kern="1200">
          <a:solidFill>
            <a:schemeClr val="tx1"/>
          </a:solidFill>
          <a:latin typeface="+mn-lt"/>
          <a:ea typeface="+mn-ea"/>
          <a:cs typeface="+mn-cs"/>
        </a:defRPr>
      </a:lvl9pPr>
    </p:otherStyle>
  </p:txStyles>
</p:sldMaster>
</file>

<file path=ppt/slideMasters/slideMaster3.xml><?xml version="1.0" encoding="utf-8"?>
<p:sldMaster xmlns:a="http://schemas.openxmlformats.org/drawingml/2006/main" xmlns:r="http://schemas.openxmlformats.org/officeDocument/2006/relationships" xmlns:p="http://schemas.openxmlformats.org/presentationml/2006/main" preserve="1">
  <p:cSld>
    <p:bg>
      <p:bgPr>
        <a:solidFill>
          <a:schemeClr val="bg1"/>
        </a:solidFill>
        <a:effectLst/>
      </p:bgPr>
    </p:bg>
    <p:spTree>
      <p:nvGrpSpPr>
        <p:cNvPr id="1" name=""/>
        <p:cNvGrpSpPr/>
        <p:nvPr/>
      </p:nvGrpSpPr>
      <p:grpSpPr>
        <a:xfrm>
          <a:off x="0" y="0"/>
          <a:ext cx="0" cy="0"/>
          <a:chOff x="0" y="0"/>
          <a:chExt cx="0" cy="0"/>
        </a:xfrm>
      </p:grpSpPr>
      <p:graphicFrame>
        <p:nvGraphicFramePr>
          <p:cNvPr id="36" name="Table 35">
            <a:extLst>
              <a:ext uri="{FF2B5EF4-FFF2-40B4-BE49-F238E27FC236}">
                <a16:creationId xmlns:a16="http://schemas.microsoft.com/office/drawing/2014/main" id="{BE4C25E8-A394-434E-8360-04CD8A1473B8}"/>
              </a:ext>
            </a:extLst>
          </p:cNvPr>
          <p:cNvGraphicFramePr>
            <a:graphicFrameLocks noGrp="1"/>
          </p:cNvGraphicFramePr>
          <p:nvPr userDrawn="1">
            <p:extLst>
              <p:ext uri="{D42A27DB-BD31-4B8C-83A1-F6EECF244321}">
                <p14:modId xmlns:p14="http://schemas.microsoft.com/office/powerpoint/2010/main" val="4020684293"/>
              </p:ext>
            </p:extLst>
          </p:nvPr>
        </p:nvGraphicFramePr>
        <p:xfrm>
          <a:off x="-10750964" y="37356"/>
          <a:ext cx="10290587" cy="35976294"/>
        </p:xfrm>
        <a:graphic>
          <a:graphicData uri="http://schemas.openxmlformats.org/drawingml/2006/table">
            <a:tbl>
              <a:tblPr firstRow="1" bandRow="1">
                <a:tableStyleId>{5C22544A-7EE6-4342-B048-85BDC9FD1C3A}</a:tableStyleId>
              </a:tblPr>
              <a:tblGrid>
                <a:gridCol w="4412520">
                  <a:extLst>
                    <a:ext uri="{9D8B030D-6E8A-4147-A177-3AD203B41FA5}">
                      <a16:colId xmlns:a16="http://schemas.microsoft.com/office/drawing/2014/main" val="20000"/>
                    </a:ext>
                  </a:extLst>
                </a:gridCol>
                <a:gridCol w="5878067">
                  <a:extLst>
                    <a:ext uri="{9D8B030D-6E8A-4147-A177-3AD203B41FA5}">
                      <a16:colId xmlns:a16="http://schemas.microsoft.com/office/drawing/2014/main" val="20001"/>
                    </a:ext>
                  </a:extLst>
                </a:gridCol>
              </a:tblGrid>
              <a:tr h="1392775">
                <a:tc gridSpan="2">
                  <a:txBody>
                    <a:bodyPr/>
                    <a:lstStyle/>
                    <a:p>
                      <a:pPr marL="0" marR="0" indent="0" algn="ctr" defTabSz="4388900" rtl="0" eaLnBrk="1" fontAlgn="auto" latinLnBrk="0" hangingPunct="1">
                        <a:lnSpc>
                          <a:spcPct val="100000"/>
                        </a:lnSpc>
                        <a:spcBef>
                          <a:spcPts val="0"/>
                        </a:spcBef>
                        <a:spcAft>
                          <a:spcPts val="0"/>
                        </a:spcAft>
                        <a:buClrTx/>
                        <a:buSzTx/>
                        <a:buFontTx/>
                        <a:buNone/>
                        <a:tabLst/>
                        <a:defRPr/>
                      </a:pPr>
                      <a:r>
                        <a:rPr lang="en-US" sz="4000" b="0" spc="600" dirty="0">
                          <a:solidFill>
                            <a:srgbClr val="1F3A4E"/>
                          </a:solidFill>
                          <a:latin typeface="Arial Black" panose="020B0A04020102020204" pitchFamily="34" charset="0"/>
                        </a:rPr>
                        <a:t>QUICK START GUIDE</a:t>
                      </a:r>
                      <a:br>
                        <a:rPr lang="en-US" sz="4000" b="0" spc="600" dirty="0">
                          <a:solidFill>
                            <a:srgbClr val="1F3A4E"/>
                          </a:solidFill>
                          <a:latin typeface="Arial Black" panose="020B0A04020102020204" pitchFamily="34" charset="0"/>
                        </a:rPr>
                      </a:br>
                      <a:r>
                        <a:rPr lang="en-US" sz="3200" b="1" spc="0" dirty="0">
                          <a:solidFill>
                            <a:srgbClr val="FF0000"/>
                          </a:solidFill>
                          <a:latin typeface="Trebuchet MS" pitchFamily="34" charset="0"/>
                        </a:rPr>
                        <a:t>(THIS SIDEBAR WILL NOT PRINT)</a:t>
                      </a:r>
                      <a:endParaRPr lang="en-US" sz="4000" b="1" spc="600" dirty="0">
                        <a:solidFill>
                          <a:schemeClr val="bg1"/>
                        </a:solidFill>
                        <a:latin typeface="Trebuchet MS" pitchFamily="34" charset="0"/>
                      </a:endParaRPr>
                    </a:p>
                  </a:txBody>
                  <a:tcPr marL="182880" marT="137160">
                    <a:solidFill>
                      <a:srgbClr val="FFC000"/>
                    </a:solidFill>
                  </a:tcPr>
                </a:tc>
                <a:tc hMerge="1">
                  <a:txBody>
                    <a:bodyPr/>
                    <a:lstStyle/>
                    <a:p>
                      <a:endParaRPr lang="en-US" dirty="0"/>
                    </a:p>
                  </a:txBody>
                  <a:tcPr/>
                </a:tc>
                <a:extLst>
                  <a:ext uri="{0D108BD9-81ED-4DB2-BD59-A6C34878D82A}">
                    <a16:rowId xmlns:a16="http://schemas.microsoft.com/office/drawing/2014/main" val="10000"/>
                  </a:ext>
                </a:extLst>
              </a:tr>
              <a:tr h="4281487">
                <a:tc gridSpan="2">
                  <a:txBody>
                    <a:bodyPr/>
                    <a:lstStyle/>
                    <a:p>
                      <a:pPr defTabSz="3765639"/>
                      <a:r>
                        <a:rPr lang="en-US" sz="2400" i="0" dirty="0">
                          <a:solidFill>
                            <a:srgbClr val="D9D9D9"/>
                          </a:solidFill>
                          <a:latin typeface="Arial"/>
                          <a:cs typeface="Arial"/>
                        </a:rPr>
                        <a:t>This PowerPoint template produces a </a:t>
                      </a:r>
                      <a:r>
                        <a:rPr lang="en-US" sz="2400" b="1" i="0" dirty="0">
                          <a:solidFill>
                            <a:srgbClr val="FFC000"/>
                          </a:solidFill>
                          <a:latin typeface="Arial"/>
                          <a:cs typeface="Arial"/>
                        </a:rPr>
                        <a:t>70x100cm</a:t>
                      </a:r>
                      <a:r>
                        <a:rPr lang="en-US" sz="2400" i="0" dirty="0">
                          <a:solidFill>
                            <a:srgbClr val="FFC000"/>
                          </a:solidFill>
                          <a:latin typeface="Arial"/>
                          <a:cs typeface="Arial"/>
                        </a:rPr>
                        <a:t> </a:t>
                      </a:r>
                      <a:r>
                        <a:rPr lang="en-US" sz="2400" i="0" dirty="0">
                          <a:solidFill>
                            <a:srgbClr val="D9D9D9"/>
                          </a:solidFill>
                          <a:latin typeface="Arial"/>
                          <a:cs typeface="Arial"/>
                        </a:rPr>
                        <a:t>presentation poster. You can use it to create your research poster by placing your title, subtitle, text, tables, charts and photos. </a:t>
                      </a:r>
                    </a:p>
                    <a:p>
                      <a:pPr defTabSz="3765639"/>
                      <a:endParaRPr lang="en-US" sz="2400" i="0" dirty="0">
                        <a:solidFill>
                          <a:srgbClr val="D9D9D9"/>
                        </a:solidFill>
                        <a:latin typeface="Arial"/>
                        <a:cs typeface="Arial"/>
                      </a:endParaRPr>
                    </a:p>
                    <a:p>
                      <a:pPr defTabSz="3765639"/>
                      <a:r>
                        <a:rPr lang="en-US" sz="2400" i="0" dirty="0">
                          <a:solidFill>
                            <a:srgbClr val="D9D9D9"/>
                          </a:solidFill>
                          <a:latin typeface="Arial"/>
                          <a:cs typeface="Arial"/>
                        </a:rPr>
                        <a:t>We provide a series of online tutorials that will guide you through the poster design process and answer your poster production questions. For complete template tutorials, go online to </a:t>
                      </a:r>
                      <a:r>
                        <a:rPr lang="en-US" sz="2400" i="0" dirty="0" err="1">
                          <a:solidFill>
                            <a:srgbClr val="FFC000"/>
                          </a:solidFill>
                          <a:latin typeface="Arial"/>
                          <a:cs typeface="Arial"/>
                        </a:rPr>
                        <a:t>PosterPresentations.com</a:t>
                      </a:r>
                      <a:r>
                        <a:rPr lang="en-US" sz="2400" i="0" dirty="0">
                          <a:solidFill>
                            <a:srgbClr val="D9D9D9"/>
                          </a:solidFill>
                          <a:latin typeface="Arial"/>
                          <a:cs typeface="Arial"/>
                        </a:rPr>
                        <a:t> and click on the  </a:t>
                      </a:r>
                      <a:r>
                        <a:rPr lang="en-US" sz="2400" i="0" dirty="0">
                          <a:solidFill>
                            <a:srgbClr val="FFC000"/>
                          </a:solidFill>
                          <a:latin typeface="Arial"/>
                          <a:cs typeface="Arial"/>
                        </a:rPr>
                        <a:t>HELP DESK</a:t>
                      </a:r>
                      <a:r>
                        <a:rPr lang="en-US" sz="2400" i="0" baseline="0" dirty="0">
                          <a:solidFill>
                            <a:srgbClr val="D9D9D9"/>
                          </a:solidFill>
                          <a:latin typeface="Arial"/>
                          <a:cs typeface="Arial"/>
                        </a:rPr>
                        <a:t> </a:t>
                      </a:r>
                      <a:r>
                        <a:rPr lang="en-US" sz="2400" i="0" dirty="0">
                          <a:solidFill>
                            <a:srgbClr val="D9D9D9"/>
                          </a:solidFill>
                          <a:latin typeface="Arial"/>
                          <a:cs typeface="Arial"/>
                        </a:rPr>
                        <a:t>tab.</a:t>
                      </a:r>
                    </a:p>
                    <a:p>
                      <a:pPr defTabSz="3765639"/>
                      <a:endParaRPr lang="en-US" sz="2400" i="0" dirty="0">
                        <a:solidFill>
                          <a:srgbClr val="D9D9D9"/>
                        </a:solidFill>
                        <a:latin typeface="Arial"/>
                        <a:cs typeface="Arial"/>
                      </a:endParaRPr>
                    </a:p>
                    <a:p>
                      <a:pPr defTabSz="3765639"/>
                      <a:r>
                        <a:rPr lang="en-US" sz="2400" i="0" dirty="0">
                          <a:solidFill>
                            <a:srgbClr val="D9D9D9"/>
                          </a:solidFill>
                          <a:latin typeface="Arial"/>
                          <a:cs typeface="Arial"/>
                        </a:rPr>
                        <a:t>To print your poster using our same-day professional printing service, go online to </a:t>
                      </a:r>
                      <a:r>
                        <a:rPr lang="en-US" sz="2400" i="0" dirty="0" err="1">
                          <a:solidFill>
                            <a:srgbClr val="FFC000"/>
                          </a:solidFill>
                          <a:latin typeface="Arial"/>
                          <a:cs typeface="Arial"/>
                        </a:rPr>
                        <a:t>PosterPresentations.com</a:t>
                      </a:r>
                      <a:r>
                        <a:rPr lang="en-US" sz="2400" i="0" dirty="0">
                          <a:solidFill>
                            <a:srgbClr val="D9D9D9"/>
                          </a:solidFill>
                          <a:latin typeface="Arial"/>
                          <a:cs typeface="Arial"/>
                        </a:rPr>
                        <a:t> and click on "</a:t>
                      </a:r>
                      <a:r>
                        <a:rPr lang="en-US" sz="2400" i="0" dirty="0">
                          <a:solidFill>
                            <a:srgbClr val="FFC000"/>
                          </a:solidFill>
                          <a:latin typeface="Arial"/>
                          <a:cs typeface="Arial"/>
                        </a:rPr>
                        <a:t>Order your poster</a:t>
                      </a:r>
                      <a:r>
                        <a:rPr lang="en-US" sz="2400" i="0" dirty="0">
                          <a:solidFill>
                            <a:srgbClr val="D9D9D9"/>
                          </a:solidFill>
                          <a:latin typeface="Arial"/>
                          <a:cs typeface="Arial"/>
                        </a:rPr>
                        <a:t>".</a:t>
                      </a:r>
                      <a:endParaRPr lang="en-US" sz="2400" b="1" dirty="0">
                        <a:solidFill>
                          <a:srgbClr val="D9D9D9"/>
                        </a:solidFill>
                        <a:latin typeface="Arial"/>
                        <a:cs typeface="Arial"/>
                      </a:endParaRPr>
                    </a:p>
                  </a:txBody>
                  <a:tcPr marL="182880" marT="137160">
                    <a:solidFill>
                      <a:srgbClr val="010101"/>
                    </a:solidFill>
                  </a:tcPr>
                </a:tc>
                <a:tc hMerge="1">
                  <a:txBody>
                    <a:bodyPr/>
                    <a:lstStyle/>
                    <a:p>
                      <a:pPr marL="0" indent="0" algn="l" defTabSz="114300"/>
                      <a:endParaRPr lang="en-US" sz="2400" b="0" baseline="0" dirty="0">
                        <a:solidFill>
                          <a:srgbClr val="FFC000"/>
                        </a:solidFill>
                        <a:latin typeface="Arial" panose="020B0604020202020204" pitchFamily="34" charset="0"/>
                        <a:cs typeface="Arial" panose="020B0604020202020204" pitchFamily="34" charset="0"/>
                      </a:endParaRPr>
                    </a:p>
                  </a:txBody>
                  <a:tcPr>
                    <a:solidFill>
                      <a:schemeClr val="tx1">
                        <a:lumMod val="95000"/>
                        <a:lumOff val="5000"/>
                      </a:schemeClr>
                    </a:solidFill>
                  </a:tcPr>
                </a:tc>
                <a:extLst>
                  <a:ext uri="{0D108BD9-81ED-4DB2-BD59-A6C34878D82A}">
                    <a16:rowId xmlns:a16="http://schemas.microsoft.com/office/drawing/2014/main" val="677555919"/>
                  </a:ext>
                </a:extLst>
              </a:tr>
              <a:tr h="5106834">
                <a:tc>
                  <a:txBody>
                    <a:bodyPr/>
                    <a:lstStyle/>
                    <a:p>
                      <a:pPr algn="ctr"/>
                      <a:endParaRPr lang="en-US" sz="2400" dirty="0">
                        <a:solidFill>
                          <a:srgbClr val="1F3A4E"/>
                        </a:solidFill>
                      </a:endParaRPr>
                    </a:p>
                    <a:p>
                      <a:pPr algn="ctr"/>
                      <a:endParaRPr lang="en-US" sz="2400" dirty="0">
                        <a:solidFill>
                          <a:srgbClr val="1F3A4E"/>
                        </a:solidFill>
                      </a:endParaRPr>
                    </a:p>
                    <a:p>
                      <a:pPr algn="ctr"/>
                      <a:r>
                        <a:rPr lang="en-US" sz="2400" dirty="0">
                          <a:solidFill>
                            <a:schemeClr val="bg1"/>
                          </a:solidFill>
                          <a:latin typeface="Arial" panose="020B0604020202020204" pitchFamily="34" charset="0"/>
                          <a:cs typeface="Arial" panose="020B0604020202020204" pitchFamily="34" charset="0"/>
                        </a:rPr>
                        <a:t>This is a template for a </a:t>
                      </a:r>
                    </a:p>
                    <a:p>
                      <a:pPr algn="ctr"/>
                      <a:r>
                        <a:rPr lang="en-US" sz="2400" dirty="0">
                          <a:solidFill>
                            <a:schemeClr val="bg1"/>
                          </a:solidFill>
                          <a:latin typeface="Arial" panose="020B0604020202020204" pitchFamily="34" charset="0"/>
                          <a:cs typeface="Arial" panose="020B0604020202020204" pitchFamily="34" charset="0"/>
                        </a:rPr>
                        <a:t>presentation poster</a:t>
                      </a:r>
                      <a:br>
                        <a:rPr lang="en-US" sz="2400" dirty="0">
                          <a:solidFill>
                            <a:schemeClr val="bg1"/>
                          </a:solidFill>
                          <a:latin typeface="Arial" panose="020B0604020202020204" pitchFamily="34" charset="0"/>
                          <a:cs typeface="Arial" panose="020B0604020202020204" pitchFamily="34" charset="0"/>
                        </a:rPr>
                      </a:br>
                      <a:r>
                        <a:rPr lang="en-US" sz="4000" b="1" dirty="0">
                          <a:solidFill>
                            <a:srgbClr val="FFC000"/>
                          </a:solidFill>
                          <a:latin typeface="Arial" panose="020B0604020202020204" pitchFamily="34" charset="0"/>
                          <a:cs typeface="Arial" panose="020B0604020202020204" pitchFamily="34" charset="0"/>
                        </a:rPr>
                        <a:t>70x100cm</a:t>
                      </a:r>
                      <a:br>
                        <a:rPr lang="en-US" sz="2400" dirty="0">
                          <a:solidFill>
                            <a:schemeClr val="bg1"/>
                          </a:solidFill>
                          <a:latin typeface="Arial" panose="020B0604020202020204" pitchFamily="34" charset="0"/>
                          <a:cs typeface="Arial" panose="020B0604020202020204" pitchFamily="34" charset="0"/>
                        </a:rPr>
                      </a:br>
                      <a:endParaRPr lang="en-US" sz="2400" dirty="0">
                        <a:solidFill>
                          <a:srgbClr val="1F3A4E"/>
                        </a:solidFill>
                      </a:endParaRPr>
                    </a:p>
                  </a:txBody>
                  <a:tcPr>
                    <a:solidFill>
                      <a:srgbClr val="010101"/>
                    </a:solidFill>
                  </a:tcPr>
                </a:tc>
                <a:tc>
                  <a:txBody>
                    <a:bodyPr/>
                    <a:lstStyle/>
                    <a:p>
                      <a:pPr marL="0" marR="0" indent="0" algn="l" defTabSz="4388900" rtl="0" eaLnBrk="1" fontAlgn="auto" latinLnBrk="0" hangingPunct="1">
                        <a:lnSpc>
                          <a:spcPct val="100000"/>
                        </a:lnSpc>
                        <a:spcBef>
                          <a:spcPts val="0"/>
                        </a:spcBef>
                        <a:spcAft>
                          <a:spcPts val="0"/>
                        </a:spcAft>
                        <a:buClrTx/>
                        <a:buSzTx/>
                        <a:buFontTx/>
                        <a:buNone/>
                        <a:tabLst/>
                        <a:defRPr/>
                      </a:pPr>
                      <a:r>
                        <a:rPr lang="en-US" sz="2800" b="1" baseline="0" dirty="0">
                          <a:solidFill>
                            <a:srgbClr val="FFC000"/>
                          </a:solidFill>
                          <a:latin typeface="Arial" panose="020B0604020202020204" pitchFamily="34" charset="0"/>
                          <a:cs typeface="Arial" panose="020B0604020202020204" pitchFamily="34" charset="0"/>
                        </a:rPr>
                        <a:t>Important:</a:t>
                      </a:r>
                      <a:br>
                        <a:rPr lang="en-US" sz="2800" b="1" baseline="0" dirty="0">
                          <a:solidFill>
                            <a:srgbClr val="FFC000"/>
                          </a:solidFill>
                          <a:latin typeface="Arial" panose="020B0604020202020204" pitchFamily="34" charset="0"/>
                          <a:cs typeface="Arial" panose="020B0604020202020204" pitchFamily="34" charset="0"/>
                        </a:rPr>
                      </a:br>
                      <a:r>
                        <a:rPr lang="en-US" sz="2800" b="1" baseline="0" dirty="0">
                          <a:solidFill>
                            <a:srgbClr val="FFC000"/>
                          </a:solidFill>
                          <a:latin typeface="Arial" panose="020B0604020202020204" pitchFamily="34" charset="0"/>
                          <a:cs typeface="Arial" panose="020B0604020202020204" pitchFamily="34" charset="0"/>
                        </a:rPr>
                        <a:t>Check the template size</a:t>
                      </a:r>
                      <a:br>
                        <a:rPr lang="en-US" sz="2400" b="0" baseline="0" dirty="0">
                          <a:solidFill>
                            <a:srgbClr val="FFC000"/>
                          </a:solidFill>
                          <a:latin typeface="Arial" panose="020B0604020202020204" pitchFamily="34" charset="0"/>
                          <a:cs typeface="Arial" panose="020B0604020202020204" pitchFamily="34" charset="0"/>
                        </a:rPr>
                      </a:br>
                      <a:r>
                        <a:rPr lang="en-US" sz="2400" b="0" baseline="0" dirty="0">
                          <a:solidFill>
                            <a:srgbClr val="D9D9D9"/>
                          </a:solidFill>
                          <a:latin typeface="Arial" panose="020B0604020202020204" pitchFamily="34" charset="0"/>
                          <a:cs typeface="Arial" panose="020B0604020202020204" pitchFamily="34" charset="0"/>
                        </a:rPr>
                        <a:t>Before you start working on your poster and to avoid printing problems check that you have downloaded and that you are using the correct size template for your poster presentation.</a:t>
                      </a:r>
                      <a:br>
                        <a:rPr lang="en-US" sz="2400" b="0" baseline="0" dirty="0">
                          <a:solidFill>
                            <a:srgbClr val="D9D9D9"/>
                          </a:solidFill>
                          <a:latin typeface="Arial" panose="020B0604020202020204" pitchFamily="34" charset="0"/>
                          <a:cs typeface="Arial" panose="020B0604020202020204" pitchFamily="34" charset="0"/>
                        </a:rPr>
                      </a:br>
                      <a:r>
                        <a:rPr lang="en-US" sz="2400" b="0" baseline="0" dirty="0">
                          <a:solidFill>
                            <a:srgbClr val="D9D9D9"/>
                          </a:solidFill>
                          <a:latin typeface="Arial" panose="020B0604020202020204" pitchFamily="34" charset="0"/>
                          <a:cs typeface="Arial" panose="020B0604020202020204" pitchFamily="34" charset="0"/>
                        </a:rPr>
                        <a:t>This template can also be printed at the following sizes without distortion and without any additional formatting:</a:t>
                      </a:r>
                      <a:br>
                        <a:rPr lang="en-US" sz="2400" b="0" baseline="0" dirty="0">
                          <a:solidFill>
                            <a:srgbClr val="D9D9D9"/>
                          </a:solidFill>
                          <a:latin typeface="Arial" panose="020B0604020202020204" pitchFamily="34" charset="0"/>
                          <a:cs typeface="Arial" panose="020B0604020202020204" pitchFamily="34" charset="0"/>
                        </a:rPr>
                      </a:br>
                      <a:r>
                        <a:rPr lang="en-US" sz="2400" b="0" baseline="0" dirty="0">
                          <a:solidFill>
                            <a:srgbClr val="FFC000"/>
                          </a:solidFill>
                          <a:latin typeface="Arial" panose="020B0604020202020204" pitchFamily="34" charset="0"/>
                          <a:cs typeface="Arial" panose="020B0604020202020204" pitchFamily="34" charset="0"/>
                        </a:rPr>
                        <a:t>100x143 cm</a:t>
                      </a:r>
                      <a:br>
                        <a:rPr lang="en-US" sz="2400" b="0" baseline="0" dirty="0">
                          <a:solidFill>
                            <a:srgbClr val="FFC000"/>
                          </a:solidFill>
                          <a:latin typeface="Arial" panose="020B0604020202020204" pitchFamily="34" charset="0"/>
                          <a:cs typeface="Arial" panose="020B0604020202020204" pitchFamily="34" charset="0"/>
                        </a:rPr>
                      </a:br>
                      <a:r>
                        <a:rPr lang="en-US" sz="2400" b="0" baseline="0" dirty="0">
                          <a:solidFill>
                            <a:srgbClr val="FFC000"/>
                          </a:solidFill>
                          <a:latin typeface="Arial" panose="020B0604020202020204" pitchFamily="34" charset="0"/>
                          <a:cs typeface="Arial" panose="020B0604020202020204" pitchFamily="34" charset="0"/>
                        </a:rPr>
                        <a:t>27.5x39.37 inches </a:t>
                      </a:r>
                    </a:p>
                  </a:txBody>
                  <a:tcPr marL="182880" marT="137160">
                    <a:solidFill>
                      <a:srgbClr val="010101"/>
                    </a:solidFill>
                  </a:tcPr>
                </a:tc>
                <a:extLst>
                  <a:ext uri="{0D108BD9-81ED-4DB2-BD59-A6C34878D82A}">
                    <a16:rowId xmlns:a16="http://schemas.microsoft.com/office/drawing/2014/main" val="10008"/>
                  </a:ext>
                </a:extLst>
              </a:tr>
              <a:tr h="5003666">
                <a:tc>
                  <a:txBody>
                    <a:bodyPr/>
                    <a:lstStyle/>
                    <a:p>
                      <a:endParaRPr lang="en-US" sz="2400" dirty="0">
                        <a:solidFill>
                          <a:srgbClr val="1F3A4E"/>
                        </a:solidFill>
                      </a:endParaRPr>
                    </a:p>
                  </a:txBody>
                  <a:tcPr>
                    <a:blipFill rotWithShape="1">
                      <a:blip r:embed="rId3"/>
                      <a:stretch>
                        <a:fillRect/>
                      </a:stretch>
                    </a:blipFill>
                  </a:tcPr>
                </a:tc>
                <a:tc>
                  <a:txBody>
                    <a:bodyPr/>
                    <a:lstStyle/>
                    <a:p>
                      <a:pPr algn="l"/>
                      <a:r>
                        <a:rPr lang="en-US" sz="2800" b="1" baseline="0" dirty="0">
                          <a:solidFill>
                            <a:srgbClr val="FFC000"/>
                          </a:solidFill>
                          <a:latin typeface="Arial" panose="020B0604020202020204" pitchFamily="34" charset="0"/>
                          <a:cs typeface="Arial" panose="020B0604020202020204" pitchFamily="34" charset="0"/>
                        </a:rPr>
                        <a:t>How to </a:t>
                      </a:r>
                      <a:r>
                        <a:rPr lang="en-US" sz="4400" b="1" baseline="0" dirty="0">
                          <a:solidFill>
                            <a:srgbClr val="FFC000"/>
                          </a:solidFill>
                          <a:latin typeface="Arial" panose="020B0604020202020204" pitchFamily="34" charset="0"/>
                          <a:cs typeface="Arial" panose="020B0604020202020204" pitchFamily="34" charset="0"/>
                        </a:rPr>
                        <a:t>Zoom in </a:t>
                      </a:r>
                      <a:r>
                        <a:rPr lang="en-US" sz="2800" b="1" baseline="0" dirty="0">
                          <a:solidFill>
                            <a:srgbClr val="FFC000"/>
                          </a:solidFill>
                          <a:latin typeface="Arial" panose="020B0604020202020204" pitchFamily="34" charset="0"/>
                          <a:cs typeface="Arial" panose="020B0604020202020204" pitchFamily="34" charset="0"/>
                        </a:rPr>
                        <a:t>and </a:t>
                      </a:r>
                      <a:r>
                        <a:rPr lang="en-US" sz="2000" b="1" baseline="0" dirty="0">
                          <a:solidFill>
                            <a:srgbClr val="FFC000"/>
                          </a:solidFill>
                          <a:latin typeface="Arial" panose="020B0604020202020204" pitchFamily="34" charset="0"/>
                          <a:cs typeface="Arial" panose="020B0604020202020204" pitchFamily="34" charset="0"/>
                        </a:rPr>
                        <a:t>out</a:t>
                      </a:r>
                      <a:endParaRPr lang="en-US" sz="2800" b="1" baseline="0" dirty="0">
                        <a:solidFill>
                          <a:srgbClr val="FFC000"/>
                        </a:solidFill>
                        <a:latin typeface="Arial" panose="020B0604020202020204" pitchFamily="34" charset="0"/>
                        <a:cs typeface="Arial" panose="020B0604020202020204" pitchFamily="34" charset="0"/>
                      </a:endParaRPr>
                    </a:p>
                    <a:p>
                      <a:pPr algn="l"/>
                      <a:r>
                        <a:rPr lang="en-US" sz="2400" b="0" baseline="0" dirty="0">
                          <a:solidFill>
                            <a:srgbClr val="D9D9D9"/>
                          </a:solidFill>
                          <a:latin typeface="Arial" panose="020B0604020202020204" pitchFamily="34" charset="0"/>
                          <a:cs typeface="Arial" panose="020B0604020202020204" pitchFamily="34" charset="0"/>
                        </a:rPr>
                        <a:t>Use the PowerPoint zoom tool to adjust the screen magnification to view comfortably. PowerPoint provides 2 ways to zoom: </a:t>
                      </a:r>
                      <a:br>
                        <a:rPr lang="en-US" sz="2400" b="0" baseline="0" dirty="0">
                          <a:solidFill>
                            <a:srgbClr val="D9D9D9"/>
                          </a:solidFill>
                          <a:latin typeface="Arial" panose="020B0604020202020204" pitchFamily="34" charset="0"/>
                          <a:cs typeface="Arial" panose="020B0604020202020204" pitchFamily="34" charset="0"/>
                        </a:rPr>
                      </a:br>
                      <a:r>
                        <a:rPr lang="en-US" sz="2400" b="0" baseline="0" dirty="0">
                          <a:solidFill>
                            <a:srgbClr val="FFC000"/>
                          </a:solidFill>
                          <a:latin typeface="Arial" panose="020B0604020202020204" pitchFamily="34" charset="0"/>
                          <a:cs typeface="Arial" panose="020B0604020202020204" pitchFamily="34" charset="0"/>
                        </a:rPr>
                        <a:t>1. </a:t>
                      </a:r>
                      <a:r>
                        <a:rPr lang="en-US" sz="2400" b="0" baseline="0" dirty="0">
                          <a:solidFill>
                            <a:srgbClr val="D9D9D9"/>
                          </a:solidFill>
                          <a:latin typeface="Arial" panose="020B0604020202020204" pitchFamily="34" charset="0"/>
                          <a:cs typeface="Arial" panose="020B0604020202020204" pitchFamily="34" charset="0"/>
                        </a:rPr>
                        <a:t>On the top menu bar click on the VIEW tab and then click on ZOOM. Choose the zoom percentage that works best for you. </a:t>
                      </a:r>
                      <a:br>
                        <a:rPr lang="en-US" sz="2400" b="0" baseline="0" dirty="0">
                          <a:solidFill>
                            <a:srgbClr val="D9D9D9"/>
                          </a:solidFill>
                          <a:latin typeface="Arial" panose="020B0604020202020204" pitchFamily="34" charset="0"/>
                          <a:cs typeface="Arial" panose="020B0604020202020204" pitchFamily="34" charset="0"/>
                        </a:rPr>
                      </a:br>
                      <a:r>
                        <a:rPr lang="en-US" sz="2400" b="0" baseline="0" dirty="0">
                          <a:solidFill>
                            <a:srgbClr val="FFC000"/>
                          </a:solidFill>
                          <a:latin typeface="Arial" panose="020B0604020202020204" pitchFamily="34" charset="0"/>
                          <a:cs typeface="Arial" panose="020B0604020202020204" pitchFamily="34" charset="0"/>
                        </a:rPr>
                        <a:t>2. </a:t>
                      </a:r>
                      <a:r>
                        <a:rPr lang="en-US" sz="2400" b="0" baseline="0" dirty="0">
                          <a:solidFill>
                            <a:srgbClr val="D9D9D9"/>
                          </a:solidFill>
                          <a:latin typeface="Arial" panose="020B0604020202020204" pitchFamily="34" charset="0"/>
                          <a:cs typeface="Arial" panose="020B0604020202020204" pitchFamily="34" charset="0"/>
                        </a:rPr>
                        <a:t>For better zoom flexibility, use the zoom slider at the bottom right of the window.</a:t>
                      </a:r>
                    </a:p>
                  </a:txBody>
                  <a:tcPr marL="182880" marT="137160">
                    <a:solidFill>
                      <a:srgbClr val="010101"/>
                    </a:solidFill>
                  </a:tcPr>
                </a:tc>
                <a:extLst>
                  <a:ext uri="{0D108BD9-81ED-4DB2-BD59-A6C34878D82A}">
                    <a16:rowId xmlns:a16="http://schemas.microsoft.com/office/drawing/2014/main" val="10001"/>
                  </a:ext>
                </a:extLst>
              </a:tr>
              <a:tr h="2372872">
                <a:tc gridSpan="2">
                  <a:txBody>
                    <a:bodyPr/>
                    <a:lstStyle/>
                    <a:p>
                      <a:pPr marL="0" marR="0" lvl="0" indent="0" algn="l" defTabSz="4388900" rtl="0" eaLnBrk="1" fontAlgn="auto" latinLnBrk="0" hangingPunct="1">
                        <a:lnSpc>
                          <a:spcPct val="100000"/>
                        </a:lnSpc>
                        <a:spcBef>
                          <a:spcPts val="0"/>
                        </a:spcBef>
                        <a:spcAft>
                          <a:spcPts val="0"/>
                        </a:spcAft>
                        <a:buClrTx/>
                        <a:buSzTx/>
                        <a:buFontTx/>
                        <a:buNone/>
                        <a:tabLst/>
                        <a:defRPr/>
                      </a:pPr>
                      <a:r>
                        <a:rPr lang="en-US" sz="2800" b="1" baseline="0" dirty="0">
                          <a:solidFill>
                            <a:srgbClr val="FFC000"/>
                          </a:solidFill>
                          <a:latin typeface="Arial" panose="020B0604020202020204" pitchFamily="34" charset="0"/>
                          <a:cs typeface="Arial" panose="020B0604020202020204" pitchFamily="34" charset="0"/>
                        </a:rPr>
                        <a:t>Ruler and Guides</a:t>
                      </a:r>
                      <a:br>
                        <a:rPr lang="en-US" sz="2400" b="0" baseline="0" dirty="0">
                          <a:solidFill>
                            <a:srgbClr val="FFC000"/>
                          </a:solidFill>
                          <a:latin typeface="Arial" panose="020B0604020202020204" pitchFamily="34" charset="0"/>
                          <a:cs typeface="Arial" panose="020B0604020202020204" pitchFamily="34" charset="0"/>
                        </a:rPr>
                      </a:br>
                      <a:r>
                        <a:rPr lang="en-US" sz="2400" b="0" baseline="0" dirty="0">
                          <a:solidFill>
                            <a:srgbClr val="D9D9D9"/>
                          </a:solidFill>
                          <a:latin typeface="Arial" panose="020B0604020202020204" pitchFamily="34" charset="0"/>
                          <a:cs typeface="Arial" panose="020B0604020202020204" pitchFamily="34" charset="0"/>
                        </a:rPr>
                        <a:t>The dotted lines on his poster template are guides.  The horizontal and vertical guides will help you align your poster elements accurately. Text boxes and other elements will ”snap” to the guides and stay within the boundaries of the columns. To hide the guides go to VIEW and uncheck the Guides box.</a:t>
                      </a:r>
                    </a:p>
                  </a:txBody>
                  <a:tcPr>
                    <a:solidFill>
                      <a:srgbClr val="010101"/>
                    </a:solidFill>
                  </a:tcPr>
                </a:tc>
                <a:tc hMerge="1">
                  <a:txBody>
                    <a:bodyPr/>
                    <a:lstStyle/>
                    <a:p>
                      <a:endParaRPr lang="en-US" sz="2400" b="0" baseline="0" dirty="0">
                        <a:solidFill>
                          <a:schemeClr val="bg1"/>
                        </a:solidFill>
                        <a:latin typeface="Arial" panose="020B0604020202020204" pitchFamily="34" charset="0"/>
                        <a:cs typeface="Arial" panose="020B0604020202020204" pitchFamily="34" charset="0"/>
                      </a:endParaRPr>
                    </a:p>
                  </a:txBody>
                  <a:tcPr marL="182880" marT="137160">
                    <a:solidFill>
                      <a:schemeClr val="tx1">
                        <a:lumMod val="95000"/>
                        <a:lumOff val="5000"/>
                      </a:schemeClr>
                    </a:solidFill>
                  </a:tcPr>
                </a:tc>
                <a:extLst>
                  <a:ext uri="{0D108BD9-81ED-4DB2-BD59-A6C34878D82A}">
                    <a16:rowId xmlns:a16="http://schemas.microsoft.com/office/drawing/2014/main" val="10002"/>
                  </a:ext>
                </a:extLst>
              </a:tr>
              <a:tr h="4694162">
                <a:tc>
                  <a:txBody>
                    <a:bodyPr/>
                    <a:lstStyle/>
                    <a:p>
                      <a:endParaRPr lang="en-US" sz="2400" dirty="0">
                        <a:solidFill>
                          <a:srgbClr val="1F3A4E"/>
                        </a:solidFill>
                      </a:endParaRPr>
                    </a:p>
                  </a:txBody>
                  <a:tcPr>
                    <a:blipFill rotWithShape="1">
                      <a:blip r:embed="rId4"/>
                      <a:stretch>
                        <a:fillRect/>
                      </a:stretch>
                    </a:blipFill>
                  </a:tcPr>
                </a:tc>
                <a:tc>
                  <a:txBody>
                    <a:bodyPr/>
                    <a:lstStyle/>
                    <a:p>
                      <a:pPr marL="0" lvl="1" indent="0" algn="l" defTabSz="114300"/>
                      <a:r>
                        <a:rPr lang="en-US" sz="2800" b="1" baseline="0" dirty="0">
                          <a:solidFill>
                            <a:srgbClr val="FFC000"/>
                          </a:solidFill>
                          <a:latin typeface="Arial" panose="020B0604020202020204" pitchFamily="34" charset="0"/>
                          <a:cs typeface="Arial" panose="020B0604020202020204" pitchFamily="34" charset="0"/>
                        </a:rPr>
                        <a:t>Headers and text containers</a:t>
                      </a:r>
                      <a:br>
                        <a:rPr lang="en-US" sz="2400" b="0" baseline="0" dirty="0">
                          <a:solidFill>
                            <a:schemeClr val="bg1"/>
                          </a:solidFill>
                          <a:latin typeface="Arial" panose="020B0604020202020204" pitchFamily="34" charset="0"/>
                          <a:cs typeface="Arial" panose="020B0604020202020204" pitchFamily="34" charset="0"/>
                        </a:rPr>
                      </a:br>
                      <a:r>
                        <a:rPr lang="en-US" sz="2400" b="0" baseline="0" dirty="0">
                          <a:solidFill>
                            <a:srgbClr val="D9D9D9"/>
                          </a:solidFill>
                          <a:latin typeface="Arial" panose="020B0604020202020204" pitchFamily="34" charset="0"/>
                          <a:cs typeface="Arial" panose="020B0604020202020204" pitchFamily="34" charset="0"/>
                        </a:rPr>
                        <a:t>Included in this template are commonly used section headers such as Abstract, Objectives, Methods, Results, etc. </a:t>
                      </a:r>
                      <a:br>
                        <a:rPr lang="en-US" sz="2400" b="0" baseline="0" dirty="0">
                          <a:solidFill>
                            <a:schemeClr val="bg1"/>
                          </a:solidFill>
                          <a:latin typeface="Arial" panose="020B0604020202020204" pitchFamily="34" charset="0"/>
                          <a:cs typeface="Arial" panose="020B0604020202020204" pitchFamily="34" charset="0"/>
                        </a:rPr>
                      </a:br>
                      <a:r>
                        <a:rPr lang="en-US" sz="2400" b="0" baseline="0" dirty="0">
                          <a:solidFill>
                            <a:srgbClr val="FFC000"/>
                          </a:solidFill>
                          <a:latin typeface="Arial" panose="020B0604020202020204" pitchFamily="34" charset="0"/>
                          <a:cs typeface="Arial" panose="020B0604020202020204" pitchFamily="34" charset="0"/>
                        </a:rPr>
                        <a:t>-</a:t>
                      </a:r>
                      <a:r>
                        <a:rPr lang="en-US" sz="2400" b="0" baseline="0" dirty="0">
                          <a:solidFill>
                            <a:schemeClr val="bg1"/>
                          </a:solidFill>
                          <a:latin typeface="Arial" panose="020B0604020202020204" pitchFamily="34" charset="0"/>
                          <a:cs typeface="Arial" panose="020B0604020202020204" pitchFamily="34" charset="0"/>
                        </a:rPr>
                        <a:t> </a:t>
                      </a:r>
                      <a:r>
                        <a:rPr lang="en-US" sz="2400" b="0" baseline="0" dirty="0">
                          <a:solidFill>
                            <a:srgbClr val="D9D9D9"/>
                          </a:solidFill>
                          <a:latin typeface="Arial" panose="020B0604020202020204" pitchFamily="34" charset="0"/>
                          <a:cs typeface="Arial" panose="020B0604020202020204" pitchFamily="34" charset="0"/>
                        </a:rPr>
                        <a:t>Click inside a section header to add its text. </a:t>
                      </a:r>
                      <a:br>
                        <a:rPr lang="en-US" sz="2400" b="0" baseline="0" dirty="0">
                          <a:solidFill>
                            <a:schemeClr val="bg1"/>
                          </a:solidFill>
                          <a:latin typeface="Arial" panose="020B0604020202020204" pitchFamily="34" charset="0"/>
                          <a:cs typeface="Arial" panose="020B0604020202020204" pitchFamily="34" charset="0"/>
                        </a:rPr>
                      </a:br>
                      <a:r>
                        <a:rPr lang="en-US" sz="2400" b="0" baseline="0" dirty="0">
                          <a:solidFill>
                            <a:srgbClr val="FFC000"/>
                          </a:solidFill>
                          <a:latin typeface="Arial" panose="020B0604020202020204" pitchFamily="34" charset="0"/>
                          <a:cs typeface="Arial" panose="020B0604020202020204" pitchFamily="34" charset="0"/>
                        </a:rPr>
                        <a:t>-</a:t>
                      </a:r>
                      <a:r>
                        <a:rPr lang="en-US" sz="2400" b="0" baseline="0" dirty="0">
                          <a:solidFill>
                            <a:schemeClr val="bg1"/>
                          </a:solidFill>
                          <a:latin typeface="Arial" panose="020B0604020202020204" pitchFamily="34" charset="0"/>
                          <a:cs typeface="Arial" panose="020B0604020202020204" pitchFamily="34" charset="0"/>
                        </a:rPr>
                        <a:t> </a:t>
                      </a:r>
                      <a:r>
                        <a:rPr lang="en-US" sz="2400" b="0" baseline="0" dirty="0">
                          <a:solidFill>
                            <a:srgbClr val="D9D9D9"/>
                          </a:solidFill>
                          <a:latin typeface="Arial" panose="020B0604020202020204" pitchFamily="34" charset="0"/>
                          <a:cs typeface="Arial" panose="020B0604020202020204" pitchFamily="34" charset="0"/>
                        </a:rPr>
                        <a:t>To add another header, click on edge of the section box so that it is outlined. Copy and paste it. </a:t>
                      </a:r>
                      <a:br>
                        <a:rPr lang="en-US" sz="2400" b="0" baseline="0" dirty="0">
                          <a:solidFill>
                            <a:schemeClr val="bg1"/>
                          </a:solidFill>
                          <a:latin typeface="Arial" panose="020B0604020202020204" pitchFamily="34" charset="0"/>
                          <a:cs typeface="Arial" panose="020B0604020202020204" pitchFamily="34" charset="0"/>
                        </a:rPr>
                      </a:br>
                      <a:r>
                        <a:rPr lang="en-US" sz="2400" b="0" baseline="0" dirty="0">
                          <a:solidFill>
                            <a:srgbClr val="FFC000"/>
                          </a:solidFill>
                          <a:latin typeface="Arial" panose="020B0604020202020204" pitchFamily="34" charset="0"/>
                          <a:cs typeface="Arial" panose="020B0604020202020204" pitchFamily="34" charset="0"/>
                        </a:rPr>
                        <a:t>-</a:t>
                      </a:r>
                      <a:r>
                        <a:rPr lang="en-US" sz="2400" b="0" baseline="0" dirty="0">
                          <a:solidFill>
                            <a:schemeClr val="bg1"/>
                          </a:solidFill>
                          <a:latin typeface="Arial" panose="020B0604020202020204" pitchFamily="34" charset="0"/>
                          <a:cs typeface="Arial" panose="020B0604020202020204" pitchFamily="34" charset="0"/>
                        </a:rPr>
                        <a:t> </a:t>
                      </a:r>
                      <a:r>
                        <a:rPr lang="en-US" sz="2400" b="0" baseline="0" dirty="0">
                          <a:solidFill>
                            <a:srgbClr val="D9D9D9"/>
                          </a:solidFill>
                          <a:latin typeface="Arial" panose="020B0604020202020204" pitchFamily="34" charset="0"/>
                          <a:cs typeface="Arial" panose="020B0604020202020204" pitchFamily="34" charset="0"/>
                        </a:rPr>
                        <a:t>To increase its size, click on the white circles and expand to the the desired size.</a:t>
                      </a:r>
                    </a:p>
                  </a:txBody>
                  <a:tcPr marL="182880" marT="137160">
                    <a:solidFill>
                      <a:srgbClr val="010101"/>
                    </a:solidFill>
                  </a:tcPr>
                </a:tc>
                <a:extLst>
                  <a:ext uri="{0D108BD9-81ED-4DB2-BD59-A6C34878D82A}">
                    <a16:rowId xmlns:a16="http://schemas.microsoft.com/office/drawing/2014/main" val="10003"/>
                  </a:ext>
                </a:extLst>
              </a:tr>
              <a:tr h="3817230">
                <a:tc gridSpan="2">
                  <a:txBody>
                    <a:bodyPr/>
                    <a:lstStyle/>
                    <a:p>
                      <a:r>
                        <a:rPr lang="en-US" sz="2800" b="1" dirty="0">
                          <a:solidFill>
                            <a:srgbClr val="FFC000"/>
                          </a:solidFill>
                          <a:latin typeface="Arial" panose="020B0604020202020204" pitchFamily="34" charset="0"/>
                          <a:cs typeface="Arial" panose="020B0604020202020204" pitchFamily="34" charset="0"/>
                        </a:rPr>
                        <a:t>Adding content to the poster</a:t>
                      </a:r>
                    </a:p>
                    <a:p>
                      <a:r>
                        <a:rPr lang="en-US" sz="2400" baseline="0" dirty="0">
                          <a:solidFill>
                            <a:srgbClr val="D9D9D9"/>
                          </a:solidFill>
                          <a:latin typeface="Arial" panose="020B0604020202020204" pitchFamily="34" charset="0"/>
                          <a:cs typeface="Arial" panose="020B0604020202020204" pitchFamily="34" charset="0"/>
                        </a:rPr>
                        <a:t>Start by adding your text to each section without spending too much time with formatting. Use the default font size even if your text extends beyond the bottom of the poster. Continue until you have added all your content including text, graphics, photos, etc. Once you finish adding your content you can go back and format your text as needed.</a:t>
                      </a:r>
                    </a:p>
                    <a:p>
                      <a:pPr marL="342900" indent="-342900">
                        <a:buFontTx/>
                        <a:buChar char="-"/>
                      </a:pPr>
                      <a:r>
                        <a:rPr lang="en-US" sz="2400" baseline="0" dirty="0">
                          <a:solidFill>
                            <a:srgbClr val="D9D9D9"/>
                          </a:solidFill>
                          <a:latin typeface="Arial" panose="020B0604020202020204" pitchFamily="34" charset="0"/>
                          <a:cs typeface="Arial" panose="020B0604020202020204" pitchFamily="34" charset="0"/>
                        </a:rPr>
                        <a:t>If you run out of room, try to reduce the size of your fonts and/or the size of your graphics. If there is a lot of empty space try to increase your font sizes and the size of your graphics. The font used for references can be smaller.</a:t>
                      </a:r>
                      <a:endParaRPr lang="en-US" sz="2400" dirty="0">
                        <a:solidFill>
                          <a:srgbClr val="D9D9D9"/>
                        </a:solidFill>
                        <a:latin typeface="Arial" panose="020B0604020202020204" pitchFamily="34" charset="0"/>
                        <a:cs typeface="Arial" panose="020B0604020202020204" pitchFamily="34" charset="0"/>
                      </a:endParaRPr>
                    </a:p>
                  </a:txBody>
                  <a:tcPr>
                    <a:solidFill>
                      <a:srgbClr val="010101"/>
                    </a:solidFill>
                  </a:tcPr>
                </a:tc>
                <a:tc hMerge="1">
                  <a:txBody>
                    <a:bodyPr/>
                    <a:lstStyle/>
                    <a:p>
                      <a:endParaRPr lang="en-US" sz="2400" dirty="0">
                        <a:solidFill>
                          <a:schemeClr val="bg1"/>
                        </a:solidFill>
                        <a:latin typeface="Arial" panose="020B0604020202020204" pitchFamily="34" charset="0"/>
                        <a:cs typeface="Arial" panose="020B0604020202020204" pitchFamily="34" charset="0"/>
                      </a:endParaRPr>
                    </a:p>
                  </a:txBody>
                  <a:tcPr marL="182880" marT="137160">
                    <a:solidFill>
                      <a:srgbClr val="010101"/>
                    </a:solidFill>
                  </a:tcPr>
                </a:tc>
                <a:extLst>
                  <a:ext uri="{0D108BD9-81ED-4DB2-BD59-A6C34878D82A}">
                    <a16:rowId xmlns:a16="http://schemas.microsoft.com/office/drawing/2014/main" val="10004"/>
                  </a:ext>
                </a:extLst>
              </a:tr>
              <a:tr h="2527626">
                <a:tc gridSpan="2">
                  <a:txBody>
                    <a:bodyPr/>
                    <a:lstStyle/>
                    <a:p>
                      <a:pPr marL="0" marR="0" lvl="0" indent="0" algn="l" defTabSz="1518341" rtl="0" eaLnBrk="1" fontAlgn="auto" latinLnBrk="0" hangingPunct="1">
                        <a:lnSpc>
                          <a:spcPct val="100000"/>
                        </a:lnSpc>
                        <a:spcBef>
                          <a:spcPts val="0"/>
                        </a:spcBef>
                        <a:spcAft>
                          <a:spcPts val="0"/>
                        </a:spcAft>
                        <a:buClrTx/>
                        <a:buSzTx/>
                        <a:buFontTx/>
                        <a:buNone/>
                        <a:tabLst/>
                        <a:defRPr/>
                      </a:pPr>
                      <a:r>
                        <a:rPr lang="en-US" sz="2800" b="1" noProof="0" dirty="0">
                          <a:solidFill>
                            <a:srgbClr val="FFC000"/>
                          </a:solidFill>
                          <a:latin typeface="Arial" panose="020B0604020202020204" pitchFamily="34" charset="0"/>
                          <a:cs typeface="Arial" panose="020B0604020202020204" pitchFamily="34" charset="0"/>
                        </a:rPr>
                        <a:t>Photos</a:t>
                      </a:r>
                    </a:p>
                    <a:p>
                      <a:pPr marL="0" marR="0" lvl="0" indent="0" algn="l" defTabSz="977900" rtl="0" eaLnBrk="1" fontAlgn="auto" latinLnBrk="0" hangingPunct="1">
                        <a:lnSpc>
                          <a:spcPct val="100000"/>
                        </a:lnSpc>
                        <a:spcBef>
                          <a:spcPts val="0"/>
                        </a:spcBef>
                        <a:spcAft>
                          <a:spcPts val="0"/>
                        </a:spcAft>
                        <a:buClrTx/>
                        <a:buSzTx/>
                        <a:buFontTx/>
                        <a:buNone/>
                        <a:tabLst/>
                        <a:defRPr/>
                      </a:pPr>
                      <a:r>
                        <a:rPr kumimoji="0" lang="en-US" sz="2400" b="0" i="0" u="none" strike="noStrike" kern="1200" cap="none" spc="0" normalizeH="0" baseline="0" noProof="0" dirty="0">
                          <a:ln>
                            <a:noFill/>
                          </a:ln>
                          <a:solidFill>
                            <a:srgbClr val="D9D9D9"/>
                          </a:solidFill>
                          <a:effectLst/>
                          <a:uLnTx/>
                          <a:uFillTx/>
                          <a:latin typeface="Arial"/>
                          <a:ea typeface="+mn-ea"/>
                          <a:cs typeface="Arial"/>
                        </a:rPr>
                        <a:t>You can add photos by dragging and dropping from your desktop, copy and paste, or by going to INSERT &gt; PICTURES. Resize images proportionally by holding down the SHIFT key and dragging one of the white corner handles (dots). For a professional-looking poster, do not distort your images by stretching them disproportionally.</a:t>
                      </a:r>
                    </a:p>
                  </a:txBody>
                  <a:tcPr marL="182880" marT="137160">
                    <a:solidFill>
                      <a:srgbClr val="010101"/>
                    </a:solidFill>
                  </a:tcPr>
                </a:tc>
                <a:tc hMerge="1">
                  <a:txBody>
                    <a:bodyPr/>
                    <a:lstStyle/>
                    <a:p>
                      <a:pPr marL="0" marR="0" lvl="0" indent="0" algn="l" defTabSz="1518341" rtl="0" eaLnBrk="1" fontAlgn="auto" latinLnBrk="0" hangingPunct="1">
                        <a:lnSpc>
                          <a:spcPct val="100000"/>
                        </a:lnSpc>
                        <a:spcBef>
                          <a:spcPts val="0"/>
                        </a:spcBef>
                        <a:spcAft>
                          <a:spcPts val="0"/>
                        </a:spcAft>
                        <a:buClrTx/>
                        <a:buSzTx/>
                        <a:buFontTx/>
                        <a:buNone/>
                        <a:tabLst/>
                        <a:defRPr/>
                      </a:pPr>
                      <a:endParaRPr lang="en-US" sz="2200" noProof="0" dirty="0">
                        <a:latin typeface="Arial" panose="020B0604020202020204" pitchFamily="34" charset="0"/>
                        <a:cs typeface="Arial" panose="020B0604020202020204" pitchFamily="34" charset="0"/>
                      </a:endParaRPr>
                    </a:p>
                  </a:txBody>
                  <a:tcPr/>
                </a:tc>
                <a:extLst>
                  <a:ext uri="{0D108BD9-81ED-4DB2-BD59-A6C34878D82A}">
                    <a16:rowId xmlns:a16="http://schemas.microsoft.com/office/drawing/2014/main" val="10005"/>
                  </a:ext>
                </a:extLst>
              </a:tr>
              <a:tr h="2223088">
                <a:tc gridSpan="2">
                  <a:txBody>
                    <a:bodyPr/>
                    <a:lstStyle/>
                    <a:p>
                      <a:endParaRPr lang="en-US" sz="2400" dirty="0">
                        <a:solidFill>
                          <a:schemeClr val="bg1"/>
                        </a:solidFill>
                        <a:latin typeface="Arial" panose="020B0604020202020204" pitchFamily="34" charset="0"/>
                        <a:cs typeface="Arial" panose="020B0604020202020204" pitchFamily="34" charset="0"/>
                      </a:endParaRPr>
                    </a:p>
                  </a:txBody>
                  <a:tcPr marL="182880" marT="137160">
                    <a:blipFill rotWithShape="1">
                      <a:blip r:embed="rId5"/>
                      <a:stretch>
                        <a:fillRect/>
                      </a:stretch>
                    </a:blipFill>
                  </a:tcPr>
                </a:tc>
                <a:tc hMerge="1">
                  <a:txBody>
                    <a:bodyPr/>
                    <a:lstStyle/>
                    <a:p>
                      <a:endParaRPr lang="en-US" sz="2400" dirty="0">
                        <a:solidFill>
                          <a:srgbClr val="1F3A4E"/>
                        </a:solidFill>
                      </a:endParaRPr>
                    </a:p>
                  </a:txBody>
                  <a:tcPr/>
                </a:tc>
                <a:extLst>
                  <a:ext uri="{0D108BD9-81ED-4DB2-BD59-A6C34878D82A}">
                    <a16:rowId xmlns:a16="http://schemas.microsoft.com/office/drawing/2014/main" val="10006"/>
                  </a:ext>
                </a:extLst>
              </a:tr>
              <a:tr h="1466691">
                <a:tc gridSpan="2">
                  <a:txBody>
                    <a:bodyPr/>
                    <a:lstStyle/>
                    <a:p>
                      <a:pPr marL="0" marR="0" lvl="0" indent="0" algn="l" defTabSz="1518341" rtl="0" eaLnBrk="1" fontAlgn="auto" latinLnBrk="0" hangingPunct="1">
                        <a:lnSpc>
                          <a:spcPct val="100000"/>
                        </a:lnSpc>
                        <a:spcBef>
                          <a:spcPts val="0"/>
                        </a:spcBef>
                        <a:spcAft>
                          <a:spcPts val="0"/>
                        </a:spcAft>
                        <a:buClrTx/>
                        <a:buSzTx/>
                        <a:buFontTx/>
                        <a:buNone/>
                        <a:tabLst/>
                        <a:defRPr/>
                      </a:pPr>
                      <a:r>
                        <a:rPr lang="en-US" sz="2800" b="1" noProof="0" dirty="0">
                          <a:solidFill>
                            <a:srgbClr val="FFC000"/>
                          </a:solidFill>
                          <a:latin typeface="Arial"/>
                          <a:cs typeface="Arial"/>
                        </a:rPr>
                        <a:t>Quality check your graphics</a:t>
                      </a:r>
                    </a:p>
                    <a:p>
                      <a:pPr marL="0" marR="0" lvl="0" indent="0" algn="l" defTabSz="1518341" rtl="0" eaLnBrk="1" fontAlgn="auto" latinLnBrk="0" hangingPunct="1">
                        <a:lnSpc>
                          <a:spcPct val="100000"/>
                        </a:lnSpc>
                        <a:spcBef>
                          <a:spcPts val="0"/>
                        </a:spcBef>
                        <a:spcAft>
                          <a:spcPts val="0"/>
                        </a:spcAft>
                        <a:buClrTx/>
                        <a:buSzTx/>
                        <a:buFontTx/>
                        <a:buNone/>
                        <a:tabLst/>
                        <a:defRPr/>
                      </a:pPr>
                      <a:r>
                        <a:rPr lang="en-US" sz="2400" noProof="0" dirty="0">
                          <a:solidFill>
                            <a:srgbClr val="D9D9D9"/>
                          </a:solidFill>
                          <a:latin typeface="Arial"/>
                          <a:cs typeface="Arial"/>
                        </a:rPr>
                        <a:t>Zoom in and look at your images at 100%-200% magnification. If they look clear, they will print well. </a:t>
                      </a:r>
                    </a:p>
                  </a:txBody>
                  <a:tcPr marL="182880" marT="137160">
                    <a:solidFill>
                      <a:srgbClr val="010101"/>
                    </a:solidFill>
                  </a:tcPr>
                </a:tc>
                <a:tc hMerge="1">
                  <a:txBody>
                    <a:bodyPr/>
                    <a:lstStyle/>
                    <a:p>
                      <a:endParaRPr lang="en-US" sz="2400" dirty="0">
                        <a:solidFill>
                          <a:srgbClr val="1F3A4E"/>
                        </a:solidFill>
                      </a:endParaRPr>
                    </a:p>
                  </a:txBody>
                  <a:tcPr>
                    <a:solidFill>
                      <a:schemeClr val="tx1">
                        <a:lumMod val="95000"/>
                        <a:lumOff val="5000"/>
                      </a:schemeClr>
                    </a:solidFill>
                  </a:tcPr>
                </a:tc>
                <a:extLst>
                  <a:ext uri="{0D108BD9-81ED-4DB2-BD59-A6C34878D82A}">
                    <a16:rowId xmlns:a16="http://schemas.microsoft.com/office/drawing/2014/main" val="10007"/>
                  </a:ext>
                </a:extLst>
              </a:tr>
              <a:tr h="3089863">
                <a:tc gridSpan="2">
                  <a:txBody>
                    <a:bodyPr/>
                    <a:lstStyle/>
                    <a:p>
                      <a:pPr marL="0" marR="0" lvl="0" indent="0" algn="l" defTabSz="1518341" rtl="0" eaLnBrk="1" fontAlgn="auto" latinLnBrk="0" hangingPunct="1">
                        <a:lnSpc>
                          <a:spcPct val="100000"/>
                        </a:lnSpc>
                        <a:spcBef>
                          <a:spcPts val="0"/>
                        </a:spcBef>
                        <a:spcAft>
                          <a:spcPts val="0"/>
                        </a:spcAft>
                        <a:buClrTx/>
                        <a:buSzTx/>
                        <a:buFontTx/>
                        <a:buNone/>
                        <a:tabLst/>
                        <a:defRPr/>
                      </a:pPr>
                      <a:endParaRPr lang="en-US" sz="2400" noProof="0" dirty="0">
                        <a:solidFill>
                          <a:schemeClr val="bg1"/>
                        </a:solidFill>
                        <a:latin typeface="Arial"/>
                        <a:cs typeface="Arial"/>
                      </a:endParaRPr>
                    </a:p>
                  </a:txBody>
                  <a:tcPr marL="182880" marT="137160">
                    <a:blipFill rotWithShape="1">
                      <a:blip r:embed="rId6"/>
                      <a:stretch>
                        <a:fillRect/>
                      </a:stretch>
                    </a:blipFill>
                  </a:tcPr>
                </a:tc>
                <a:tc hMerge="1">
                  <a:txBody>
                    <a:bodyPr/>
                    <a:lstStyle/>
                    <a:p>
                      <a:endParaRPr lang="en-US"/>
                    </a:p>
                  </a:txBody>
                  <a:tcPr/>
                </a:tc>
                <a:extLst>
                  <a:ext uri="{0D108BD9-81ED-4DB2-BD59-A6C34878D82A}">
                    <a16:rowId xmlns:a16="http://schemas.microsoft.com/office/drawing/2014/main" val="10010"/>
                  </a:ext>
                </a:extLst>
              </a:tr>
            </a:tbl>
          </a:graphicData>
        </a:graphic>
      </p:graphicFrame>
      <p:grpSp>
        <p:nvGrpSpPr>
          <p:cNvPr id="9" name="Group 8">
            <a:extLst>
              <a:ext uri="{FF2B5EF4-FFF2-40B4-BE49-F238E27FC236}">
                <a16:creationId xmlns:a16="http://schemas.microsoft.com/office/drawing/2014/main" id="{EF4C1283-BAAA-6D41-8C60-C18DCEE718CC}"/>
              </a:ext>
            </a:extLst>
          </p:cNvPr>
          <p:cNvGrpSpPr/>
          <p:nvPr userDrawn="1"/>
        </p:nvGrpSpPr>
        <p:grpSpPr>
          <a:xfrm>
            <a:off x="0" y="0"/>
            <a:ext cx="25192038" cy="36013650"/>
            <a:chOff x="-282256" y="-251209"/>
            <a:chExt cx="25648282" cy="36391624"/>
          </a:xfrm>
        </p:grpSpPr>
        <p:sp>
          <p:nvSpPr>
            <p:cNvPr id="10" name="Freeform 9">
              <a:extLst>
                <a:ext uri="{FF2B5EF4-FFF2-40B4-BE49-F238E27FC236}">
                  <a16:creationId xmlns:a16="http://schemas.microsoft.com/office/drawing/2014/main" id="{5A8CCE7E-6AD5-334C-B9DB-A6AFE8966A68}"/>
                </a:ext>
              </a:extLst>
            </p:cNvPr>
            <p:cNvSpPr/>
            <p:nvPr userDrawn="1"/>
          </p:nvSpPr>
          <p:spPr>
            <a:xfrm>
              <a:off x="-240584" y="-231258"/>
              <a:ext cx="25606610" cy="36371673"/>
            </a:xfrm>
            <a:custGeom>
              <a:avLst/>
              <a:gdLst>
                <a:gd name="connsiteX0" fmla="*/ 0 w 44005500"/>
                <a:gd name="connsiteY0" fmla="*/ 0 h 32956500"/>
                <a:gd name="connsiteX1" fmla="*/ 44005500 w 44005500"/>
                <a:gd name="connsiteY1" fmla="*/ 32956500 h 32956500"/>
                <a:gd name="connsiteX2" fmla="*/ 38100 w 44005500"/>
                <a:gd name="connsiteY2" fmla="*/ 32918400 h 32956500"/>
                <a:gd name="connsiteX3" fmla="*/ 0 w 44005500"/>
                <a:gd name="connsiteY3" fmla="*/ 0 h 32956500"/>
              </a:gdLst>
              <a:ahLst/>
              <a:cxnLst>
                <a:cxn ang="0">
                  <a:pos x="connsiteX0" y="connsiteY0"/>
                </a:cxn>
                <a:cxn ang="0">
                  <a:pos x="connsiteX1" y="connsiteY1"/>
                </a:cxn>
                <a:cxn ang="0">
                  <a:pos x="connsiteX2" y="connsiteY2"/>
                </a:cxn>
                <a:cxn ang="0">
                  <a:pos x="connsiteX3" y="connsiteY3"/>
                </a:cxn>
              </a:cxnLst>
              <a:rect l="l" t="t" r="r" b="b"/>
              <a:pathLst>
                <a:path w="44005500" h="32956500">
                  <a:moveTo>
                    <a:pt x="0" y="0"/>
                  </a:moveTo>
                  <a:lnTo>
                    <a:pt x="44005500" y="32956500"/>
                  </a:lnTo>
                  <a:lnTo>
                    <a:pt x="38100" y="32918400"/>
                  </a:lnTo>
                  <a:lnTo>
                    <a:pt x="0" y="0"/>
                  </a:lnTo>
                  <a:close/>
                </a:path>
              </a:pathLst>
            </a:custGeom>
            <a:gradFill>
              <a:gsLst>
                <a:gs pos="79000">
                  <a:schemeClr val="accent1">
                    <a:lumMod val="40000"/>
                    <a:lumOff val="60000"/>
                  </a:schemeClr>
                </a:gs>
                <a:gs pos="13000">
                  <a:schemeClr val="accent1">
                    <a:lumMod val="30000"/>
                    <a:lumOff val="70000"/>
                  </a:schemeClr>
                </a:gs>
              </a:gsLst>
              <a:lin ang="5400000" scaled="1"/>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11" name="Freeform 10">
              <a:extLst>
                <a:ext uri="{FF2B5EF4-FFF2-40B4-BE49-F238E27FC236}">
                  <a16:creationId xmlns:a16="http://schemas.microsoft.com/office/drawing/2014/main" id="{82A0E442-DFA0-7C45-A18E-391E6A121090}"/>
                </a:ext>
              </a:extLst>
            </p:cNvPr>
            <p:cNvSpPr/>
            <p:nvPr userDrawn="1"/>
          </p:nvSpPr>
          <p:spPr>
            <a:xfrm flipH="1" flipV="1">
              <a:off x="-240585" y="-231258"/>
              <a:ext cx="25606609" cy="36352958"/>
            </a:xfrm>
            <a:custGeom>
              <a:avLst/>
              <a:gdLst>
                <a:gd name="connsiteX0" fmla="*/ 0 w 44005500"/>
                <a:gd name="connsiteY0" fmla="*/ 0 h 32956500"/>
                <a:gd name="connsiteX1" fmla="*/ 44005500 w 44005500"/>
                <a:gd name="connsiteY1" fmla="*/ 32956500 h 32956500"/>
                <a:gd name="connsiteX2" fmla="*/ 38100 w 44005500"/>
                <a:gd name="connsiteY2" fmla="*/ 32918400 h 32956500"/>
                <a:gd name="connsiteX3" fmla="*/ 0 w 44005500"/>
                <a:gd name="connsiteY3" fmla="*/ 0 h 32956500"/>
              </a:gdLst>
              <a:ahLst/>
              <a:cxnLst>
                <a:cxn ang="0">
                  <a:pos x="connsiteX0" y="connsiteY0"/>
                </a:cxn>
                <a:cxn ang="0">
                  <a:pos x="connsiteX1" y="connsiteY1"/>
                </a:cxn>
                <a:cxn ang="0">
                  <a:pos x="connsiteX2" y="connsiteY2"/>
                </a:cxn>
                <a:cxn ang="0">
                  <a:pos x="connsiteX3" y="connsiteY3"/>
                </a:cxn>
              </a:cxnLst>
              <a:rect l="l" t="t" r="r" b="b"/>
              <a:pathLst>
                <a:path w="44005500" h="32956500">
                  <a:moveTo>
                    <a:pt x="0" y="0"/>
                  </a:moveTo>
                  <a:lnTo>
                    <a:pt x="44005500" y="32956500"/>
                  </a:lnTo>
                  <a:lnTo>
                    <a:pt x="38100" y="32918400"/>
                  </a:lnTo>
                  <a:lnTo>
                    <a:pt x="0" y="0"/>
                  </a:lnTo>
                  <a:close/>
                </a:path>
              </a:pathLst>
            </a:custGeom>
            <a:gradFill>
              <a:gsLst>
                <a:gs pos="41000">
                  <a:schemeClr val="bg2"/>
                </a:gs>
                <a:gs pos="100000">
                  <a:schemeClr val="accent1">
                    <a:lumMod val="30000"/>
                    <a:lumOff val="70000"/>
                  </a:schemeClr>
                </a:gs>
              </a:gsLst>
              <a:lin ang="5400000" scaled="1"/>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2" name="Freeform 11">
              <a:extLst>
                <a:ext uri="{FF2B5EF4-FFF2-40B4-BE49-F238E27FC236}">
                  <a16:creationId xmlns:a16="http://schemas.microsoft.com/office/drawing/2014/main" id="{372B1B3A-5764-1141-AD33-81F113CC7BE4}"/>
                </a:ext>
              </a:extLst>
            </p:cNvPr>
            <p:cNvSpPr/>
            <p:nvPr userDrawn="1"/>
          </p:nvSpPr>
          <p:spPr>
            <a:xfrm>
              <a:off x="-282256" y="-251209"/>
              <a:ext cx="25648281" cy="36391624"/>
            </a:xfrm>
            <a:custGeom>
              <a:avLst/>
              <a:gdLst>
                <a:gd name="connsiteX0" fmla="*/ 36576 w 39026592"/>
                <a:gd name="connsiteY0" fmla="*/ 0 h 30614112"/>
                <a:gd name="connsiteX1" fmla="*/ 15837408 w 39026592"/>
                <a:gd name="connsiteY1" fmla="*/ 30614112 h 30614112"/>
                <a:gd name="connsiteX2" fmla="*/ 39026592 w 39026592"/>
                <a:gd name="connsiteY2" fmla="*/ 13350240 h 30614112"/>
                <a:gd name="connsiteX3" fmla="*/ 0 w 39026592"/>
                <a:gd name="connsiteY3" fmla="*/ 73152 h 30614112"/>
                <a:gd name="connsiteX4" fmla="*/ 109728 w 39026592"/>
                <a:gd name="connsiteY4" fmla="*/ 146304 h 30614112"/>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39026592" h="30614112">
                  <a:moveTo>
                    <a:pt x="36576" y="0"/>
                  </a:moveTo>
                  <a:lnTo>
                    <a:pt x="15837408" y="30614112"/>
                  </a:lnTo>
                  <a:lnTo>
                    <a:pt x="39026592" y="13350240"/>
                  </a:lnTo>
                  <a:lnTo>
                    <a:pt x="0" y="73152"/>
                  </a:lnTo>
                  <a:lnTo>
                    <a:pt x="109728" y="146304"/>
                  </a:lnTo>
                </a:path>
              </a:pathLst>
            </a:custGeom>
            <a:gradFill flip="none" rotWithShape="1">
              <a:gsLst>
                <a:gs pos="0">
                  <a:schemeClr val="bg1"/>
                </a:gs>
                <a:gs pos="76000">
                  <a:schemeClr val="accent1">
                    <a:lumMod val="30000"/>
                    <a:lumOff val="70000"/>
                    <a:alpha val="0"/>
                  </a:schemeClr>
                </a:gs>
              </a:gsLst>
              <a:path path="rect">
                <a:fillToRect r="100000" b="100000"/>
              </a:path>
              <a:tileRect l="-100000" t="-10000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graphicFrame>
        <p:nvGraphicFramePr>
          <p:cNvPr id="14" name="Table 13">
            <a:extLst>
              <a:ext uri="{FF2B5EF4-FFF2-40B4-BE49-F238E27FC236}">
                <a16:creationId xmlns:a16="http://schemas.microsoft.com/office/drawing/2014/main" id="{AA930D81-2FAB-CD4D-AF1B-62386968629E}"/>
              </a:ext>
            </a:extLst>
          </p:cNvPr>
          <p:cNvGraphicFramePr>
            <a:graphicFrameLocks noGrp="1"/>
          </p:cNvGraphicFramePr>
          <p:nvPr userDrawn="1">
            <p:extLst>
              <p:ext uri="{D42A27DB-BD31-4B8C-83A1-F6EECF244321}">
                <p14:modId xmlns:p14="http://schemas.microsoft.com/office/powerpoint/2010/main" val="2042975874"/>
              </p:ext>
            </p:extLst>
          </p:nvPr>
        </p:nvGraphicFramePr>
        <p:xfrm>
          <a:off x="25652414" y="37356"/>
          <a:ext cx="10290587" cy="35957775"/>
        </p:xfrm>
        <a:graphic>
          <a:graphicData uri="http://schemas.openxmlformats.org/drawingml/2006/table">
            <a:tbl>
              <a:tblPr firstRow="1" bandRow="1">
                <a:tableStyleId>{5C22544A-7EE6-4342-B048-85BDC9FD1C3A}</a:tableStyleId>
              </a:tblPr>
              <a:tblGrid>
                <a:gridCol w="4899938">
                  <a:extLst>
                    <a:ext uri="{9D8B030D-6E8A-4147-A177-3AD203B41FA5}">
                      <a16:colId xmlns:a16="http://schemas.microsoft.com/office/drawing/2014/main" val="20000"/>
                    </a:ext>
                  </a:extLst>
                </a:gridCol>
                <a:gridCol w="351173">
                  <a:extLst>
                    <a:ext uri="{9D8B030D-6E8A-4147-A177-3AD203B41FA5}">
                      <a16:colId xmlns:a16="http://schemas.microsoft.com/office/drawing/2014/main" val="764104496"/>
                    </a:ext>
                  </a:extLst>
                </a:gridCol>
                <a:gridCol w="5039476">
                  <a:extLst>
                    <a:ext uri="{9D8B030D-6E8A-4147-A177-3AD203B41FA5}">
                      <a16:colId xmlns:a16="http://schemas.microsoft.com/office/drawing/2014/main" val="4164475170"/>
                    </a:ext>
                  </a:extLst>
                </a:gridCol>
              </a:tblGrid>
              <a:tr h="1768730">
                <a:tc gridSpan="3">
                  <a:txBody>
                    <a:bodyPr/>
                    <a:lstStyle/>
                    <a:p>
                      <a:pPr marL="0" marR="0" indent="0" algn="ctr" defTabSz="4388900" rtl="0" eaLnBrk="1" fontAlgn="auto" latinLnBrk="0" hangingPunct="1">
                        <a:lnSpc>
                          <a:spcPct val="100000"/>
                        </a:lnSpc>
                        <a:spcBef>
                          <a:spcPts val="0"/>
                        </a:spcBef>
                        <a:spcAft>
                          <a:spcPts val="0"/>
                        </a:spcAft>
                        <a:buClrTx/>
                        <a:buSzTx/>
                        <a:buFontTx/>
                        <a:buNone/>
                        <a:tabLst/>
                        <a:defRPr/>
                      </a:pPr>
                      <a:r>
                        <a:rPr lang="en-US" sz="4000" b="0" spc="600" dirty="0">
                          <a:solidFill>
                            <a:srgbClr val="1F3A4E"/>
                          </a:solidFill>
                          <a:latin typeface="Arial Black" panose="020B0A04020102020204" pitchFamily="34" charset="0"/>
                        </a:rPr>
                        <a:t>QUICK START GUIDE</a:t>
                      </a:r>
                      <a:br>
                        <a:rPr lang="en-US" sz="4000" b="0" spc="600" dirty="0">
                          <a:solidFill>
                            <a:srgbClr val="1F3A4E"/>
                          </a:solidFill>
                          <a:latin typeface="Arial Black" panose="020B0A04020102020204" pitchFamily="34" charset="0"/>
                        </a:rPr>
                      </a:br>
                      <a:r>
                        <a:rPr lang="en-US" sz="3200" b="1" spc="0" dirty="0">
                          <a:solidFill>
                            <a:srgbClr val="FF0000"/>
                          </a:solidFill>
                          <a:latin typeface="Trebuchet MS" pitchFamily="34" charset="0"/>
                        </a:rPr>
                        <a:t>(THIS SIDEBAR WILL NOT PRINT)</a:t>
                      </a:r>
                      <a:endParaRPr lang="en-US" sz="4000" b="1" spc="600" dirty="0">
                        <a:solidFill>
                          <a:schemeClr val="bg1"/>
                        </a:solidFill>
                        <a:latin typeface="Trebuchet MS" pitchFamily="34" charset="0"/>
                      </a:endParaRPr>
                    </a:p>
                  </a:txBody>
                  <a:tcPr marL="182880" marT="137160">
                    <a:solidFill>
                      <a:srgbClr val="FFC000"/>
                    </a:solidFill>
                  </a:tcPr>
                </a:tc>
                <a:tc hMerge="1">
                  <a:txBody>
                    <a:bodyPr/>
                    <a:lstStyle/>
                    <a:p>
                      <a:endParaRPr lang="en-US"/>
                    </a:p>
                  </a:txBody>
                  <a:tcPr/>
                </a:tc>
                <a:tc hMerge="1">
                  <a:txBody>
                    <a:bodyPr/>
                    <a:lstStyle/>
                    <a:p>
                      <a:endParaRPr lang="en-US"/>
                    </a:p>
                  </a:txBody>
                  <a:tcPr/>
                </a:tc>
                <a:extLst>
                  <a:ext uri="{0D108BD9-81ED-4DB2-BD59-A6C34878D82A}">
                    <a16:rowId xmlns:a16="http://schemas.microsoft.com/office/drawing/2014/main" val="10000"/>
                  </a:ext>
                </a:extLst>
              </a:tr>
              <a:tr h="6906470">
                <a:tc gridSpan="3">
                  <a:txBody>
                    <a:bodyPr/>
                    <a:lstStyle/>
                    <a:p>
                      <a:pPr algn="l"/>
                      <a:r>
                        <a:rPr lang="en-US" sz="2800" b="1" baseline="0" dirty="0">
                          <a:solidFill>
                            <a:srgbClr val="FFC000"/>
                          </a:solidFill>
                          <a:latin typeface="Arial" panose="020B0604020202020204" pitchFamily="34" charset="0"/>
                          <a:cs typeface="Arial" panose="020B0604020202020204" pitchFamily="34" charset="0"/>
                        </a:rPr>
                        <a:t>How to change the template colors</a:t>
                      </a:r>
                    </a:p>
                    <a:p>
                      <a:pPr marL="0" indent="0" algn="l" defTabSz="114300"/>
                      <a:r>
                        <a:rPr lang="en-US" sz="2400" b="0" baseline="0" dirty="0">
                          <a:solidFill>
                            <a:srgbClr val="D9D9D9"/>
                          </a:solidFill>
                          <a:latin typeface="Arial" panose="020B0604020202020204" pitchFamily="34" charset="0"/>
                          <a:cs typeface="Arial" panose="020B0604020202020204" pitchFamily="34" charset="0"/>
                        </a:rPr>
                        <a:t>You can change the overall template color theme by clicking on the COLORS dropdown menu under the DESIGN tab. You can see a tutorial here: </a:t>
                      </a:r>
                      <a:r>
                        <a:rPr lang="en-US" sz="2400" dirty="0">
                          <a:solidFill>
                            <a:srgbClr val="FFC000"/>
                          </a:solidFill>
                          <a:hlinkClick r:id="rId7">
                            <a:extLst>
                              <a:ext uri="{A12FA001-AC4F-418D-AE19-62706E023703}">
                                <ahyp:hlinkClr xmlns:ahyp="http://schemas.microsoft.com/office/drawing/2018/hyperlinkcolor" val="tx"/>
                              </a:ext>
                            </a:extLst>
                          </a:hlinkClick>
                        </a:rPr>
                        <a:t>https://www.posterpresentations.com/how-to-change-the-research-poster-template-colors.html</a:t>
                      </a:r>
                      <a:endParaRPr lang="en-US" sz="2400" dirty="0">
                        <a:solidFill>
                          <a:srgbClr val="FFC000"/>
                        </a:solidFill>
                      </a:endParaRPr>
                    </a:p>
                    <a:p>
                      <a:pPr marL="0" indent="0" algn="l" defTabSz="114300"/>
                      <a:endParaRPr lang="en-US" sz="2400" b="0" baseline="0" dirty="0">
                        <a:solidFill>
                          <a:srgbClr val="D9D9D9"/>
                        </a:solidFill>
                        <a:latin typeface="Arial" panose="020B0604020202020204" pitchFamily="34" charset="0"/>
                        <a:cs typeface="Arial" panose="020B0604020202020204" pitchFamily="34" charset="0"/>
                      </a:endParaRPr>
                    </a:p>
                    <a:p>
                      <a:pPr marL="0" indent="0" algn="l" defTabSz="114300"/>
                      <a:r>
                        <a:rPr lang="en-US" sz="2400" b="0" baseline="0" dirty="0">
                          <a:solidFill>
                            <a:srgbClr val="D9D9D9"/>
                          </a:solidFill>
                          <a:latin typeface="Arial" panose="020B0604020202020204" pitchFamily="34" charset="0"/>
                          <a:cs typeface="Arial" panose="020B0604020202020204" pitchFamily="34" charset="0"/>
                        </a:rPr>
                        <a:t>You can also manually change the color of individual elements by going to VIEW &gt; SLIDE MASTER. On the left side of your screen select the background master where you can change the template background, column sizes, etc. </a:t>
                      </a:r>
                    </a:p>
                    <a:p>
                      <a:pPr marL="0" indent="0" algn="l" defTabSz="114300"/>
                      <a:endParaRPr lang="en-US" sz="2400" b="0" baseline="0" dirty="0">
                        <a:solidFill>
                          <a:srgbClr val="D9D9D9"/>
                        </a:solidFill>
                        <a:latin typeface="Arial" panose="020B0604020202020204" pitchFamily="34" charset="0"/>
                        <a:cs typeface="Arial" panose="020B0604020202020204" pitchFamily="34" charset="0"/>
                      </a:endParaRPr>
                    </a:p>
                    <a:p>
                      <a:pPr marL="0" indent="0" algn="l" defTabSz="114300"/>
                      <a:r>
                        <a:rPr lang="en-US" sz="2400" b="0" baseline="0" dirty="0">
                          <a:solidFill>
                            <a:srgbClr val="D9D9D9"/>
                          </a:solidFill>
                          <a:latin typeface="Arial" panose="020B0604020202020204" pitchFamily="34" charset="0"/>
                          <a:cs typeface="Arial" panose="020B0604020202020204" pitchFamily="34" charset="0"/>
                        </a:rPr>
                        <a:t>After you finish working on the SLIDE MASTER, it is important that you go to VIEW &gt; NORMAL to continue working on your poster. </a:t>
                      </a:r>
                    </a:p>
                  </a:txBody>
                  <a:tcPr marL="182880" marT="137160">
                    <a:solidFill>
                      <a:schemeClr val="tx1"/>
                    </a:solidFill>
                  </a:tcPr>
                </a:tc>
                <a:tc hMerge="1">
                  <a:txBody>
                    <a:bodyPr/>
                    <a:lstStyle/>
                    <a:p>
                      <a:endParaRPr lang="en-US"/>
                    </a:p>
                  </a:txBody>
                  <a:tcPr/>
                </a:tc>
                <a:tc hMerge="1">
                  <a:txBody>
                    <a:bodyPr/>
                    <a:lstStyle/>
                    <a:p>
                      <a:endParaRPr lang="en-US"/>
                    </a:p>
                  </a:txBody>
                  <a:tcPr/>
                </a:tc>
                <a:extLst>
                  <a:ext uri="{0D108BD9-81ED-4DB2-BD59-A6C34878D82A}">
                    <a16:rowId xmlns:a16="http://schemas.microsoft.com/office/drawing/2014/main" val="10001"/>
                  </a:ext>
                </a:extLst>
              </a:tr>
              <a:tr h="3733058">
                <a:tc gridSpan="3">
                  <a:txBody>
                    <a:bodyPr/>
                    <a:lstStyle/>
                    <a:p>
                      <a:r>
                        <a:rPr lang="en-US" sz="2800" b="1" dirty="0">
                          <a:solidFill>
                            <a:srgbClr val="FFC000"/>
                          </a:solidFill>
                          <a:latin typeface="Arial" panose="020B0604020202020204" pitchFamily="34" charset="0"/>
                          <a:cs typeface="Arial" panose="020B0604020202020204" pitchFamily="34" charset="0"/>
                        </a:rPr>
                        <a:t>How to change the column layout configuration</a:t>
                      </a:r>
                    </a:p>
                    <a:p>
                      <a:r>
                        <a:rPr lang="en-US" sz="2400" dirty="0">
                          <a:solidFill>
                            <a:srgbClr val="D9D9D9"/>
                          </a:solidFill>
                          <a:latin typeface="Arial" panose="020B0604020202020204" pitchFamily="34" charset="0"/>
                          <a:cs typeface="Arial" panose="020B0604020202020204" pitchFamily="34" charset="0"/>
                        </a:rPr>
                        <a:t>You can manually change the configuration on the columns by going to VIEW &gt; SLIDE MASTER. You can delete columns, resize them or modify them as needed for your layout. </a:t>
                      </a:r>
                    </a:p>
                    <a:p>
                      <a:pPr marL="0" marR="0" indent="0" algn="l" defTabSz="3765366" rtl="0" eaLnBrk="1" fontAlgn="auto" latinLnBrk="0" hangingPunct="1">
                        <a:lnSpc>
                          <a:spcPct val="100000"/>
                        </a:lnSpc>
                        <a:spcBef>
                          <a:spcPts val="0"/>
                        </a:spcBef>
                        <a:spcAft>
                          <a:spcPts val="0"/>
                        </a:spcAft>
                        <a:buClrTx/>
                        <a:buSzTx/>
                        <a:buFontTx/>
                        <a:buNone/>
                        <a:tabLst/>
                        <a:defRPr/>
                      </a:pPr>
                      <a:r>
                        <a:rPr lang="en-US" sz="2400" dirty="0">
                          <a:solidFill>
                            <a:srgbClr val="D9D9D9"/>
                          </a:solidFill>
                          <a:latin typeface="Arial" panose="020B0604020202020204" pitchFamily="34" charset="0"/>
                          <a:cs typeface="Arial" panose="020B0604020202020204" pitchFamily="34" charset="0"/>
                        </a:rPr>
                        <a:t>You can see a tutorial here: </a:t>
                      </a:r>
                      <a:r>
                        <a:rPr lang="en-US" sz="2400" u="sng" dirty="0">
                          <a:solidFill>
                            <a:srgbClr val="FFC000"/>
                          </a:solidFill>
                          <a:latin typeface="Arial" panose="020B0604020202020204" pitchFamily="34" charset="0"/>
                          <a:cs typeface="Arial" panose="020B0604020202020204" pitchFamily="34" charset="0"/>
                        </a:rPr>
                        <a:t>https://</a:t>
                      </a:r>
                      <a:r>
                        <a:rPr lang="en-US" sz="2400" u="sng" dirty="0" err="1">
                          <a:solidFill>
                            <a:srgbClr val="FFC000"/>
                          </a:solidFill>
                          <a:latin typeface="Arial" panose="020B0604020202020204" pitchFamily="34" charset="0"/>
                          <a:cs typeface="Arial" panose="020B0604020202020204" pitchFamily="34" charset="0"/>
                        </a:rPr>
                        <a:t>www.posterpresentations.com</a:t>
                      </a:r>
                      <a:r>
                        <a:rPr lang="en-US" sz="2400" u="sng" dirty="0">
                          <a:solidFill>
                            <a:srgbClr val="FFC000"/>
                          </a:solidFill>
                          <a:latin typeface="Arial" panose="020B0604020202020204" pitchFamily="34" charset="0"/>
                          <a:cs typeface="Arial" panose="020B0604020202020204" pitchFamily="34" charset="0"/>
                        </a:rPr>
                        <a:t>/how-to-change-the-column-</a:t>
                      </a:r>
                      <a:r>
                        <a:rPr lang="en-US" sz="2400" u="sng" dirty="0" err="1">
                          <a:solidFill>
                            <a:srgbClr val="FFC000"/>
                          </a:solidFill>
                          <a:latin typeface="Arial" panose="020B0604020202020204" pitchFamily="34" charset="0"/>
                          <a:cs typeface="Arial" panose="020B0604020202020204" pitchFamily="34" charset="0"/>
                        </a:rPr>
                        <a:t>configuration.html</a:t>
                      </a:r>
                      <a:endParaRPr lang="en-US" sz="5400" u="sng" dirty="0">
                        <a:solidFill>
                          <a:srgbClr val="FFC000"/>
                        </a:solidFill>
                      </a:endParaRPr>
                    </a:p>
                  </a:txBody>
                  <a:tcPr marL="182880" marT="137160">
                    <a:solidFill>
                      <a:schemeClr val="tx1"/>
                    </a:solidFill>
                  </a:tcPr>
                </a:tc>
                <a:tc hMerge="1">
                  <a:txBody>
                    <a:bodyPr/>
                    <a:lstStyle/>
                    <a:p>
                      <a:endParaRPr lang="en-US"/>
                    </a:p>
                  </a:txBody>
                  <a:tcPr/>
                </a:tc>
                <a:tc hMerge="1">
                  <a:txBody>
                    <a:bodyPr/>
                    <a:lstStyle/>
                    <a:p>
                      <a:endParaRPr lang="en-US" dirty="0"/>
                    </a:p>
                  </a:txBody>
                  <a:tcPr marL="182880" marT="137160">
                    <a:solidFill>
                      <a:srgbClr val="010101"/>
                    </a:solidFill>
                  </a:tcPr>
                </a:tc>
                <a:extLst>
                  <a:ext uri="{0D108BD9-81ED-4DB2-BD59-A6C34878D82A}">
                    <a16:rowId xmlns:a16="http://schemas.microsoft.com/office/drawing/2014/main" val="10004"/>
                  </a:ext>
                </a:extLst>
              </a:tr>
              <a:tr h="2023905">
                <a:tc>
                  <a:txBody>
                    <a:bodyPr/>
                    <a:lstStyle/>
                    <a:p>
                      <a:pPr marL="0" marR="0" lvl="0" indent="0" algn="l" defTabSz="1518341" rtl="0" eaLnBrk="1" fontAlgn="auto" latinLnBrk="0" hangingPunct="1">
                        <a:lnSpc>
                          <a:spcPct val="100000"/>
                        </a:lnSpc>
                        <a:spcBef>
                          <a:spcPts val="0"/>
                        </a:spcBef>
                        <a:spcAft>
                          <a:spcPts val="0"/>
                        </a:spcAft>
                        <a:buClrTx/>
                        <a:buSzTx/>
                        <a:buFontTx/>
                        <a:buNone/>
                        <a:tabLst/>
                        <a:defRPr/>
                      </a:pPr>
                      <a:endParaRPr lang="en-US" sz="2400" noProof="0" dirty="0">
                        <a:solidFill>
                          <a:srgbClr val="D9D9D9"/>
                        </a:solidFill>
                        <a:latin typeface="Arial" panose="020B0604020202020204" pitchFamily="34" charset="0"/>
                        <a:cs typeface="Arial" panose="020B0604020202020204" pitchFamily="34" charset="0"/>
                      </a:endParaRPr>
                    </a:p>
                  </a:txBody>
                  <a:tcPr marL="182880" marT="137160">
                    <a:blipFill dpi="0" rotWithShape="1">
                      <a:blip r:embed="rId8">
                        <a:extLst>
                          <a:ext uri="{28A0092B-C50C-407E-A947-70E740481C1C}">
                            <a14:useLocalDpi xmlns:a14="http://schemas.microsoft.com/office/drawing/2010/main" val="0"/>
                          </a:ext>
                        </a:extLst>
                      </a:blip>
                      <a:srcRect/>
                      <a:stretch>
                        <a:fillRect/>
                      </a:stretch>
                    </a:blipFill>
                  </a:tcPr>
                </a:tc>
                <a:tc rowSpan="2" gridSpan="2">
                  <a:txBody>
                    <a:bodyPr/>
                    <a:lstStyle/>
                    <a:p>
                      <a:pPr marL="0" marR="0" lvl="0" indent="0" algn="l" defTabSz="1518341" rtl="0" eaLnBrk="1" fontAlgn="auto" latinLnBrk="0" hangingPunct="1">
                        <a:lnSpc>
                          <a:spcPct val="100000"/>
                        </a:lnSpc>
                        <a:spcBef>
                          <a:spcPts val="0"/>
                        </a:spcBef>
                        <a:spcAft>
                          <a:spcPts val="0"/>
                        </a:spcAft>
                        <a:buClrTx/>
                        <a:buSzTx/>
                        <a:buFontTx/>
                        <a:buNone/>
                        <a:tabLst/>
                        <a:defRPr/>
                      </a:pPr>
                      <a:r>
                        <a:rPr lang="en-US" sz="2800" b="1" noProof="0" dirty="0">
                          <a:solidFill>
                            <a:srgbClr val="FFC000"/>
                          </a:solidFill>
                          <a:latin typeface="Arial" panose="020B0604020202020204" pitchFamily="34" charset="0"/>
                          <a:cs typeface="Arial" panose="020B0604020202020204" pitchFamily="34" charset="0"/>
                        </a:rPr>
                        <a:t>How to hide the QUICK START GUIDE bars from the sides of the template</a:t>
                      </a:r>
                    </a:p>
                    <a:p>
                      <a:pPr marL="0" marR="0" lvl="0" indent="0" algn="l" defTabSz="114300" rtl="0" eaLnBrk="1" fontAlgn="auto" latinLnBrk="0" hangingPunct="1">
                        <a:lnSpc>
                          <a:spcPct val="100000"/>
                        </a:lnSpc>
                        <a:spcBef>
                          <a:spcPts val="0"/>
                        </a:spcBef>
                        <a:spcAft>
                          <a:spcPts val="0"/>
                        </a:spcAft>
                        <a:buClrTx/>
                        <a:buSzTx/>
                        <a:buFontTx/>
                        <a:buNone/>
                        <a:tabLst/>
                        <a:defRPr/>
                      </a:pPr>
                      <a:r>
                        <a:rPr lang="en-US" sz="2400" noProof="0" dirty="0">
                          <a:solidFill>
                            <a:srgbClr val="D9D9D9"/>
                          </a:solidFill>
                          <a:latin typeface="Arial" panose="020B0604020202020204" pitchFamily="34" charset="0"/>
                          <a:cs typeface="Arial" panose="020B0604020202020204" pitchFamily="34" charset="0"/>
                        </a:rPr>
                        <a:t>The Quick Start</a:t>
                      </a:r>
                      <a:r>
                        <a:rPr lang="en-US" sz="2400" baseline="0" noProof="0" dirty="0">
                          <a:solidFill>
                            <a:srgbClr val="D9D9D9"/>
                          </a:solidFill>
                          <a:latin typeface="Arial" panose="020B0604020202020204" pitchFamily="34" charset="0"/>
                          <a:cs typeface="Arial" panose="020B0604020202020204" pitchFamily="34" charset="0"/>
                        </a:rPr>
                        <a:t> Guides</a:t>
                      </a:r>
                      <a:r>
                        <a:rPr lang="en-US" sz="2400" noProof="0" dirty="0">
                          <a:solidFill>
                            <a:srgbClr val="D9D9D9"/>
                          </a:solidFill>
                          <a:latin typeface="Arial" panose="020B0604020202020204" pitchFamily="34" charset="0"/>
                          <a:cs typeface="Arial" panose="020B0604020202020204" pitchFamily="34" charset="0"/>
                        </a:rPr>
                        <a:t> </a:t>
                      </a:r>
                      <a:r>
                        <a:rPr lang="en-US" sz="2400" u="sng" noProof="0" dirty="0">
                          <a:solidFill>
                            <a:srgbClr val="D9D9D9"/>
                          </a:solidFill>
                          <a:latin typeface="Arial" panose="020B0604020202020204" pitchFamily="34" charset="0"/>
                          <a:cs typeface="Arial" panose="020B0604020202020204" pitchFamily="34" charset="0"/>
                        </a:rPr>
                        <a:t>are outside the template’s printable area</a:t>
                      </a:r>
                      <a:r>
                        <a:rPr lang="en-US" sz="2400" noProof="0" dirty="0">
                          <a:solidFill>
                            <a:srgbClr val="D9D9D9"/>
                          </a:solidFill>
                          <a:latin typeface="Arial" panose="020B0604020202020204" pitchFamily="34" charset="0"/>
                          <a:cs typeface="Arial" panose="020B0604020202020204" pitchFamily="34" charset="0"/>
                        </a:rPr>
                        <a:t> and they will not be on the printed poster</a:t>
                      </a:r>
                      <a:r>
                        <a:rPr lang="en-US" sz="2400" baseline="0" noProof="0" dirty="0">
                          <a:solidFill>
                            <a:srgbClr val="D9D9D9"/>
                          </a:solidFill>
                          <a:latin typeface="Arial" panose="020B0604020202020204" pitchFamily="34" charset="0"/>
                          <a:cs typeface="Arial" panose="020B0604020202020204" pitchFamily="34" charset="0"/>
                        </a:rPr>
                        <a:t>. </a:t>
                      </a:r>
                    </a:p>
                    <a:p>
                      <a:pPr marL="0" marR="0" lvl="0" indent="0" algn="l" defTabSz="114300" rtl="0" eaLnBrk="1" fontAlgn="auto" latinLnBrk="0" hangingPunct="1">
                        <a:lnSpc>
                          <a:spcPct val="100000"/>
                        </a:lnSpc>
                        <a:spcBef>
                          <a:spcPts val="0"/>
                        </a:spcBef>
                        <a:spcAft>
                          <a:spcPts val="0"/>
                        </a:spcAft>
                        <a:buClrTx/>
                        <a:buSzTx/>
                        <a:buFontTx/>
                        <a:buNone/>
                        <a:tabLst/>
                        <a:defRPr/>
                      </a:pPr>
                      <a:endParaRPr lang="en-US" sz="2400" baseline="0" noProof="0" dirty="0">
                        <a:solidFill>
                          <a:srgbClr val="D9D9D9"/>
                        </a:solidFill>
                        <a:latin typeface="Arial" panose="020B0604020202020204" pitchFamily="34" charset="0"/>
                        <a:cs typeface="Arial" panose="020B0604020202020204" pitchFamily="34" charset="0"/>
                      </a:endParaRPr>
                    </a:p>
                    <a:p>
                      <a:pPr marL="0" marR="0" lvl="0" indent="0" algn="l" defTabSz="114300" rtl="0" eaLnBrk="1" fontAlgn="auto" latinLnBrk="0" hangingPunct="1">
                        <a:lnSpc>
                          <a:spcPct val="100000"/>
                        </a:lnSpc>
                        <a:spcBef>
                          <a:spcPts val="0"/>
                        </a:spcBef>
                        <a:spcAft>
                          <a:spcPts val="0"/>
                        </a:spcAft>
                        <a:buClrTx/>
                        <a:buSzTx/>
                        <a:buFontTx/>
                        <a:buNone/>
                        <a:tabLst/>
                        <a:defRPr/>
                      </a:pPr>
                      <a:r>
                        <a:rPr lang="en-US" sz="2400" baseline="0" noProof="0" dirty="0">
                          <a:solidFill>
                            <a:srgbClr val="D9D9D9"/>
                          </a:solidFill>
                          <a:latin typeface="Arial" panose="020B0604020202020204" pitchFamily="34" charset="0"/>
                          <a:cs typeface="Arial" panose="020B0604020202020204" pitchFamily="34" charset="0"/>
                        </a:rPr>
                        <a:t>If you create a PDF file from your template, the guides will not be included.</a:t>
                      </a:r>
                    </a:p>
                    <a:p>
                      <a:pPr marL="0" marR="0" lvl="0" indent="0" algn="l" defTabSz="114300" rtl="0" eaLnBrk="1" fontAlgn="auto" latinLnBrk="0" hangingPunct="1">
                        <a:lnSpc>
                          <a:spcPct val="100000"/>
                        </a:lnSpc>
                        <a:spcBef>
                          <a:spcPts val="0"/>
                        </a:spcBef>
                        <a:spcAft>
                          <a:spcPts val="0"/>
                        </a:spcAft>
                        <a:buClrTx/>
                        <a:buSzTx/>
                        <a:buFontTx/>
                        <a:buNone/>
                        <a:tabLst/>
                        <a:defRPr/>
                      </a:pPr>
                      <a:endParaRPr lang="en-US" sz="2400" baseline="0" noProof="0" dirty="0">
                        <a:solidFill>
                          <a:srgbClr val="D9D9D9"/>
                        </a:solidFill>
                        <a:latin typeface="Arial" panose="020B0604020202020204" pitchFamily="34" charset="0"/>
                        <a:cs typeface="Arial" panose="020B0604020202020204" pitchFamily="34" charset="0"/>
                      </a:endParaRPr>
                    </a:p>
                    <a:p>
                      <a:pPr marL="0" marR="0" lvl="0" indent="0" algn="l" defTabSz="114300" rtl="0" eaLnBrk="1" fontAlgn="auto" latinLnBrk="0" hangingPunct="1">
                        <a:lnSpc>
                          <a:spcPct val="100000"/>
                        </a:lnSpc>
                        <a:spcBef>
                          <a:spcPts val="0"/>
                        </a:spcBef>
                        <a:spcAft>
                          <a:spcPts val="0"/>
                        </a:spcAft>
                        <a:buClrTx/>
                        <a:buSzTx/>
                        <a:buFontTx/>
                        <a:buNone/>
                        <a:tabLst/>
                        <a:defRPr/>
                      </a:pPr>
                      <a:r>
                        <a:rPr lang="en-US" sz="2400" baseline="0" noProof="0" dirty="0">
                          <a:solidFill>
                            <a:srgbClr val="D9D9D9"/>
                          </a:solidFill>
                          <a:latin typeface="Arial" panose="020B0604020202020204" pitchFamily="34" charset="0"/>
                          <a:cs typeface="Arial" panose="020B0604020202020204" pitchFamily="34" charset="0"/>
                        </a:rPr>
                        <a:t>To hide the guides click on the </a:t>
                      </a:r>
                      <a:r>
                        <a:rPr lang="en-US" sz="2400" b="1" baseline="0" noProof="0" dirty="0">
                          <a:solidFill>
                            <a:srgbClr val="D9D9D9"/>
                          </a:solidFill>
                          <a:latin typeface="Arial" panose="020B0604020202020204" pitchFamily="34" charset="0"/>
                          <a:cs typeface="Arial" panose="020B0604020202020204" pitchFamily="34" charset="0"/>
                        </a:rPr>
                        <a:t>Home</a:t>
                      </a:r>
                      <a:r>
                        <a:rPr lang="en-US" sz="2400" baseline="0" noProof="0" dirty="0">
                          <a:solidFill>
                            <a:srgbClr val="D9D9D9"/>
                          </a:solidFill>
                          <a:latin typeface="Arial" panose="020B0604020202020204" pitchFamily="34" charset="0"/>
                          <a:cs typeface="Arial" panose="020B0604020202020204" pitchFamily="34" charset="0"/>
                        </a:rPr>
                        <a:t> tab (top of the screen) and then click on the </a:t>
                      </a:r>
                      <a:r>
                        <a:rPr lang="en-US" sz="2400" b="1" baseline="0" noProof="0" dirty="0">
                          <a:solidFill>
                            <a:srgbClr val="D9D9D9"/>
                          </a:solidFill>
                          <a:latin typeface="Arial" panose="020B0604020202020204" pitchFamily="34" charset="0"/>
                          <a:cs typeface="Arial" panose="020B0604020202020204" pitchFamily="34" charset="0"/>
                        </a:rPr>
                        <a:t>Layout</a:t>
                      </a:r>
                      <a:r>
                        <a:rPr lang="en-US" sz="2400" baseline="0" noProof="0" dirty="0">
                          <a:solidFill>
                            <a:srgbClr val="D9D9D9"/>
                          </a:solidFill>
                          <a:latin typeface="Arial" panose="020B0604020202020204" pitchFamily="34" charset="0"/>
                          <a:cs typeface="Arial" panose="020B0604020202020204" pitchFamily="34" charset="0"/>
                        </a:rPr>
                        <a:t> button below to see the available layouts. Choose the </a:t>
                      </a:r>
                      <a:r>
                        <a:rPr lang="en-US" sz="2400" b="1" baseline="0" noProof="0" dirty="0">
                          <a:solidFill>
                            <a:srgbClr val="D9D9D9"/>
                          </a:solidFill>
                          <a:latin typeface="Arial" panose="020B0604020202020204" pitchFamily="34" charset="0"/>
                          <a:cs typeface="Arial" panose="020B0604020202020204" pitchFamily="34" charset="0"/>
                        </a:rPr>
                        <a:t>Without Guides </a:t>
                      </a:r>
                      <a:r>
                        <a:rPr lang="en-US" sz="2400" b="0" baseline="0" noProof="0" dirty="0">
                          <a:solidFill>
                            <a:srgbClr val="D9D9D9"/>
                          </a:solidFill>
                          <a:latin typeface="Arial" panose="020B0604020202020204" pitchFamily="34" charset="0"/>
                          <a:cs typeface="Arial" panose="020B0604020202020204" pitchFamily="34" charset="0"/>
                        </a:rPr>
                        <a:t>layout</a:t>
                      </a:r>
                      <a:r>
                        <a:rPr lang="en-US" sz="2400" baseline="0" noProof="0" dirty="0">
                          <a:solidFill>
                            <a:srgbClr val="D9D9D9"/>
                          </a:solidFill>
                          <a:latin typeface="Arial" panose="020B0604020202020204" pitchFamily="34" charset="0"/>
                          <a:cs typeface="Arial" panose="020B0604020202020204" pitchFamily="34" charset="0"/>
                        </a:rPr>
                        <a:t>.</a:t>
                      </a:r>
                      <a:endParaRPr lang="en-US" sz="2400" noProof="0" dirty="0">
                        <a:solidFill>
                          <a:srgbClr val="D9D9D9"/>
                        </a:solidFill>
                        <a:latin typeface="Arial" panose="020B0604020202020204" pitchFamily="34" charset="0"/>
                        <a:cs typeface="Arial" panose="020B0604020202020204" pitchFamily="34" charset="0"/>
                      </a:endParaRPr>
                    </a:p>
                  </a:txBody>
                  <a:tcPr marL="182880" marT="137160">
                    <a:solidFill>
                      <a:srgbClr val="010101"/>
                    </a:solidFill>
                  </a:tcPr>
                </a:tc>
                <a:tc rowSpan="2" hMerge="1">
                  <a:txBody>
                    <a:bodyPr/>
                    <a:lstStyle/>
                    <a:p>
                      <a:pPr marL="0" marR="0" lvl="0" indent="0" algn="l" defTabSz="1518341" rtl="0" eaLnBrk="1" fontAlgn="auto" latinLnBrk="0" hangingPunct="1">
                        <a:lnSpc>
                          <a:spcPct val="100000"/>
                        </a:lnSpc>
                        <a:spcBef>
                          <a:spcPts val="0"/>
                        </a:spcBef>
                        <a:spcAft>
                          <a:spcPts val="0"/>
                        </a:spcAft>
                        <a:buClrTx/>
                        <a:buSzTx/>
                        <a:buFontTx/>
                        <a:buNone/>
                        <a:tabLst/>
                        <a:defRPr/>
                      </a:pPr>
                      <a:r>
                        <a:rPr lang="en-US" sz="3200" b="1" noProof="0">
                          <a:solidFill>
                            <a:srgbClr val="FFC000"/>
                          </a:solidFill>
                          <a:latin typeface="Arial" panose="020B0604020202020204" pitchFamily="34" charset="0"/>
                          <a:cs typeface="Arial" panose="020B0604020202020204" pitchFamily="34" charset="0"/>
                        </a:rPr>
                        <a:t>How to hide the QUICK START GUIDE bars from the sides of the template</a:t>
                      </a:r>
                    </a:p>
                    <a:p>
                      <a:pPr marL="0" marR="0" lvl="0" indent="0" algn="l" defTabSz="114300" rtl="0" eaLnBrk="1" fontAlgn="auto" latinLnBrk="0" hangingPunct="1">
                        <a:lnSpc>
                          <a:spcPct val="100000"/>
                        </a:lnSpc>
                        <a:spcBef>
                          <a:spcPts val="0"/>
                        </a:spcBef>
                        <a:spcAft>
                          <a:spcPts val="0"/>
                        </a:spcAft>
                        <a:buClrTx/>
                        <a:buSzTx/>
                        <a:buFontTx/>
                        <a:buNone/>
                        <a:tabLst/>
                        <a:defRPr/>
                      </a:pPr>
                      <a:r>
                        <a:rPr lang="en-US" sz="2800" noProof="0">
                          <a:solidFill>
                            <a:srgbClr val="D9D9D9"/>
                          </a:solidFill>
                          <a:latin typeface="Arial" panose="020B0604020202020204" pitchFamily="34" charset="0"/>
                          <a:cs typeface="Arial" panose="020B0604020202020204" pitchFamily="34" charset="0"/>
                        </a:rPr>
                        <a:t>The Quick Start</a:t>
                      </a:r>
                      <a:r>
                        <a:rPr lang="en-US" sz="2800" baseline="0" noProof="0">
                          <a:solidFill>
                            <a:srgbClr val="D9D9D9"/>
                          </a:solidFill>
                          <a:latin typeface="Arial" panose="020B0604020202020204" pitchFamily="34" charset="0"/>
                          <a:cs typeface="Arial" panose="020B0604020202020204" pitchFamily="34" charset="0"/>
                        </a:rPr>
                        <a:t> Guides</a:t>
                      </a:r>
                      <a:r>
                        <a:rPr lang="en-US" sz="2800" noProof="0">
                          <a:solidFill>
                            <a:srgbClr val="D9D9D9"/>
                          </a:solidFill>
                          <a:latin typeface="Arial" panose="020B0604020202020204" pitchFamily="34" charset="0"/>
                          <a:cs typeface="Arial" panose="020B0604020202020204" pitchFamily="34" charset="0"/>
                        </a:rPr>
                        <a:t> </a:t>
                      </a:r>
                      <a:r>
                        <a:rPr lang="en-US" sz="2800" u="sng" noProof="0">
                          <a:solidFill>
                            <a:srgbClr val="D9D9D9"/>
                          </a:solidFill>
                          <a:latin typeface="Arial" panose="020B0604020202020204" pitchFamily="34" charset="0"/>
                          <a:cs typeface="Arial" panose="020B0604020202020204" pitchFamily="34" charset="0"/>
                        </a:rPr>
                        <a:t>are outside the template’s printable area</a:t>
                      </a:r>
                      <a:r>
                        <a:rPr lang="en-US" sz="2800" noProof="0">
                          <a:solidFill>
                            <a:srgbClr val="D9D9D9"/>
                          </a:solidFill>
                          <a:latin typeface="Arial" panose="020B0604020202020204" pitchFamily="34" charset="0"/>
                          <a:cs typeface="Arial" panose="020B0604020202020204" pitchFamily="34" charset="0"/>
                        </a:rPr>
                        <a:t> and they will not be on the printed poster</a:t>
                      </a:r>
                      <a:r>
                        <a:rPr lang="en-US" sz="2800" baseline="0" noProof="0">
                          <a:solidFill>
                            <a:srgbClr val="D9D9D9"/>
                          </a:solidFill>
                          <a:latin typeface="Arial" panose="020B0604020202020204" pitchFamily="34" charset="0"/>
                          <a:cs typeface="Arial" panose="020B0604020202020204" pitchFamily="34" charset="0"/>
                        </a:rPr>
                        <a:t>. </a:t>
                      </a:r>
                    </a:p>
                    <a:p>
                      <a:pPr marL="0" marR="0" lvl="0" indent="0" algn="l" defTabSz="114300" rtl="0" eaLnBrk="1" fontAlgn="auto" latinLnBrk="0" hangingPunct="1">
                        <a:lnSpc>
                          <a:spcPct val="100000"/>
                        </a:lnSpc>
                        <a:spcBef>
                          <a:spcPts val="0"/>
                        </a:spcBef>
                        <a:spcAft>
                          <a:spcPts val="0"/>
                        </a:spcAft>
                        <a:buClrTx/>
                        <a:buSzTx/>
                        <a:buFontTx/>
                        <a:buNone/>
                        <a:tabLst/>
                        <a:defRPr/>
                      </a:pPr>
                      <a:endParaRPr lang="en-US" sz="2800" baseline="0" noProof="0">
                        <a:solidFill>
                          <a:srgbClr val="D9D9D9"/>
                        </a:solidFill>
                        <a:latin typeface="Arial" panose="020B0604020202020204" pitchFamily="34" charset="0"/>
                        <a:cs typeface="Arial" panose="020B0604020202020204" pitchFamily="34" charset="0"/>
                      </a:endParaRPr>
                    </a:p>
                    <a:p>
                      <a:pPr marL="0" marR="0" lvl="0" indent="0" algn="l" defTabSz="114300" rtl="0" eaLnBrk="1" fontAlgn="auto" latinLnBrk="0" hangingPunct="1">
                        <a:lnSpc>
                          <a:spcPct val="100000"/>
                        </a:lnSpc>
                        <a:spcBef>
                          <a:spcPts val="0"/>
                        </a:spcBef>
                        <a:spcAft>
                          <a:spcPts val="0"/>
                        </a:spcAft>
                        <a:buClrTx/>
                        <a:buSzTx/>
                        <a:buFontTx/>
                        <a:buNone/>
                        <a:tabLst/>
                        <a:defRPr/>
                      </a:pPr>
                      <a:r>
                        <a:rPr lang="en-US" sz="2800" baseline="0" noProof="0">
                          <a:solidFill>
                            <a:srgbClr val="D9D9D9"/>
                          </a:solidFill>
                          <a:latin typeface="Arial" panose="020B0604020202020204" pitchFamily="34" charset="0"/>
                          <a:cs typeface="Arial" panose="020B0604020202020204" pitchFamily="34" charset="0"/>
                        </a:rPr>
                        <a:t>If you create a PDF file from your template, the guides will not be included.</a:t>
                      </a:r>
                    </a:p>
                    <a:p>
                      <a:pPr marL="0" marR="0" lvl="0" indent="0" algn="l" defTabSz="114300" rtl="0" eaLnBrk="1" fontAlgn="auto" latinLnBrk="0" hangingPunct="1">
                        <a:lnSpc>
                          <a:spcPct val="100000"/>
                        </a:lnSpc>
                        <a:spcBef>
                          <a:spcPts val="0"/>
                        </a:spcBef>
                        <a:spcAft>
                          <a:spcPts val="0"/>
                        </a:spcAft>
                        <a:buClrTx/>
                        <a:buSzTx/>
                        <a:buFontTx/>
                        <a:buNone/>
                        <a:tabLst/>
                        <a:defRPr/>
                      </a:pPr>
                      <a:endParaRPr lang="en-US" sz="2800" baseline="0" noProof="0">
                        <a:solidFill>
                          <a:srgbClr val="D9D9D9"/>
                        </a:solidFill>
                        <a:latin typeface="Arial" panose="020B0604020202020204" pitchFamily="34" charset="0"/>
                        <a:cs typeface="Arial" panose="020B0604020202020204" pitchFamily="34" charset="0"/>
                      </a:endParaRPr>
                    </a:p>
                    <a:p>
                      <a:pPr marL="0" marR="0" lvl="0" indent="0" algn="l" defTabSz="114300" rtl="0" eaLnBrk="1" fontAlgn="auto" latinLnBrk="0" hangingPunct="1">
                        <a:lnSpc>
                          <a:spcPct val="100000"/>
                        </a:lnSpc>
                        <a:spcBef>
                          <a:spcPts val="0"/>
                        </a:spcBef>
                        <a:spcAft>
                          <a:spcPts val="0"/>
                        </a:spcAft>
                        <a:buClrTx/>
                        <a:buSzTx/>
                        <a:buFontTx/>
                        <a:buNone/>
                        <a:tabLst/>
                        <a:defRPr/>
                      </a:pPr>
                      <a:r>
                        <a:rPr lang="en-US" sz="2800" baseline="0" noProof="0">
                          <a:solidFill>
                            <a:srgbClr val="D9D9D9"/>
                          </a:solidFill>
                          <a:latin typeface="Arial" panose="020B0604020202020204" pitchFamily="34" charset="0"/>
                          <a:cs typeface="Arial" panose="020B0604020202020204" pitchFamily="34" charset="0"/>
                        </a:rPr>
                        <a:t>To hide the guides click on the </a:t>
                      </a:r>
                      <a:r>
                        <a:rPr lang="en-US" sz="2800" b="1" baseline="0" noProof="0">
                          <a:solidFill>
                            <a:srgbClr val="D9D9D9"/>
                          </a:solidFill>
                          <a:latin typeface="Arial" panose="020B0604020202020204" pitchFamily="34" charset="0"/>
                          <a:cs typeface="Arial" panose="020B0604020202020204" pitchFamily="34" charset="0"/>
                        </a:rPr>
                        <a:t>Home</a:t>
                      </a:r>
                      <a:r>
                        <a:rPr lang="en-US" sz="2800" baseline="0" noProof="0">
                          <a:solidFill>
                            <a:srgbClr val="D9D9D9"/>
                          </a:solidFill>
                          <a:latin typeface="Arial" panose="020B0604020202020204" pitchFamily="34" charset="0"/>
                          <a:cs typeface="Arial" panose="020B0604020202020204" pitchFamily="34" charset="0"/>
                        </a:rPr>
                        <a:t> tab (top of the screen) and then click on the </a:t>
                      </a:r>
                      <a:r>
                        <a:rPr lang="en-US" sz="2800" b="1" baseline="0" noProof="0">
                          <a:solidFill>
                            <a:srgbClr val="D9D9D9"/>
                          </a:solidFill>
                          <a:latin typeface="Arial" panose="020B0604020202020204" pitchFamily="34" charset="0"/>
                          <a:cs typeface="Arial" panose="020B0604020202020204" pitchFamily="34" charset="0"/>
                        </a:rPr>
                        <a:t>Layout</a:t>
                      </a:r>
                      <a:r>
                        <a:rPr lang="en-US" sz="2800" baseline="0" noProof="0">
                          <a:solidFill>
                            <a:srgbClr val="D9D9D9"/>
                          </a:solidFill>
                          <a:latin typeface="Arial" panose="020B0604020202020204" pitchFamily="34" charset="0"/>
                          <a:cs typeface="Arial" panose="020B0604020202020204" pitchFamily="34" charset="0"/>
                        </a:rPr>
                        <a:t> button below to see the available layouts. Choose the </a:t>
                      </a:r>
                      <a:r>
                        <a:rPr lang="en-US" sz="2800" b="1" baseline="0" noProof="0">
                          <a:solidFill>
                            <a:srgbClr val="D9D9D9"/>
                          </a:solidFill>
                          <a:latin typeface="Arial" panose="020B0604020202020204" pitchFamily="34" charset="0"/>
                          <a:cs typeface="Arial" panose="020B0604020202020204" pitchFamily="34" charset="0"/>
                        </a:rPr>
                        <a:t>Without Guides </a:t>
                      </a:r>
                      <a:r>
                        <a:rPr lang="en-US" sz="2800" b="0" baseline="0" noProof="0">
                          <a:solidFill>
                            <a:srgbClr val="D9D9D9"/>
                          </a:solidFill>
                          <a:latin typeface="Arial" panose="020B0604020202020204" pitchFamily="34" charset="0"/>
                          <a:cs typeface="Arial" panose="020B0604020202020204" pitchFamily="34" charset="0"/>
                        </a:rPr>
                        <a:t>layout</a:t>
                      </a:r>
                      <a:r>
                        <a:rPr lang="en-US" sz="2800" baseline="0" noProof="0">
                          <a:solidFill>
                            <a:srgbClr val="D9D9D9"/>
                          </a:solidFill>
                          <a:latin typeface="Arial" panose="020B0604020202020204" pitchFamily="34" charset="0"/>
                          <a:cs typeface="Arial" panose="020B0604020202020204" pitchFamily="34" charset="0"/>
                        </a:rPr>
                        <a:t>.</a:t>
                      </a:r>
                      <a:endParaRPr lang="en-US" sz="2800" noProof="0" dirty="0">
                        <a:solidFill>
                          <a:srgbClr val="D9D9D9"/>
                        </a:solidFill>
                        <a:latin typeface="Arial" panose="020B0604020202020204" pitchFamily="34" charset="0"/>
                        <a:cs typeface="Arial" panose="020B0604020202020204" pitchFamily="34" charset="0"/>
                      </a:endParaRPr>
                    </a:p>
                  </a:txBody>
                  <a:tcPr marL="182880" marT="137160">
                    <a:solidFill>
                      <a:srgbClr val="010101"/>
                    </a:solidFill>
                  </a:tcPr>
                </a:tc>
                <a:extLst>
                  <a:ext uri="{0D108BD9-81ED-4DB2-BD59-A6C34878D82A}">
                    <a16:rowId xmlns:a16="http://schemas.microsoft.com/office/drawing/2014/main" val="10005"/>
                  </a:ext>
                </a:extLst>
              </a:tr>
              <a:tr h="6567070">
                <a:tc>
                  <a:txBody>
                    <a:bodyPr/>
                    <a:lstStyle/>
                    <a:p>
                      <a:pPr marL="0" marR="0" lvl="0" indent="0" algn="l" defTabSz="1518341" rtl="0" eaLnBrk="1" fontAlgn="auto" latinLnBrk="0" hangingPunct="1">
                        <a:lnSpc>
                          <a:spcPct val="100000"/>
                        </a:lnSpc>
                        <a:spcBef>
                          <a:spcPts val="0"/>
                        </a:spcBef>
                        <a:spcAft>
                          <a:spcPts val="0"/>
                        </a:spcAft>
                        <a:buClrTx/>
                        <a:buSzTx/>
                        <a:buFontTx/>
                        <a:buNone/>
                        <a:tabLst/>
                        <a:defRPr/>
                      </a:pPr>
                      <a:endParaRPr lang="en-US" sz="2400" noProof="0" dirty="0">
                        <a:solidFill>
                          <a:srgbClr val="D9D9D9"/>
                        </a:solidFill>
                        <a:latin typeface="Arial" panose="020B0604020202020204" pitchFamily="34" charset="0"/>
                        <a:cs typeface="Arial" panose="020B0604020202020204" pitchFamily="34" charset="0"/>
                      </a:endParaRPr>
                    </a:p>
                  </a:txBody>
                  <a:tcPr marL="182880" marT="137160">
                    <a:solidFill>
                      <a:srgbClr val="010101"/>
                    </a:solidFill>
                  </a:tcPr>
                </a:tc>
                <a:tc gridSpan="2" vMerge="1">
                  <a:txBody>
                    <a:bodyPr/>
                    <a:lstStyle/>
                    <a:p>
                      <a:pPr marL="0" marR="0" lvl="0" indent="0" algn="l" defTabSz="1518341" rtl="0" eaLnBrk="1" fontAlgn="auto" latinLnBrk="0" hangingPunct="1">
                        <a:lnSpc>
                          <a:spcPct val="100000"/>
                        </a:lnSpc>
                        <a:spcBef>
                          <a:spcPts val="0"/>
                        </a:spcBef>
                        <a:spcAft>
                          <a:spcPts val="0"/>
                        </a:spcAft>
                        <a:buClrTx/>
                        <a:buSzTx/>
                        <a:buFontTx/>
                        <a:buNone/>
                        <a:tabLst/>
                        <a:defRPr/>
                      </a:pPr>
                      <a:endParaRPr lang="en-US" sz="2800" noProof="0" dirty="0">
                        <a:solidFill>
                          <a:srgbClr val="D9D9D9"/>
                        </a:solidFill>
                        <a:latin typeface="Arial" panose="020B0604020202020204" pitchFamily="34" charset="0"/>
                        <a:cs typeface="Arial" panose="020B0604020202020204" pitchFamily="34" charset="0"/>
                      </a:endParaRPr>
                    </a:p>
                  </a:txBody>
                  <a:tcPr marL="182880" marT="137160">
                    <a:solidFill>
                      <a:srgbClr val="010101"/>
                    </a:solidFill>
                  </a:tcPr>
                </a:tc>
                <a:tc hMerge="1" vMerge="1">
                  <a:txBody>
                    <a:bodyPr/>
                    <a:lstStyle/>
                    <a:p>
                      <a:endParaRPr lang="en-US"/>
                    </a:p>
                  </a:txBody>
                  <a:tcPr/>
                </a:tc>
                <a:extLst>
                  <a:ext uri="{0D108BD9-81ED-4DB2-BD59-A6C34878D82A}">
                    <a16:rowId xmlns:a16="http://schemas.microsoft.com/office/drawing/2014/main" val="1766341567"/>
                  </a:ext>
                </a:extLst>
              </a:tr>
              <a:tr h="5578616">
                <a:tc>
                  <a:txBody>
                    <a:bodyPr/>
                    <a:lstStyle/>
                    <a:p>
                      <a:pPr rtl="0"/>
                      <a:r>
                        <a:rPr lang="en-US" sz="2800" b="1" dirty="0">
                          <a:solidFill>
                            <a:srgbClr val="FFC000"/>
                          </a:solidFill>
                          <a:latin typeface="Arial" panose="020B0604020202020204" pitchFamily="34" charset="0"/>
                          <a:cs typeface="Arial" panose="020B0604020202020204" pitchFamily="34" charset="0"/>
                        </a:rPr>
                        <a:t>How to</a:t>
                      </a:r>
                      <a:r>
                        <a:rPr lang="en-US" sz="2800" b="1" baseline="0" dirty="0">
                          <a:solidFill>
                            <a:srgbClr val="FFC000"/>
                          </a:solidFill>
                          <a:latin typeface="Arial" panose="020B0604020202020204" pitchFamily="34" charset="0"/>
                          <a:cs typeface="Arial" panose="020B0604020202020204" pitchFamily="34" charset="0"/>
                        </a:rPr>
                        <a:t> preview your poster prior to printing</a:t>
                      </a:r>
                      <a:endParaRPr lang="en-US" sz="2800" b="1" dirty="0">
                        <a:solidFill>
                          <a:srgbClr val="FFC000"/>
                        </a:solidFill>
                        <a:latin typeface="Arial" panose="020B0604020202020204" pitchFamily="34" charset="0"/>
                        <a:cs typeface="Arial" panose="020B0604020202020204" pitchFamily="34" charset="0"/>
                      </a:endParaRPr>
                    </a:p>
                    <a:p>
                      <a:pPr rtl="0"/>
                      <a:r>
                        <a:rPr lang="en-US" sz="2400" dirty="0">
                          <a:solidFill>
                            <a:srgbClr val="D9D9D9"/>
                          </a:solidFill>
                          <a:latin typeface="Arial" panose="020B0604020202020204" pitchFamily="34" charset="0"/>
                          <a:cs typeface="Arial" panose="020B0604020202020204" pitchFamily="34" charset="0"/>
                        </a:rPr>
                        <a:t>You can preview your poster at any time by pressing the </a:t>
                      </a:r>
                      <a:r>
                        <a:rPr lang="en-US" sz="2400" dirty="0">
                          <a:solidFill>
                            <a:srgbClr val="FFC000"/>
                          </a:solidFill>
                          <a:latin typeface="Arial" panose="020B0604020202020204" pitchFamily="34" charset="0"/>
                          <a:cs typeface="Arial" panose="020B0604020202020204" pitchFamily="34" charset="0"/>
                        </a:rPr>
                        <a:t>F5 key</a:t>
                      </a:r>
                      <a:r>
                        <a:rPr lang="en-US" sz="2400" dirty="0">
                          <a:solidFill>
                            <a:srgbClr val="D9D9D9"/>
                          </a:solidFill>
                          <a:latin typeface="Arial" panose="020B0604020202020204" pitchFamily="34" charset="0"/>
                          <a:cs typeface="Arial" panose="020B0604020202020204" pitchFamily="34" charset="0"/>
                        </a:rPr>
                        <a:t> on your keyboard. You will see on the screen what's on your poster and how it should look when printed. Press the </a:t>
                      </a:r>
                      <a:r>
                        <a:rPr lang="en-US" sz="2400" dirty="0">
                          <a:solidFill>
                            <a:srgbClr val="FFC000"/>
                          </a:solidFill>
                          <a:latin typeface="Arial" panose="020B0604020202020204" pitchFamily="34" charset="0"/>
                          <a:cs typeface="Arial" panose="020B0604020202020204" pitchFamily="34" charset="0"/>
                        </a:rPr>
                        <a:t>ESC key </a:t>
                      </a:r>
                      <a:r>
                        <a:rPr lang="en-US" sz="2400" dirty="0">
                          <a:solidFill>
                            <a:srgbClr val="D9D9D9"/>
                          </a:solidFill>
                          <a:latin typeface="Arial" panose="020B0604020202020204" pitchFamily="34" charset="0"/>
                          <a:cs typeface="Arial" panose="020B0604020202020204" pitchFamily="34" charset="0"/>
                        </a:rPr>
                        <a:t>to exit Preview.</a:t>
                      </a:r>
                    </a:p>
                  </a:txBody>
                  <a:tcPr marL="182880" marT="137160">
                    <a:solidFill>
                      <a:srgbClr val="010101"/>
                    </a:solidFill>
                  </a:tcPr>
                </a:tc>
                <a:tc gridSpan="2">
                  <a:txBody>
                    <a:bodyPr/>
                    <a:lstStyle/>
                    <a:p>
                      <a:pPr rtl="0"/>
                      <a:r>
                        <a:rPr lang="en-US" sz="11500" b="1" dirty="0">
                          <a:solidFill>
                            <a:srgbClr val="D9D9D9"/>
                          </a:solidFill>
                          <a:latin typeface="Arial" panose="020B0604020202020204" pitchFamily="34" charset="0"/>
                          <a:cs typeface="Arial" panose="020B0604020202020204" pitchFamily="34" charset="0"/>
                        </a:rPr>
                        <a:t>F5</a:t>
                      </a:r>
                      <a:r>
                        <a:rPr lang="en-US" sz="2400" baseline="0" dirty="0">
                          <a:solidFill>
                            <a:srgbClr val="D9D9D9"/>
                          </a:solidFill>
                          <a:latin typeface="Arial" panose="020B0604020202020204" pitchFamily="34" charset="0"/>
                          <a:cs typeface="Arial" panose="020B0604020202020204" pitchFamily="34" charset="0"/>
                        </a:rPr>
                        <a:t> </a:t>
                      </a:r>
                      <a:endParaRPr lang="en-US" sz="2400" dirty="0">
                        <a:solidFill>
                          <a:srgbClr val="D9D9D9"/>
                        </a:solidFill>
                        <a:latin typeface="Arial" panose="020B0604020202020204" pitchFamily="34" charset="0"/>
                        <a:cs typeface="Arial" panose="020B0604020202020204" pitchFamily="34" charset="0"/>
                      </a:endParaRPr>
                    </a:p>
                  </a:txBody>
                  <a:tcPr marL="182880" marT="137160">
                    <a:solidFill>
                      <a:schemeClr val="tx1">
                        <a:lumMod val="95000"/>
                        <a:lumOff val="5000"/>
                      </a:schemeClr>
                    </a:solidFill>
                  </a:tcPr>
                </a:tc>
                <a:tc hMerge="1">
                  <a:txBody>
                    <a:bodyPr/>
                    <a:lstStyle/>
                    <a:p>
                      <a:pPr algn="ctr"/>
                      <a:r>
                        <a:rPr lang="en-US" sz="13800" b="1" dirty="0">
                          <a:solidFill>
                            <a:srgbClr val="D9D9D9"/>
                          </a:solidFill>
                          <a:latin typeface="Arial" panose="020B0604020202020204" pitchFamily="34" charset="0"/>
                          <a:cs typeface="Arial" panose="020B0604020202020204" pitchFamily="34" charset="0"/>
                        </a:rPr>
                        <a:t>F5</a:t>
                      </a:r>
                      <a:r>
                        <a:rPr lang="en-US" sz="2800" baseline="0" dirty="0">
                          <a:solidFill>
                            <a:srgbClr val="D9D9D9"/>
                          </a:solidFill>
                          <a:latin typeface="Arial" panose="020B0604020202020204" pitchFamily="34" charset="0"/>
                          <a:cs typeface="Arial" panose="020B0604020202020204" pitchFamily="34" charset="0"/>
                        </a:rPr>
                        <a:t> </a:t>
                      </a:r>
                      <a:endParaRPr lang="en-US" sz="6000" dirty="0"/>
                    </a:p>
                  </a:txBody>
                  <a:tcPr marL="182880" marT="137160" anchor="ctr">
                    <a:solidFill>
                      <a:schemeClr val="tx1">
                        <a:lumMod val="95000"/>
                        <a:lumOff val="5000"/>
                      </a:schemeClr>
                    </a:solidFill>
                  </a:tcPr>
                </a:tc>
                <a:extLst>
                  <a:ext uri="{0D108BD9-81ED-4DB2-BD59-A6C34878D82A}">
                    <a16:rowId xmlns:a16="http://schemas.microsoft.com/office/drawing/2014/main" val="10006"/>
                  </a:ext>
                </a:extLst>
              </a:tr>
              <a:tr h="6401119">
                <a:tc gridSpan="3">
                  <a:txBody>
                    <a:bodyPr/>
                    <a:lstStyle/>
                    <a:p>
                      <a:pPr marL="0" marR="0" lvl="0" indent="0" algn="l" defTabSz="1518341" rtl="0" eaLnBrk="1" fontAlgn="auto" latinLnBrk="0" hangingPunct="1">
                        <a:lnSpc>
                          <a:spcPct val="100000"/>
                        </a:lnSpc>
                        <a:spcBef>
                          <a:spcPts val="0"/>
                        </a:spcBef>
                        <a:spcAft>
                          <a:spcPts val="0"/>
                        </a:spcAft>
                        <a:buClrTx/>
                        <a:buSzTx/>
                        <a:buFontTx/>
                        <a:buNone/>
                        <a:tabLst/>
                        <a:defRPr/>
                      </a:pPr>
                      <a:r>
                        <a:rPr lang="en-US" sz="2800" b="1" noProof="0" dirty="0">
                          <a:solidFill>
                            <a:srgbClr val="FFC000"/>
                          </a:solidFill>
                          <a:latin typeface="Arial"/>
                          <a:cs typeface="Arial"/>
                        </a:rPr>
                        <a:t>How to print your poster</a:t>
                      </a:r>
                    </a:p>
                    <a:p>
                      <a:pPr marL="0" marR="0" lvl="0" indent="0" algn="l" defTabSz="114300" rtl="0" eaLnBrk="1" fontAlgn="auto" latinLnBrk="0" hangingPunct="1">
                        <a:lnSpc>
                          <a:spcPct val="100000"/>
                        </a:lnSpc>
                        <a:spcBef>
                          <a:spcPts val="0"/>
                        </a:spcBef>
                        <a:spcAft>
                          <a:spcPts val="0"/>
                        </a:spcAft>
                        <a:buClrTx/>
                        <a:buSzTx/>
                        <a:buFontTx/>
                        <a:buNone/>
                        <a:tabLst/>
                        <a:defRPr/>
                      </a:pPr>
                      <a:r>
                        <a:rPr lang="en-US" sz="2400" noProof="0" dirty="0">
                          <a:solidFill>
                            <a:srgbClr val="D9D9D9"/>
                          </a:solidFill>
                          <a:latin typeface="Arial"/>
                          <a:cs typeface="Arial"/>
                        </a:rPr>
                        <a:t>When you are ready to have your poster printed go online to </a:t>
                      </a:r>
                      <a:r>
                        <a:rPr lang="en-US" sz="2400" noProof="0" dirty="0" err="1">
                          <a:solidFill>
                            <a:srgbClr val="FFC000"/>
                          </a:solidFill>
                          <a:latin typeface="Arial"/>
                          <a:cs typeface="Arial"/>
                        </a:rPr>
                        <a:t>PosterPresentations.com</a:t>
                      </a:r>
                      <a:r>
                        <a:rPr lang="en-US" sz="2400" noProof="0" dirty="0">
                          <a:solidFill>
                            <a:srgbClr val="D9D9D9"/>
                          </a:solidFill>
                          <a:latin typeface="Arial"/>
                          <a:cs typeface="Arial"/>
                        </a:rPr>
                        <a:t> and click on the "</a:t>
                      </a:r>
                      <a:r>
                        <a:rPr lang="en-US" sz="2400" noProof="0" dirty="0">
                          <a:solidFill>
                            <a:srgbClr val="FFC000"/>
                          </a:solidFill>
                          <a:latin typeface="Arial"/>
                          <a:cs typeface="Arial"/>
                        </a:rPr>
                        <a:t>Order Your Poster</a:t>
                      </a:r>
                      <a:r>
                        <a:rPr lang="en-US" sz="2400" noProof="0" dirty="0">
                          <a:solidFill>
                            <a:srgbClr val="D9D9D9"/>
                          </a:solidFill>
                          <a:latin typeface="Arial"/>
                          <a:cs typeface="Arial"/>
                        </a:rPr>
                        <a:t>" button. You can have your poster printed on professional papers, fabric for easy traveling and a variety of other materials. </a:t>
                      </a:r>
                    </a:p>
                    <a:p>
                      <a:pPr marL="0" marR="0" lvl="0" indent="0" algn="l" defTabSz="114300" rtl="0" eaLnBrk="1" fontAlgn="auto" latinLnBrk="0" hangingPunct="1">
                        <a:lnSpc>
                          <a:spcPct val="100000"/>
                        </a:lnSpc>
                        <a:spcBef>
                          <a:spcPts val="0"/>
                        </a:spcBef>
                        <a:spcAft>
                          <a:spcPts val="0"/>
                        </a:spcAft>
                        <a:buClrTx/>
                        <a:buSzTx/>
                        <a:buFontTx/>
                        <a:buNone/>
                        <a:tabLst/>
                        <a:defRPr/>
                      </a:pPr>
                      <a:r>
                        <a:rPr lang="en-US" sz="2400" noProof="0" dirty="0">
                          <a:solidFill>
                            <a:srgbClr val="D9D9D9"/>
                          </a:solidFill>
                          <a:latin typeface="Arial"/>
                          <a:cs typeface="Arial"/>
                        </a:rPr>
                        <a:t>If you submit a PowerPoint document, you will be receiving a PDF proof for your approval prior to printing. If your order is placed and paid for before noon (Pacific time) Monday-Friday, your order will ship out that same day. FedEx Next day, Second day, Third day, and Free Ground services are offered. </a:t>
                      </a:r>
                    </a:p>
                    <a:p>
                      <a:pPr marL="0" marR="0" lvl="0" indent="0" algn="l" defTabSz="114300" rtl="0" eaLnBrk="1" fontAlgn="auto" latinLnBrk="0" hangingPunct="1">
                        <a:lnSpc>
                          <a:spcPct val="100000"/>
                        </a:lnSpc>
                        <a:spcBef>
                          <a:spcPts val="0"/>
                        </a:spcBef>
                        <a:spcAft>
                          <a:spcPts val="0"/>
                        </a:spcAft>
                        <a:buClrTx/>
                        <a:buSzTx/>
                        <a:buFontTx/>
                        <a:buNone/>
                        <a:tabLst/>
                        <a:defRPr/>
                      </a:pPr>
                      <a:br>
                        <a:rPr lang="en-US" sz="2400" noProof="0" dirty="0">
                          <a:solidFill>
                            <a:srgbClr val="D9D9D9"/>
                          </a:solidFill>
                          <a:latin typeface="Arial"/>
                          <a:cs typeface="Arial"/>
                        </a:rPr>
                      </a:br>
                      <a:r>
                        <a:rPr lang="en-US" sz="2400" noProof="0" dirty="0">
                          <a:solidFill>
                            <a:srgbClr val="D9D9D9"/>
                          </a:solidFill>
                          <a:latin typeface="Arial"/>
                          <a:cs typeface="Arial"/>
                        </a:rPr>
                        <a:t>Go to </a:t>
                      </a:r>
                      <a:r>
                        <a:rPr lang="en-US" sz="2400" noProof="0" dirty="0" err="1">
                          <a:solidFill>
                            <a:srgbClr val="FFC000"/>
                          </a:solidFill>
                          <a:latin typeface="Arial"/>
                          <a:cs typeface="Arial"/>
                        </a:rPr>
                        <a:t>PosterPresentations.com</a:t>
                      </a:r>
                      <a:r>
                        <a:rPr lang="en-US" sz="2400" noProof="0" dirty="0">
                          <a:solidFill>
                            <a:srgbClr val="D9D9D9"/>
                          </a:solidFill>
                          <a:latin typeface="Arial"/>
                          <a:cs typeface="Arial"/>
                        </a:rPr>
                        <a:t> for more information.</a:t>
                      </a:r>
                    </a:p>
                  </a:txBody>
                  <a:tcPr marL="182880" marT="137160">
                    <a:solidFill>
                      <a:srgbClr val="010101"/>
                    </a:solidFill>
                  </a:tcPr>
                </a:tc>
                <a:tc hMerge="1">
                  <a:txBody>
                    <a:bodyPr/>
                    <a:lstStyle/>
                    <a:p>
                      <a:endParaRPr lang="en-US"/>
                    </a:p>
                  </a:txBody>
                  <a:tcPr/>
                </a:tc>
                <a:tc hMerge="1">
                  <a:txBody>
                    <a:bodyPr/>
                    <a:lstStyle/>
                    <a:p>
                      <a:endParaRPr lang="en-US"/>
                    </a:p>
                  </a:txBody>
                  <a:tcPr/>
                </a:tc>
                <a:extLst>
                  <a:ext uri="{0D108BD9-81ED-4DB2-BD59-A6C34878D82A}">
                    <a16:rowId xmlns:a16="http://schemas.microsoft.com/office/drawing/2014/main" val="10007"/>
                  </a:ext>
                </a:extLst>
              </a:tr>
              <a:tr h="1262579">
                <a:tc gridSpan="3">
                  <a:txBody>
                    <a:bodyPr/>
                    <a:lstStyle/>
                    <a:p>
                      <a:endParaRPr lang="en-US" sz="2400" dirty="0">
                        <a:solidFill>
                          <a:srgbClr val="1F3A4E"/>
                        </a:solidFill>
                      </a:endParaRPr>
                    </a:p>
                  </a:txBody>
                  <a:tcPr marL="182880" marT="137160">
                    <a:blipFill dpi="0" rotWithShape="1">
                      <a:blip r:embed="rId9">
                        <a:extLst>
                          <a:ext uri="{28A0092B-C50C-407E-A947-70E740481C1C}">
                            <a14:useLocalDpi xmlns:a14="http://schemas.microsoft.com/office/drawing/2010/main" val="0"/>
                          </a:ext>
                        </a:extLst>
                      </a:blip>
                      <a:srcRect/>
                      <a:stretch>
                        <a:fillRect/>
                      </a:stretch>
                    </a:blipFill>
                  </a:tcPr>
                </a:tc>
                <a:tc hMerge="1">
                  <a:txBody>
                    <a:bodyPr/>
                    <a:lstStyle/>
                    <a:p>
                      <a:endParaRPr lang="en-US"/>
                    </a:p>
                  </a:txBody>
                  <a:tcPr/>
                </a:tc>
                <a:tc hMerge="1">
                  <a:txBody>
                    <a:bodyPr/>
                    <a:lstStyle/>
                    <a:p>
                      <a:endParaRPr lang="en-US"/>
                    </a:p>
                  </a:txBody>
                  <a:tcPr/>
                </a:tc>
                <a:extLst>
                  <a:ext uri="{0D108BD9-81ED-4DB2-BD59-A6C34878D82A}">
                    <a16:rowId xmlns:a16="http://schemas.microsoft.com/office/drawing/2014/main" val="10008"/>
                  </a:ext>
                </a:extLst>
              </a:tr>
              <a:tr h="1716228">
                <a:tc gridSpan="2">
                  <a:txBody>
                    <a:bodyPr/>
                    <a:lstStyle/>
                    <a:p>
                      <a:pPr>
                        <a:lnSpc>
                          <a:spcPts val="2600"/>
                        </a:lnSpc>
                      </a:pPr>
                      <a:r>
                        <a:rPr lang="en-US" sz="2000" dirty="0">
                          <a:solidFill>
                            <a:schemeClr val="bg1">
                              <a:lumMod val="85000"/>
                            </a:schemeClr>
                          </a:solidFill>
                          <a:latin typeface="Arial"/>
                          <a:cs typeface="Arial"/>
                        </a:rPr>
                        <a:t>© 2019</a:t>
                      </a:r>
                      <a:r>
                        <a:rPr lang="en-US" sz="2000" baseline="0" dirty="0">
                          <a:solidFill>
                            <a:schemeClr val="bg1">
                              <a:lumMod val="85000"/>
                            </a:schemeClr>
                          </a:solidFill>
                          <a:latin typeface="Arial"/>
                          <a:cs typeface="Arial"/>
                        </a:rPr>
                        <a:t> </a:t>
                      </a:r>
                      <a:r>
                        <a:rPr lang="en-US" sz="2000" dirty="0" err="1">
                          <a:solidFill>
                            <a:schemeClr val="bg1">
                              <a:lumMod val="85000"/>
                            </a:schemeClr>
                          </a:solidFill>
                          <a:latin typeface="Arial"/>
                          <a:cs typeface="Arial"/>
                        </a:rPr>
                        <a:t>PosterPresentations.com</a:t>
                      </a:r>
                      <a:br>
                        <a:rPr lang="en-US" sz="2000" dirty="0">
                          <a:solidFill>
                            <a:schemeClr val="bg1">
                              <a:lumMod val="85000"/>
                            </a:schemeClr>
                          </a:solidFill>
                          <a:latin typeface="Arial"/>
                          <a:cs typeface="Arial"/>
                        </a:rPr>
                      </a:br>
                      <a:r>
                        <a:rPr lang="en-US" sz="2000" dirty="0">
                          <a:solidFill>
                            <a:schemeClr val="bg1">
                              <a:lumMod val="85000"/>
                            </a:schemeClr>
                          </a:solidFill>
                          <a:latin typeface="Arial"/>
                          <a:cs typeface="Arial"/>
                        </a:rPr>
                        <a:t>2117 Fourth Street ,</a:t>
                      </a:r>
                      <a:r>
                        <a:rPr lang="en-US" sz="2000" baseline="0" dirty="0">
                          <a:solidFill>
                            <a:schemeClr val="bg1">
                              <a:lumMod val="85000"/>
                            </a:schemeClr>
                          </a:solidFill>
                          <a:latin typeface="Arial"/>
                          <a:cs typeface="Arial"/>
                        </a:rPr>
                        <a:t> STE C        </a:t>
                      </a:r>
                    </a:p>
                    <a:p>
                      <a:pPr>
                        <a:lnSpc>
                          <a:spcPts val="2600"/>
                        </a:lnSpc>
                      </a:pPr>
                      <a:r>
                        <a:rPr lang="en-US" sz="2000" baseline="0" dirty="0">
                          <a:solidFill>
                            <a:schemeClr val="bg1">
                              <a:lumMod val="85000"/>
                            </a:schemeClr>
                          </a:solidFill>
                          <a:latin typeface="Arial"/>
                          <a:cs typeface="Arial"/>
                        </a:rPr>
                        <a:t>Berkeley CA 94710 USA</a:t>
                      </a:r>
                      <a:endParaRPr lang="en-US" sz="2000" dirty="0">
                        <a:solidFill>
                          <a:schemeClr val="bg1">
                            <a:lumMod val="85000"/>
                          </a:schemeClr>
                        </a:solidFill>
                        <a:latin typeface="Arial"/>
                        <a:cs typeface="Arial"/>
                      </a:endParaRPr>
                    </a:p>
                  </a:txBody>
                  <a:tcPr marL="182880" marT="137160">
                    <a:solidFill>
                      <a:srgbClr val="010101"/>
                    </a:solidFill>
                  </a:tcPr>
                </a:tc>
                <a:tc hMerge="1">
                  <a:txBody>
                    <a:bodyPr/>
                    <a:lstStyle/>
                    <a:p>
                      <a:pPr>
                        <a:lnSpc>
                          <a:spcPts val="2600"/>
                        </a:lnSpc>
                      </a:pPr>
                      <a:endParaRPr lang="en-US" sz="2400" dirty="0">
                        <a:solidFill>
                          <a:schemeClr val="bg1">
                            <a:lumMod val="85000"/>
                          </a:schemeClr>
                        </a:solidFill>
                        <a:latin typeface="Arial"/>
                        <a:cs typeface="Arial"/>
                      </a:endParaRPr>
                    </a:p>
                  </a:txBody>
                  <a:tcPr marL="182880" marT="137160">
                    <a:solidFill>
                      <a:srgbClr val="010101"/>
                    </a:solidFill>
                  </a:tcPr>
                </a:tc>
                <a:tc>
                  <a:txBody>
                    <a:bodyPr/>
                    <a:lstStyle/>
                    <a:p>
                      <a:pPr marL="0" marR="0" indent="0" algn="l" defTabSz="4388900" rtl="0" eaLnBrk="1" fontAlgn="auto" latinLnBrk="0" hangingPunct="1">
                        <a:lnSpc>
                          <a:spcPct val="100000"/>
                        </a:lnSpc>
                        <a:spcBef>
                          <a:spcPts val="0"/>
                        </a:spcBef>
                        <a:spcAft>
                          <a:spcPts val="0"/>
                        </a:spcAft>
                        <a:buClrTx/>
                        <a:buSzTx/>
                        <a:buFontTx/>
                        <a:buNone/>
                        <a:tabLst/>
                        <a:defRPr/>
                      </a:pPr>
                      <a:r>
                        <a:rPr lang="en-US" sz="2400" b="1" dirty="0">
                          <a:solidFill>
                            <a:srgbClr val="D0D0D0"/>
                          </a:solidFill>
                          <a:latin typeface="Arial"/>
                          <a:cs typeface="Arial"/>
                        </a:rPr>
                        <a:t>For complete tutorials</a:t>
                      </a:r>
                      <a:r>
                        <a:rPr lang="en-US" sz="2400" b="1" baseline="0" dirty="0">
                          <a:solidFill>
                            <a:srgbClr val="D0D0D0"/>
                          </a:solidFill>
                          <a:latin typeface="Arial"/>
                          <a:cs typeface="Arial"/>
                        </a:rPr>
                        <a:t> visit:</a:t>
                      </a:r>
                    </a:p>
                    <a:p>
                      <a:pPr marL="0" marR="0" indent="0" algn="l" defTabSz="4388900" rtl="0" eaLnBrk="1" fontAlgn="auto" latinLnBrk="0" hangingPunct="1">
                        <a:lnSpc>
                          <a:spcPct val="100000"/>
                        </a:lnSpc>
                        <a:spcBef>
                          <a:spcPts val="0"/>
                        </a:spcBef>
                        <a:spcAft>
                          <a:spcPts val="0"/>
                        </a:spcAft>
                        <a:buClrTx/>
                        <a:buSzTx/>
                        <a:buFontTx/>
                        <a:buNone/>
                        <a:tabLst/>
                        <a:defRPr/>
                      </a:pPr>
                      <a:r>
                        <a:rPr lang="en-US" sz="1800" b="1" dirty="0">
                          <a:solidFill>
                            <a:srgbClr val="FFC000"/>
                          </a:solidFill>
                          <a:latin typeface="Arial"/>
                          <a:cs typeface="Arial"/>
                        </a:rPr>
                        <a:t>https://</a:t>
                      </a:r>
                      <a:r>
                        <a:rPr lang="en-US" sz="1800" b="1" dirty="0" err="1">
                          <a:solidFill>
                            <a:srgbClr val="FFC000"/>
                          </a:solidFill>
                          <a:latin typeface="Arial"/>
                          <a:cs typeface="Arial"/>
                        </a:rPr>
                        <a:t>www.posterpresentations.com</a:t>
                      </a:r>
                      <a:r>
                        <a:rPr lang="en-US" sz="1800" b="1" dirty="0">
                          <a:solidFill>
                            <a:srgbClr val="FFC000"/>
                          </a:solidFill>
                          <a:latin typeface="Arial"/>
                          <a:cs typeface="Arial"/>
                        </a:rPr>
                        <a:t>/</a:t>
                      </a:r>
                      <a:r>
                        <a:rPr lang="en-US" sz="1800" b="1" dirty="0" err="1">
                          <a:solidFill>
                            <a:srgbClr val="FFC000"/>
                          </a:solidFill>
                          <a:latin typeface="Arial"/>
                          <a:cs typeface="Arial"/>
                        </a:rPr>
                        <a:t>helpdesk.html</a:t>
                      </a:r>
                      <a:endParaRPr lang="en-US" sz="13800" dirty="0"/>
                    </a:p>
                  </a:txBody>
                  <a:tcPr marL="182880" marT="137160">
                    <a:solidFill>
                      <a:srgbClr val="010101"/>
                    </a:solidFill>
                  </a:tcPr>
                </a:tc>
                <a:extLst>
                  <a:ext uri="{0D108BD9-81ED-4DB2-BD59-A6C34878D82A}">
                    <a16:rowId xmlns:a16="http://schemas.microsoft.com/office/drawing/2014/main" val="10009"/>
                  </a:ext>
                </a:extLst>
              </a:tr>
            </a:tbl>
          </a:graphicData>
        </a:graphic>
      </p:graphicFrame>
    </p:spTree>
  </p:cSld>
  <p:clrMap bg1="lt1" tx1="dk1" bg2="lt2" tx2="dk2" accent1="accent1" accent2="accent2" accent3="accent3" accent4="accent4" accent5="accent5" accent6="accent6" hlink="hlink" folHlink="folHlink"/>
  <p:sldLayoutIdLst>
    <p:sldLayoutId id="2147483654" r:id="rId1"/>
  </p:sldLayoutIdLst>
  <p:txStyles>
    <p:titleStyle>
      <a:lvl1pPr algn="ctr" defTabSz="3599776" rtl="0" eaLnBrk="1" latinLnBrk="0" hangingPunct="1">
        <a:spcBef>
          <a:spcPct val="0"/>
        </a:spcBef>
        <a:buNone/>
        <a:defRPr sz="7200" kern="1200">
          <a:solidFill>
            <a:schemeClr val="bg1"/>
          </a:solidFill>
          <a:latin typeface="Trebuchet MS" pitchFamily="34" charset="0"/>
          <a:ea typeface="+mj-ea"/>
          <a:cs typeface="+mj-cs"/>
        </a:defRPr>
      </a:lvl1pPr>
    </p:titleStyle>
    <p:bodyStyle>
      <a:lvl1pPr marL="1349916" indent="-1349916" algn="l" defTabSz="3599776" rtl="0" eaLnBrk="1" latinLnBrk="0" hangingPunct="1">
        <a:spcBef>
          <a:spcPct val="20000"/>
        </a:spcBef>
        <a:buFont typeface="Arial" pitchFamily="34" charset="0"/>
        <a:buChar char="•"/>
        <a:defRPr sz="12600" kern="1200">
          <a:solidFill>
            <a:schemeClr val="tx1"/>
          </a:solidFill>
          <a:latin typeface="+mn-lt"/>
          <a:ea typeface="+mn-ea"/>
          <a:cs typeface="+mn-cs"/>
        </a:defRPr>
      </a:lvl1pPr>
      <a:lvl2pPr marL="2924818" indent="-1124930" algn="l" defTabSz="3599776" rtl="0" eaLnBrk="1" latinLnBrk="0" hangingPunct="1">
        <a:spcBef>
          <a:spcPct val="20000"/>
        </a:spcBef>
        <a:buFont typeface="Arial" pitchFamily="34" charset="0"/>
        <a:buChar char="–"/>
        <a:defRPr sz="11100" kern="1200">
          <a:solidFill>
            <a:schemeClr val="tx1"/>
          </a:solidFill>
          <a:latin typeface="+mn-lt"/>
          <a:ea typeface="+mn-ea"/>
          <a:cs typeface="+mn-cs"/>
        </a:defRPr>
      </a:lvl2pPr>
      <a:lvl3pPr marL="4499721" indent="-899945" algn="l" defTabSz="3599776" rtl="0" eaLnBrk="1" latinLnBrk="0" hangingPunct="1">
        <a:spcBef>
          <a:spcPct val="20000"/>
        </a:spcBef>
        <a:buFont typeface="Arial" pitchFamily="34" charset="0"/>
        <a:buChar char="•"/>
        <a:defRPr sz="9500" kern="1200">
          <a:solidFill>
            <a:schemeClr val="tx1"/>
          </a:solidFill>
          <a:latin typeface="+mn-lt"/>
          <a:ea typeface="+mn-ea"/>
          <a:cs typeface="+mn-cs"/>
        </a:defRPr>
      </a:lvl3pPr>
      <a:lvl4pPr marL="6299609" indent="-899945" algn="l" defTabSz="3599776" rtl="0" eaLnBrk="1" latinLnBrk="0" hangingPunct="1">
        <a:spcBef>
          <a:spcPct val="20000"/>
        </a:spcBef>
        <a:buFont typeface="Arial" pitchFamily="34" charset="0"/>
        <a:buChar char="–"/>
        <a:defRPr sz="7900" kern="1200">
          <a:solidFill>
            <a:schemeClr val="tx1"/>
          </a:solidFill>
          <a:latin typeface="+mn-lt"/>
          <a:ea typeface="+mn-ea"/>
          <a:cs typeface="+mn-cs"/>
        </a:defRPr>
      </a:lvl4pPr>
      <a:lvl5pPr marL="8099496" indent="-899945" algn="l" defTabSz="3599776" rtl="0" eaLnBrk="1" latinLnBrk="0" hangingPunct="1">
        <a:spcBef>
          <a:spcPct val="20000"/>
        </a:spcBef>
        <a:buFont typeface="Arial" pitchFamily="34" charset="0"/>
        <a:buChar char="»"/>
        <a:defRPr sz="7900" kern="1200">
          <a:solidFill>
            <a:schemeClr val="tx1"/>
          </a:solidFill>
          <a:latin typeface="+mn-lt"/>
          <a:ea typeface="+mn-ea"/>
          <a:cs typeface="+mn-cs"/>
        </a:defRPr>
      </a:lvl5pPr>
      <a:lvl6pPr marL="9899385" indent="-899945" algn="l" defTabSz="3599776" rtl="0" eaLnBrk="1" latinLnBrk="0" hangingPunct="1">
        <a:spcBef>
          <a:spcPct val="20000"/>
        </a:spcBef>
        <a:buFont typeface="Arial" pitchFamily="34" charset="0"/>
        <a:buChar char="•"/>
        <a:defRPr sz="7900" kern="1200">
          <a:solidFill>
            <a:schemeClr val="tx1"/>
          </a:solidFill>
          <a:latin typeface="+mn-lt"/>
          <a:ea typeface="+mn-ea"/>
          <a:cs typeface="+mn-cs"/>
        </a:defRPr>
      </a:lvl6pPr>
      <a:lvl7pPr marL="11699272" indent="-899945" algn="l" defTabSz="3599776" rtl="0" eaLnBrk="1" latinLnBrk="0" hangingPunct="1">
        <a:spcBef>
          <a:spcPct val="20000"/>
        </a:spcBef>
        <a:buFont typeface="Arial" pitchFamily="34" charset="0"/>
        <a:buChar char="•"/>
        <a:defRPr sz="7900" kern="1200">
          <a:solidFill>
            <a:schemeClr val="tx1"/>
          </a:solidFill>
          <a:latin typeface="+mn-lt"/>
          <a:ea typeface="+mn-ea"/>
          <a:cs typeface="+mn-cs"/>
        </a:defRPr>
      </a:lvl7pPr>
      <a:lvl8pPr marL="13499161" indent="-899945" algn="l" defTabSz="3599776" rtl="0" eaLnBrk="1" latinLnBrk="0" hangingPunct="1">
        <a:spcBef>
          <a:spcPct val="20000"/>
        </a:spcBef>
        <a:buFont typeface="Arial" pitchFamily="34" charset="0"/>
        <a:buChar char="•"/>
        <a:defRPr sz="7900" kern="1200">
          <a:solidFill>
            <a:schemeClr val="tx1"/>
          </a:solidFill>
          <a:latin typeface="+mn-lt"/>
          <a:ea typeface="+mn-ea"/>
          <a:cs typeface="+mn-cs"/>
        </a:defRPr>
      </a:lvl8pPr>
      <a:lvl9pPr marL="15299049" indent="-899945" algn="l" defTabSz="3599776" rtl="0" eaLnBrk="1" latinLnBrk="0" hangingPunct="1">
        <a:spcBef>
          <a:spcPct val="20000"/>
        </a:spcBef>
        <a:buFont typeface="Arial" pitchFamily="34" charset="0"/>
        <a:buChar char="•"/>
        <a:defRPr sz="7900" kern="1200">
          <a:solidFill>
            <a:schemeClr val="tx1"/>
          </a:solidFill>
          <a:latin typeface="+mn-lt"/>
          <a:ea typeface="+mn-ea"/>
          <a:cs typeface="+mn-cs"/>
        </a:defRPr>
      </a:lvl9pPr>
    </p:bodyStyle>
    <p:otherStyle>
      <a:defPPr>
        <a:defRPr lang="en-US"/>
      </a:defPPr>
      <a:lvl1pPr marL="0" algn="l" defTabSz="3599776" rtl="0" eaLnBrk="1" latinLnBrk="0" hangingPunct="1">
        <a:defRPr sz="7100" kern="1200">
          <a:solidFill>
            <a:schemeClr val="tx1"/>
          </a:solidFill>
          <a:latin typeface="+mn-lt"/>
          <a:ea typeface="+mn-ea"/>
          <a:cs typeface="+mn-cs"/>
        </a:defRPr>
      </a:lvl1pPr>
      <a:lvl2pPr marL="1799889" algn="l" defTabSz="3599776" rtl="0" eaLnBrk="1" latinLnBrk="0" hangingPunct="1">
        <a:defRPr sz="7100" kern="1200">
          <a:solidFill>
            <a:schemeClr val="tx1"/>
          </a:solidFill>
          <a:latin typeface="+mn-lt"/>
          <a:ea typeface="+mn-ea"/>
          <a:cs typeface="+mn-cs"/>
        </a:defRPr>
      </a:lvl2pPr>
      <a:lvl3pPr marL="3599776" algn="l" defTabSz="3599776" rtl="0" eaLnBrk="1" latinLnBrk="0" hangingPunct="1">
        <a:defRPr sz="7100" kern="1200">
          <a:solidFill>
            <a:schemeClr val="tx1"/>
          </a:solidFill>
          <a:latin typeface="+mn-lt"/>
          <a:ea typeface="+mn-ea"/>
          <a:cs typeface="+mn-cs"/>
        </a:defRPr>
      </a:lvl3pPr>
      <a:lvl4pPr marL="5399664" algn="l" defTabSz="3599776" rtl="0" eaLnBrk="1" latinLnBrk="0" hangingPunct="1">
        <a:defRPr sz="7100" kern="1200">
          <a:solidFill>
            <a:schemeClr val="tx1"/>
          </a:solidFill>
          <a:latin typeface="+mn-lt"/>
          <a:ea typeface="+mn-ea"/>
          <a:cs typeface="+mn-cs"/>
        </a:defRPr>
      </a:lvl4pPr>
      <a:lvl5pPr marL="7199552" algn="l" defTabSz="3599776" rtl="0" eaLnBrk="1" latinLnBrk="0" hangingPunct="1">
        <a:defRPr sz="7100" kern="1200">
          <a:solidFill>
            <a:schemeClr val="tx1"/>
          </a:solidFill>
          <a:latin typeface="+mn-lt"/>
          <a:ea typeface="+mn-ea"/>
          <a:cs typeface="+mn-cs"/>
        </a:defRPr>
      </a:lvl5pPr>
      <a:lvl6pPr marL="8999441" algn="l" defTabSz="3599776" rtl="0" eaLnBrk="1" latinLnBrk="0" hangingPunct="1">
        <a:defRPr sz="7100" kern="1200">
          <a:solidFill>
            <a:schemeClr val="tx1"/>
          </a:solidFill>
          <a:latin typeface="+mn-lt"/>
          <a:ea typeface="+mn-ea"/>
          <a:cs typeface="+mn-cs"/>
        </a:defRPr>
      </a:lvl6pPr>
      <a:lvl7pPr marL="10799330" algn="l" defTabSz="3599776" rtl="0" eaLnBrk="1" latinLnBrk="0" hangingPunct="1">
        <a:defRPr sz="7100" kern="1200">
          <a:solidFill>
            <a:schemeClr val="tx1"/>
          </a:solidFill>
          <a:latin typeface="+mn-lt"/>
          <a:ea typeface="+mn-ea"/>
          <a:cs typeface="+mn-cs"/>
        </a:defRPr>
      </a:lvl7pPr>
      <a:lvl8pPr marL="12599217" algn="l" defTabSz="3599776" rtl="0" eaLnBrk="1" latinLnBrk="0" hangingPunct="1">
        <a:defRPr sz="7100" kern="1200">
          <a:solidFill>
            <a:schemeClr val="tx1"/>
          </a:solidFill>
          <a:latin typeface="+mn-lt"/>
          <a:ea typeface="+mn-ea"/>
          <a:cs typeface="+mn-cs"/>
        </a:defRPr>
      </a:lvl8pPr>
      <a:lvl9pPr marL="14399106" algn="l" defTabSz="3599776" rtl="0" eaLnBrk="1" latinLnBrk="0" hangingPunct="1">
        <a:defRPr sz="71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8" Type="http://schemas.openxmlformats.org/officeDocument/2006/relationships/image" Target="../media/image13.png"/><Relationship Id="rId3" Type="http://schemas.openxmlformats.org/officeDocument/2006/relationships/image" Target="../media/image8.png"/><Relationship Id="rId7" Type="http://schemas.openxmlformats.org/officeDocument/2006/relationships/image" Target="../media/image12.png"/><Relationship Id="rId2" Type="http://schemas.openxmlformats.org/officeDocument/2006/relationships/image" Target="../media/image7.png"/><Relationship Id="rId1" Type="http://schemas.openxmlformats.org/officeDocument/2006/relationships/slideLayout" Target="../slideLayouts/slideLayout1.xml"/><Relationship Id="rId6" Type="http://schemas.openxmlformats.org/officeDocument/2006/relationships/image" Target="../media/image11.png"/><Relationship Id="rId5" Type="http://schemas.openxmlformats.org/officeDocument/2006/relationships/image" Target="../media/image10.png"/><Relationship Id="rId4" Type="http://schemas.openxmlformats.org/officeDocument/2006/relationships/image" Target="../media/image9.png"/><Relationship Id="rId9" Type="http://schemas.openxmlformats.org/officeDocument/2006/relationships/image" Target="../media/image14.png"/></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p:cNvSpPr txBox="1"/>
          <p:nvPr/>
        </p:nvSpPr>
        <p:spPr>
          <a:xfrm>
            <a:off x="720000" y="354250"/>
            <a:ext cx="23760000" cy="568865"/>
          </a:xfrm>
          <a:prstGeom prst="rect">
            <a:avLst/>
          </a:prstGeom>
          <a:noFill/>
        </p:spPr>
        <p:txBody>
          <a:bodyPr wrap="square" lIns="36000" tIns="36000" rIns="36000" bIns="36000" anchor="ctr">
            <a:spAutoFit/>
          </a:bodyPr>
          <a:lstStyle/>
          <a:p>
            <a:pPr algn="ctr">
              <a:lnSpc>
                <a:spcPct val="105000"/>
              </a:lnSpc>
              <a:spcBef>
                <a:spcPts val="0"/>
              </a:spcBef>
              <a:spcAft>
                <a:spcPts val="0"/>
              </a:spcAft>
            </a:pPr>
            <a:r>
              <a:rPr sz="3200" b="1" i="0" dirty="0">
                <a:solidFill>
                  <a:srgbClr val="5E6E2E"/>
                </a:solidFill>
                <a:ea typeface="Cambria" panose="02040503050406030204" pitchFamily="18" charset="0"/>
              </a:rPr>
              <a:t>RUPPIN ACADEMIC CENTER    ·    DEPARTMENT OF COMPUTER SCIENCE    ·    AI &amp; DATA SCIENCE SPECIALIZATION</a:t>
            </a:r>
          </a:p>
        </p:txBody>
      </p:sp>
      <p:sp>
        <p:nvSpPr>
          <p:cNvPr id="3" name="TextBox 2"/>
          <p:cNvSpPr txBox="1"/>
          <p:nvPr/>
        </p:nvSpPr>
        <p:spPr>
          <a:xfrm>
            <a:off x="3240000" y="915169"/>
            <a:ext cx="18720000" cy="1919363"/>
          </a:xfrm>
          <a:prstGeom prst="rect">
            <a:avLst/>
          </a:prstGeom>
          <a:noFill/>
        </p:spPr>
        <p:txBody>
          <a:bodyPr wrap="square" lIns="36000" tIns="36000" rIns="36000" bIns="36000" anchor="ctr">
            <a:spAutoFit/>
          </a:bodyPr>
          <a:lstStyle/>
          <a:p>
            <a:pPr algn="ctr">
              <a:lnSpc>
                <a:spcPct val="100000"/>
              </a:lnSpc>
              <a:spcBef>
                <a:spcPts val="0"/>
              </a:spcBef>
              <a:spcAft>
                <a:spcPts val="0"/>
              </a:spcAft>
            </a:pPr>
            <a:r>
              <a:rPr sz="6000" b="1" i="0" dirty="0">
                <a:solidFill>
                  <a:srgbClr val="3D4A1F"/>
                </a:solidFill>
                <a:ea typeface="Cambria" panose="02040503050406030204" pitchFamily="18" charset="0"/>
              </a:rPr>
              <a:t>Predictive Modeling of Root-Zone Variables
Using Greenhouse Data</a:t>
            </a:r>
          </a:p>
        </p:txBody>
      </p:sp>
      <p:sp>
        <p:nvSpPr>
          <p:cNvPr id="4" name="TextBox 3"/>
          <p:cNvSpPr txBox="1"/>
          <p:nvPr/>
        </p:nvSpPr>
        <p:spPr>
          <a:xfrm>
            <a:off x="3240000" y="2829039"/>
            <a:ext cx="8284343" cy="692873"/>
          </a:xfrm>
          <a:prstGeom prst="rect">
            <a:avLst/>
          </a:prstGeom>
          <a:noFill/>
        </p:spPr>
        <p:txBody>
          <a:bodyPr wrap="square" lIns="36000" tIns="36000" rIns="36000" bIns="36000" anchor="ctr">
            <a:spAutoFit/>
          </a:bodyPr>
          <a:lstStyle/>
          <a:p>
            <a:pPr algn="ctr">
              <a:lnSpc>
                <a:spcPct val="105000"/>
              </a:lnSpc>
              <a:spcBef>
                <a:spcPts val="0"/>
              </a:spcBef>
              <a:spcAft>
                <a:spcPts val="0"/>
              </a:spcAft>
            </a:pPr>
            <a:r>
              <a:rPr lang="en-US" sz="4000" b="1" i="0" dirty="0">
                <a:solidFill>
                  <a:srgbClr val="3D4A1F"/>
                </a:solidFill>
                <a:ea typeface="Cambria" panose="02040503050406030204" pitchFamily="18" charset="0"/>
              </a:rPr>
              <a:t>Students: </a:t>
            </a:r>
            <a:r>
              <a:rPr sz="4000" b="1" i="0" dirty="0">
                <a:solidFill>
                  <a:srgbClr val="3D4A1F"/>
                </a:solidFill>
                <a:ea typeface="Cambria" panose="02040503050406030204" pitchFamily="18" charset="0"/>
              </a:rPr>
              <a:t>Eden Eliyahu</a:t>
            </a:r>
            <a:r>
              <a:rPr lang="en-US" sz="4000" b="1" dirty="0">
                <a:solidFill>
                  <a:srgbClr val="3D4A1F"/>
                </a:solidFill>
                <a:ea typeface="Cambria" panose="02040503050406030204" pitchFamily="18" charset="0"/>
              </a:rPr>
              <a:t>, </a:t>
            </a:r>
            <a:r>
              <a:rPr sz="4000" b="1" i="0" dirty="0">
                <a:solidFill>
                  <a:srgbClr val="3D4A1F"/>
                </a:solidFill>
                <a:ea typeface="Cambria" panose="02040503050406030204" pitchFamily="18" charset="0"/>
              </a:rPr>
              <a:t>Oren Chaushu</a:t>
            </a:r>
          </a:p>
        </p:txBody>
      </p:sp>
      <p:sp>
        <p:nvSpPr>
          <p:cNvPr id="5" name="TextBox 4"/>
          <p:cNvSpPr txBox="1"/>
          <p:nvPr/>
        </p:nvSpPr>
        <p:spPr>
          <a:xfrm>
            <a:off x="12596019" y="2829038"/>
            <a:ext cx="9356019" cy="692873"/>
          </a:xfrm>
          <a:prstGeom prst="rect">
            <a:avLst/>
          </a:prstGeom>
          <a:noFill/>
        </p:spPr>
        <p:txBody>
          <a:bodyPr wrap="square" lIns="36000" tIns="36000" rIns="36000" bIns="36000" anchor="ctr">
            <a:spAutoFit/>
          </a:bodyPr>
          <a:lstStyle/>
          <a:p>
            <a:pPr algn="ctr">
              <a:lnSpc>
                <a:spcPct val="105000"/>
              </a:lnSpc>
              <a:spcBef>
                <a:spcPts val="0"/>
              </a:spcBef>
              <a:spcAft>
                <a:spcPts val="0"/>
              </a:spcAft>
            </a:pPr>
            <a:r>
              <a:rPr sz="4000" b="1" dirty="0">
                <a:solidFill>
                  <a:srgbClr val="2E3517"/>
                </a:solidFill>
                <a:ea typeface="Cambria" panose="02040503050406030204" pitchFamily="18" charset="0"/>
              </a:rPr>
              <a:t>Supervisors:  Dr. Avner Priel</a:t>
            </a:r>
            <a:r>
              <a:rPr lang="en-US" sz="4000" b="1" dirty="0">
                <a:solidFill>
                  <a:srgbClr val="2E3517"/>
                </a:solidFill>
                <a:ea typeface="Cambria" panose="02040503050406030204" pitchFamily="18" charset="0"/>
              </a:rPr>
              <a:t>, </a:t>
            </a:r>
            <a:r>
              <a:rPr sz="4000" b="1" dirty="0">
                <a:solidFill>
                  <a:srgbClr val="2E3517"/>
                </a:solidFill>
                <a:ea typeface="Cambria" panose="02040503050406030204" pitchFamily="18" charset="0"/>
              </a:rPr>
              <a:t>Dr. Alaa Jamal</a:t>
            </a:r>
          </a:p>
        </p:txBody>
      </p:sp>
      <p:sp>
        <p:nvSpPr>
          <p:cNvPr id="6" name="Rounded Rectangle 5"/>
          <p:cNvSpPr/>
          <p:nvPr/>
        </p:nvSpPr>
        <p:spPr>
          <a:xfrm>
            <a:off x="1440000" y="3600000"/>
            <a:ext cx="22320000" cy="57600"/>
          </a:xfrm>
          <a:prstGeom prst="roundRect">
            <a:avLst>
              <a:gd name="adj" fmla="val 50000"/>
            </a:avLst>
          </a:prstGeom>
          <a:solidFill>
            <a:srgbClr val="E0A82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ea typeface="Cambria" panose="02040503050406030204" pitchFamily="18" charset="0"/>
            </a:endParaRPr>
          </a:p>
        </p:txBody>
      </p:sp>
      <p:pic>
        <p:nvPicPr>
          <p:cNvPr id="72" name="Picture 71" descr="download-Photoroom.png"/>
          <p:cNvPicPr>
            <a:picLocks noChangeAspect="1"/>
          </p:cNvPicPr>
          <p:nvPr/>
        </p:nvPicPr>
        <p:blipFill>
          <a:blip r:embed="rId2"/>
          <a:stretch>
            <a:fillRect/>
          </a:stretch>
        </p:blipFill>
        <p:spPr>
          <a:xfrm>
            <a:off x="503999" y="764682"/>
            <a:ext cx="2365200" cy="2375843"/>
          </a:xfrm>
          <a:prstGeom prst="rect">
            <a:avLst/>
          </a:prstGeom>
        </p:spPr>
      </p:pic>
      <p:pic>
        <p:nvPicPr>
          <p:cNvPr id="73" name="Picture 72" descr="Volcani_logo.png"/>
          <p:cNvPicPr>
            <a:picLocks noChangeAspect="1"/>
          </p:cNvPicPr>
          <p:nvPr/>
        </p:nvPicPr>
        <p:blipFill>
          <a:blip r:embed="rId3"/>
          <a:stretch>
            <a:fillRect/>
          </a:stretch>
        </p:blipFill>
        <p:spPr>
          <a:xfrm>
            <a:off x="22222800" y="764682"/>
            <a:ext cx="2467800" cy="2375997"/>
          </a:xfrm>
          <a:prstGeom prst="rect">
            <a:avLst/>
          </a:prstGeom>
        </p:spPr>
      </p:pic>
      <p:sp>
        <p:nvSpPr>
          <p:cNvPr id="9" name="מלבן: פינות מעוגלות 8">
            <a:extLst>
              <a:ext uri="{FF2B5EF4-FFF2-40B4-BE49-F238E27FC236}">
                <a16:creationId xmlns:a16="http://schemas.microsoft.com/office/drawing/2014/main" id="{6C66FB25-17A0-9EEE-E300-022DF881C99C}"/>
              </a:ext>
            </a:extLst>
          </p:cNvPr>
          <p:cNvSpPr/>
          <p:nvPr/>
        </p:nvSpPr>
        <p:spPr>
          <a:xfrm>
            <a:off x="647700" y="3873500"/>
            <a:ext cx="23896638" cy="4127500"/>
          </a:xfrm>
          <a:prstGeom prst="roundRect">
            <a:avLst>
              <a:gd name="adj" fmla="val 6000"/>
            </a:avLst>
          </a:prstGeom>
          <a:solidFill>
            <a:srgbClr val="FFFDF5"/>
          </a:solidFill>
          <a:ln w="17145">
            <a:solidFill>
              <a:srgbClr val="B7C4A7"/>
            </a:solidFill>
          </a:ln>
        </p:spPr>
        <p:style>
          <a:lnRef idx="2">
            <a:schemeClr val="accent1">
              <a:shade val="15000"/>
            </a:schemeClr>
          </a:lnRef>
          <a:fillRef idx="1">
            <a:schemeClr val="accent1"/>
          </a:fillRef>
          <a:effectRef idx="0">
            <a:schemeClr val="accent1"/>
          </a:effectRef>
          <a:fontRef idx="minor">
            <a:schemeClr val="lt1"/>
          </a:fontRef>
        </p:style>
        <p:txBody>
          <a:bodyPr rtlCol="1" anchor="ctr"/>
          <a:lstStyle/>
          <a:p>
            <a:pPr algn="ctr"/>
            <a:endParaRPr lang="he-IL"/>
          </a:p>
        </p:txBody>
      </p:sp>
      <p:sp>
        <p:nvSpPr>
          <p:cNvPr id="10" name="מלבן: פינות מעוגלות 9">
            <a:extLst>
              <a:ext uri="{FF2B5EF4-FFF2-40B4-BE49-F238E27FC236}">
                <a16:creationId xmlns:a16="http://schemas.microsoft.com/office/drawing/2014/main" id="{6959EA70-022F-5B0E-E800-BEFE54AC61CF}"/>
              </a:ext>
            </a:extLst>
          </p:cNvPr>
          <p:cNvSpPr/>
          <p:nvPr/>
        </p:nvSpPr>
        <p:spPr>
          <a:xfrm>
            <a:off x="939800" y="4127500"/>
            <a:ext cx="609600" cy="609600"/>
          </a:xfrm>
          <a:prstGeom prst="roundRect">
            <a:avLst/>
          </a:prstGeom>
          <a:solidFill>
            <a:srgbClr val="E4AD1F"/>
          </a:solidFill>
          <a:ln w="25400" cap="flat" cmpd="sng" algn="ctr">
            <a:noFill/>
            <a:prstDash val="solid"/>
          </a:ln>
          <a:effectLst/>
          <a:extLst>
            <a:ext uri="{91240B29-F687-4F45-9708-019B960494DF}">
              <a14:hiddenLine xmlns:a14="http://schemas.microsoft.com/office/drawing/2010/main" w="25400" cap="flat" cmpd="sng" algn="ctr">
                <a:solidFill>
                  <a:schemeClr val="accent1">
                    <a:shade val="15000"/>
                  </a:schemeClr>
                </a:solidFill>
                <a:prstDash val="solid"/>
              </a14:hiddenLine>
            </a:ext>
          </a:extLst>
        </p:spPr>
        <p:style>
          <a:lnRef idx="2">
            <a:schemeClr val="accent1">
              <a:shade val="15000"/>
            </a:schemeClr>
          </a:lnRef>
          <a:fillRef idx="1">
            <a:schemeClr val="accent1"/>
          </a:fillRef>
          <a:effectRef idx="0">
            <a:schemeClr val="accent1"/>
          </a:effectRef>
          <a:fontRef idx="minor">
            <a:schemeClr val="lt1"/>
          </a:fontRef>
        </p:style>
        <p:txBody>
          <a:bodyPr lIns="76200" tIns="50800" rIns="76200" bIns="50800" rtlCol="1" anchor="ctr"/>
          <a:lstStyle/>
          <a:p>
            <a:pPr algn="ctr"/>
            <a:r>
              <a:rPr lang="he-IL" sz="2800" b="1">
                <a:solidFill>
                  <a:srgbClr val="FFFFFF"/>
                </a:solidFill>
              </a:rPr>
              <a:t>01</a:t>
            </a:r>
          </a:p>
        </p:txBody>
      </p:sp>
      <p:sp>
        <p:nvSpPr>
          <p:cNvPr id="11" name="תיבת טקסט 10">
            <a:extLst>
              <a:ext uri="{FF2B5EF4-FFF2-40B4-BE49-F238E27FC236}">
                <a16:creationId xmlns:a16="http://schemas.microsoft.com/office/drawing/2014/main" id="{451974B6-B73F-EE61-1D8B-09EF394B6DF6}"/>
              </a:ext>
            </a:extLst>
          </p:cNvPr>
          <p:cNvSpPr txBox="1"/>
          <p:nvPr/>
        </p:nvSpPr>
        <p:spPr>
          <a:xfrm>
            <a:off x="1689100" y="4064000"/>
            <a:ext cx="22499638" cy="718145"/>
          </a:xfrm>
          <a:prstGeom prst="rect">
            <a:avLst/>
          </a:prstGeom>
          <a:noFill/>
        </p:spPr>
        <p:txBody>
          <a:bodyPr vert="horz" wrap="square" lIns="76200" tIns="50800" rIns="76200" bIns="50800" rtlCol="1">
            <a:spAutoFit/>
          </a:bodyPr>
          <a:lstStyle/>
          <a:p>
            <a:r>
              <a:rPr lang="en-US" sz="4000" b="1" dirty="0">
                <a:solidFill>
                  <a:srgbClr val="40512B"/>
                </a:solidFill>
                <a:cs typeface="Times New Roman" panose="02020603050405020304" pitchFamily="18" charset="0"/>
              </a:rPr>
              <a:t>Motivation &amp; Project Goal</a:t>
            </a:r>
            <a:endParaRPr lang="he-IL" sz="4000" b="1" dirty="0">
              <a:solidFill>
                <a:srgbClr val="40512B"/>
              </a:solidFill>
              <a:cs typeface="Times New Roman" panose="02020603050405020304" pitchFamily="18" charset="0"/>
            </a:endParaRPr>
          </a:p>
        </p:txBody>
      </p:sp>
      <p:sp>
        <p:nvSpPr>
          <p:cNvPr id="12" name="מלבן 11">
            <a:extLst>
              <a:ext uri="{FF2B5EF4-FFF2-40B4-BE49-F238E27FC236}">
                <a16:creationId xmlns:a16="http://schemas.microsoft.com/office/drawing/2014/main" id="{9CBAB812-2D39-45D5-4D30-3A82C46BB9B9}"/>
              </a:ext>
            </a:extLst>
          </p:cNvPr>
          <p:cNvSpPr/>
          <p:nvPr/>
        </p:nvSpPr>
        <p:spPr>
          <a:xfrm>
            <a:off x="1003300" y="4838700"/>
            <a:ext cx="23185438" cy="19050"/>
          </a:xfrm>
          <a:prstGeom prst="rect">
            <a:avLst/>
          </a:prstGeom>
          <a:solidFill>
            <a:srgbClr val="B7C4A7"/>
          </a:solidFill>
          <a:ln w="25400" cap="flat" cmpd="sng" algn="ctr">
            <a:noFill/>
            <a:prstDash val="solid"/>
          </a:ln>
          <a:effectLst/>
          <a:extLst>
            <a:ext uri="{91240B29-F687-4F45-9708-019B960494DF}">
              <a14:hiddenLine xmlns:a14="http://schemas.microsoft.com/office/drawing/2010/main" w="25400" cap="flat" cmpd="sng" algn="ctr">
                <a:solidFill>
                  <a:schemeClr val="accent1">
                    <a:shade val="15000"/>
                  </a:schemeClr>
                </a:solidFill>
                <a:prstDash val="solid"/>
              </a14:hiddenLine>
            </a:ext>
          </a:extLst>
        </p:spPr>
        <p:style>
          <a:lnRef idx="2">
            <a:schemeClr val="accent1">
              <a:shade val="15000"/>
            </a:schemeClr>
          </a:lnRef>
          <a:fillRef idx="1">
            <a:schemeClr val="accent1"/>
          </a:fillRef>
          <a:effectRef idx="0">
            <a:schemeClr val="accent1"/>
          </a:effectRef>
          <a:fontRef idx="minor">
            <a:schemeClr val="lt1"/>
          </a:fontRef>
        </p:style>
        <p:txBody>
          <a:bodyPr rtlCol="1" anchor="ctr"/>
          <a:lstStyle/>
          <a:p>
            <a:pPr algn="ctr"/>
            <a:endParaRPr lang="he-IL"/>
          </a:p>
        </p:txBody>
      </p:sp>
      <p:sp>
        <p:nvSpPr>
          <p:cNvPr id="13" name="תיבת טקסט 12">
            <a:extLst>
              <a:ext uri="{FF2B5EF4-FFF2-40B4-BE49-F238E27FC236}">
                <a16:creationId xmlns:a16="http://schemas.microsoft.com/office/drawing/2014/main" id="{4CF9CE76-BCEA-C8DB-7E10-D37C2F015683}"/>
              </a:ext>
            </a:extLst>
          </p:cNvPr>
          <p:cNvSpPr txBox="1"/>
          <p:nvPr/>
        </p:nvSpPr>
        <p:spPr>
          <a:xfrm>
            <a:off x="1155700" y="4894580"/>
            <a:ext cx="11059319" cy="533479"/>
          </a:xfrm>
          <a:prstGeom prst="rect">
            <a:avLst/>
          </a:prstGeom>
          <a:noFill/>
        </p:spPr>
        <p:txBody>
          <a:bodyPr vert="horz" wrap="square" lIns="76200" tIns="50800" rIns="76200" bIns="50800" rtlCol="1">
            <a:spAutoFit/>
          </a:bodyPr>
          <a:lstStyle/>
          <a:p>
            <a:r>
              <a:rPr lang="en-US" sz="2800" b="1" dirty="0">
                <a:solidFill>
                  <a:srgbClr val="557123"/>
                </a:solidFill>
                <a:cs typeface="Times New Roman" panose="02020603050405020304" pitchFamily="18" charset="0"/>
              </a:rPr>
              <a:t>Motivation</a:t>
            </a:r>
            <a:endParaRPr lang="he-IL" sz="2800" b="1" dirty="0">
              <a:solidFill>
                <a:srgbClr val="557123"/>
              </a:solidFill>
              <a:cs typeface="Times New Roman" panose="02020603050405020304" pitchFamily="18" charset="0"/>
            </a:endParaRPr>
          </a:p>
        </p:txBody>
      </p:sp>
      <p:sp>
        <p:nvSpPr>
          <p:cNvPr id="14" name="תיבת טקסט 13">
            <a:extLst>
              <a:ext uri="{FF2B5EF4-FFF2-40B4-BE49-F238E27FC236}">
                <a16:creationId xmlns:a16="http://schemas.microsoft.com/office/drawing/2014/main" id="{657D8844-BD76-387E-9B01-C4D6431B3C72}"/>
              </a:ext>
            </a:extLst>
          </p:cNvPr>
          <p:cNvSpPr txBox="1"/>
          <p:nvPr/>
        </p:nvSpPr>
        <p:spPr>
          <a:xfrm>
            <a:off x="1155700" y="5440680"/>
            <a:ext cx="11059319" cy="1652055"/>
          </a:xfrm>
          <a:prstGeom prst="rect">
            <a:avLst/>
          </a:prstGeom>
          <a:noFill/>
        </p:spPr>
        <p:txBody>
          <a:bodyPr vert="horz" wrap="square" lIns="76200" tIns="50800" rIns="76200" bIns="50800" rtlCol="1">
            <a:spAutoFit/>
          </a:bodyPr>
          <a:lstStyle/>
          <a:p>
            <a:pPr>
              <a:lnSpc>
                <a:spcPct val="106000"/>
              </a:lnSpc>
              <a:spcAft>
                <a:spcPts val="500"/>
              </a:spcAft>
            </a:pPr>
            <a:r>
              <a:rPr lang="en-US" sz="2400" dirty="0">
                <a:solidFill>
                  <a:schemeClr val="tx2">
                    <a:lumMod val="75000"/>
                  </a:schemeClr>
                </a:solidFill>
              </a:rPr>
              <a:t>Root-zone pH controls nutrient availability, EC (electrical conductivity) reflects salinity and fertilizer load. Manual lab samples are accurate but sparse, creating blind gaps between measurements. A soft sensor can forecast pH and EC between lab samples, helping growers detect drift earlier and adjust irrigation/fertigation decisions.</a:t>
            </a:r>
          </a:p>
        </p:txBody>
      </p:sp>
      <p:sp>
        <p:nvSpPr>
          <p:cNvPr id="15" name="תיבת טקסט 14">
            <a:extLst>
              <a:ext uri="{FF2B5EF4-FFF2-40B4-BE49-F238E27FC236}">
                <a16:creationId xmlns:a16="http://schemas.microsoft.com/office/drawing/2014/main" id="{CC155B7C-48F4-4DEF-1B61-39A10C94B8A5}"/>
              </a:ext>
            </a:extLst>
          </p:cNvPr>
          <p:cNvSpPr txBox="1"/>
          <p:nvPr/>
        </p:nvSpPr>
        <p:spPr>
          <a:xfrm>
            <a:off x="12913519" y="4894580"/>
            <a:ext cx="11122819" cy="533479"/>
          </a:xfrm>
          <a:prstGeom prst="rect">
            <a:avLst/>
          </a:prstGeom>
          <a:noFill/>
        </p:spPr>
        <p:txBody>
          <a:bodyPr vert="horz" wrap="square" lIns="76200" tIns="50800" rIns="76200" bIns="50800" rtlCol="1">
            <a:spAutoFit/>
          </a:bodyPr>
          <a:lstStyle/>
          <a:p>
            <a:r>
              <a:rPr lang="en-US" sz="2800" b="1" dirty="0">
                <a:solidFill>
                  <a:srgbClr val="557123"/>
                </a:solidFill>
                <a:cs typeface="Times New Roman" panose="02020603050405020304" pitchFamily="18" charset="0"/>
              </a:rPr>
              <a:t>Project Goal</a:t>
            </a:r>
            <a:endParaRPr lang="he-IL" sz="2800" b="1" dirty="0">
              <a:solidFill>
                <a:srgbClr val="557123"/>
              </a:solidFill>
              <a:cs typeface="Times New Roman" panose="02020603050405020304" pitchFamily="18" charset="0"/>
            </a:endParaRPr>
          </a:p>
        </p:txBody>
      </p:sp>
      <p:sp>
        <p:nvSpPr>
          <p:cNvPr id="16" name="תיבת טקסט 15">
            <a:extLst>
              <a:ext uri="{FF2B5EF4-FFF2-40B4-BE49-F238E27FC236}">
                <a16:creationId xmlns:a16="http://schemas.microsoft.com/office/drawing/2014/main" id="{1C4F503A-3AF5-39A4-7E1A-9D31432E3C63}"/>
              </a:ext>
            </a:extLst>
          </p:cNvPr>
          <p:cNvSpPr txBox="1"/>
          <p:nvPr/>
        </p:nvSpPr>
        <p:spPr>
          <a:xfrm>
            <a:off x="12913519" y="5440680"/>
            <a:ext cx="11122819" cy="1728999"/>
          </a:xfrm>
          <a:prstGeom prst="rect">
            <a:avLst/>
          </a:prstGeom>
          <a:noFill/>
        </p:spPr>
        <p:txBody>
          <a:bodyPr vert="horz" wrap="square" lIns="76200" tIns="50800" rIns="76200" bIns="50800" rtlCol="1">
            <a:spAutoFit/>
          </a:bodyPr>
          <a:lstStyle/>
          <a:p>
            <a:pPr>
              <a:lnSpc>
                <a:spcPct val="106000"/>
              </a:lnSpc>
              <a:spcAft>
                <a:spcPts val="600"/>
              </a:spcAft>
            </a:pPr>
            <a:r>
              <a:rPr lang="en-US" sz="2400" dirty="0">
                <a:solidFill>
                  <a:schemeClr val="tx2">
                    <a:lumMod val="75000"/>
                  </a:schemeClr>
                </a:solidFill>
              </a:rPr>
              <a:t>▪ Predict future root-zone pH and EC from the latest lab measurement, forecasted climate, planned irrigation/fertigation and crop-state data.</a:t>
            </a:r>
          </a:p>
          <a:p>
            <a:pPr>
              <a:lnSpc>
                <a:spcPct val="106000"/>
              </a:lnSpc>
              <a:spcAft>
                <a:spcPts val="600"/>
              </a:spcAft>
            </a:pPr>
            <a:r>
              <a:rPr lang="en-US" sz="2400" dirty="0">
                <a:solidFill>
                  <a:schemeClr val="tx2">
                    <a:lumMod val="75000"/>
                  </a:schemeClr>
                </a:solidFill>
              </a:rPr>
              <a:t>▪ Estimate the t₀ → t₁ change so growers can test a planned irrigation/fertigation strategy, see expected future pH/EC values, and adjust before conditions drift.</a:t>
            </a:r>
          </a:p>
        </p:txBody>
      </p:sp>
      <p:sp>
        <p:nvSpPr>
          <p:cNvPr id="17" name="מלבן: פינות מעוגלות 16">
            <a:extLst>
              <a:ext uri="{FF2B5EF4-FFF2-40B4-BE49-F238E27FC236}">
                <a16:creationId xmlns:a16="http://schemas.microsoft.com/office/drawing/2014/main" id="{9DD353CF-7EE0-24D0-07C3-3859FBC78138}"/>
              </a:ext>
            </a:extLst>
          </p:cNvPr>
          <p:cNvSpPr/>
          <p:nvPr/>
        </p:nvSpPr>
        <p:spPr>
          <a:xfrm>
            <a:off x="647700" y="8318500"/>
            <a:ext cx="7762346" cy="8191500"/>
          </a:xfrm>
          <a:prstGeom prst="roundRect">
            <a:avLst>
              <a:gd name="adj" fmla="val 6000"/>
            </a:avLst>
          </a:prstGeom>
          <a:solidFill>
            <a:srgbClr val="FFFDF5"/>
          </a:solidFill>
          <a:ln w="17145">
            <a:solidFill>
              <a:srgbClr val="B7C4A7"/>
            </a:solidFill>
          </a:ln>
        </p:spPr>
        <p:style>
          <a:lnRef idx="2">
            <a:schemeClr val="accent1">
              <a:shade val="15000"/>
            </a:schemeClr>
          </a:lnRef>
          <a:fillRef idx="1">
            <a:schemeClr val="accent1"/>
          </a:fillRef>
          <a:effectRef idx="0">
            <a:schemeClr val="accent1"/>
          </a:effectRef>
          <a:fontRef idx="minor">
            <a:schemeClr val="lt1"/>
          </a:fontRef>
        </p:style>
        <p:txBody>
          <a:bodyPr rtlCol="1" anchor="ctr"/>
          <a:lstStyle/>
          <a:p>
            <a:pPr algn="ctr"/>
            <a:endParaRPr lang="he-IL"/>
          </a:p>
        </p:txBody>
      </p:sp>
      <p:sp>
        <p:nvSpPr>
          <p:cNvPr id="18" name="מלבן: פינות מעוגלות 17">
            <a:extLst>
              <a:ext uri="{FF2B5EF4-FFF2-40B4-BE49-F238E27FC236}">
                <a16:creationId xmlns:a16="http://schemas.microsoft.com/office/drawing/2014/main" id="{C99A4608-2B2C-333C-EDEE-E171788D9D5E}"/>
              </a:ext>
            </a:extLst>
          </p:cNvPr>
          <p:cNvSpPr/>
          <p:nvPr/>
        </p:nvSpPr>
        <p:spPr>
          <a:xfrm>
            <a:off x="939800" y="8572500"/>
            <a:ext cx="609600" cy="609600"/>
          </a:xfrm>
          <a:prstGeom prst="roundRect">
            <a:avLst/>
          </a:prstGeom>
          <a:solidFill>
            <a:srgbClr val="E4AD1F"/>
          </a:solidFill>
          <a:ln w="25400" cap="flat" cmpd="sng" algn="ctr">
            <a:noFill/>
            <a:prstDash val="solid"/>
          </a:ln>
          <a:effectLst/>
          <a:extLst>
            <a:ext uri="{91240B29-F687-4F45-9708-019B960494DF}">
              <a14:hiddenLine xmlns:a14="http://schemas.microsoft.com/office/drawing/2010/main" w="25400" cap="flat" cmpd="sng" algn="ctr">
                <a:solidFill>
                  <a:schemeClr val="accent1">
                    <a:shade val="15000"/>
                  </a:schemeClr>
                </a:solidFill>
                <a:prstDash val="solid"/>
              </a14:hiddenLine>
            </a:ext>
          </a:extLst>
        </p:spPr>
        <p:style>
          <a:lnRef idx="2">
            <a:schemeClr val="accent1">
              <a:shade val="15000"/>
            </a:schemeClr>
          </a:lnRef>
          <a:fillRef idx="1">
            <a:schemeClr val="accent1"/>
          </a:fillRef>
          <a:effectRef idx="0">
            <a:schemeClr val="accent1"/>
          </a:effectRef>
          <a:fontRef idx="minor">
            <a:schemeClr val="lt1"/>
          </a:fontRef>
        </p:style>
        <p:txBody>
          <a:bodyPr lIns="76200" tIns="50800" rIns="76200" bIns="50800" rtlCol="1" anchor="ctr"/>
          <a:lstStyle/>
          <a:p>
            <a:pPr algn="ctr"/>
            <a:r>
              <a:rPr lang="he-IL" sz="2800" b="1">
                <a:solidFill>
                  <a:srgbClr val="FFFFFF"/>
                </a:solidFill>
              </a:rPr>
              <a:t>02</a:t>
            </a:r>
          </a:p>
        </p:txBody>
      </p:sp>
      <p:sp>
        <p:nvSpPr>
          <p:cNvPr id="19" name="תיבת טקסט 18">
            <a:extLst>
              <a:ext uri="{FF2B5EF4-FFF2-40B4-BE49-F238E27FC236}">
                <a16:creationId xmlns:a16="http://schemas.microsoft.com/office/drawing/2014/main" id="{4B5EBD5B-2A3F-15D8-665C-63682A5A9033}"/>
              </a:ext>
            </a:extLst>
          </p:cNvPr>
          <p:cNvSpPr txBox="1"/>
          <p:nvPr/>
        </p:nvSpPr>
        <p:spPr>
          <a:xfrm>
            <a:off x="1689100" y="8509000"/>
            <a:ext cx="6365346" cy="718145"/>
          </a:xfrm>
          <a:prstGeom prst="rect">
            <a:avLst/>
          </a:prstGeom>
          <a:noFill/>
        </p:spPr>
        <p:txBody>
          <a:bodyPr vert="horz" wrap="square" lIns="76200" tIns="50800" rIns="76200" bIns="50800" rtlCol="1">
            <a:spAutoFit/>
          </a:bodyPr>
          <a:lstStyle/>
          <a:p>
            <a:r>
              <a:rPr lang="en-US" sz="4000" b="1" dirty="0">
                <a:solidFill>
                  <a:srgbClr val="40512B"/>
                </a:solidFill>
                <a:cs typeface="Times New Roman" panose="02020603050405020304" pitchFamily="18" charset="0"/>
              </a:rPr>
              <a:t>Data</a:t>
            </a:r>
            <a:endParaRPr lang="he-IL" sz="4000" b="1" dirty="0">
              <a:solidFill>
                <a:srgbClr val="40512B"/>
              </a:solidFill>
              <a:cs typeface="Times New Roman" panose="02020603050405020304" pitchFamily="18" charset="0"/>
            </a:endParaRPr>
          </a:p>
        </p:txBody>
      </p:sp>
      <p:sp>
        <p:nvSpPr>
          <p:cNvPr id="20" name="מלבן 19">
            <a:extLst>
              <a:ext uri="{FF2B5EF4-FFF2-40B4-BE49-F238E27FC236}">
                <a16:creationId xmlns:a16="http://schemas.microsoft.com/office/drawing/2014/main" id="{5BDF2563-BBD4-6D8A-983D-0C435A3ACC6D}"/>
              </a:ext>
            </a:extLst>
          </p:cNvPr>
          <p:cNvSpPr/>
          <p:nvPr/>
        </p:nvSpPr>
        <p:spPr>
          <a:xfrm>
            <a:off x="1003300" y="9283700"/>
            <a:ext cx="7051146" cy="19050"/>
          </a:xfrm>
          <a:prstGeom prst="rect">
            <a:avLst/>
          </a:prstGeom>
          <a:solidFill>
            <a:srgbClr val="B7C4A7"/>
          </a:solidFill>
          <a:ln w="25400" cap="flat" cmpd="sng" algn="ctr">
            <a:noFill/>
            <a:prstDash val="solid"/>
          </a:ln>
          <a:effectLst/>
          <a:extLst>
            <a:ext uri="{91240B29-F687-4F45-9708-019B960494DF}">
              <a14:hiddenLine xmlns:a14="http://schemas.microsoft.com/office/drawing/2010/main" w="25400" cap="flat" cmpd="sng" algn="ctr">
                <a:solidFill>
                  <a:schemeClr val="accent1">
                    <a:shade val="15000"/>
                  </a:schemeClr>
                </a:solidFill>
                <a:prstDash val="solid"/>
              </a14:hiddenLine>
            </a:ext>
          </a:extLst>
        </p:spPr>
        <p:style>
          <a:lnRef idx="2">
            <a:schemeClr val="accent1">
              <a:shade val="15000"/>
            </a:schemeClr>
          </a:lnRef>
          <a:fillRef idx="1">
            <a:schemeClr val="accent1"/>
          </a:fillRef>
          <a:effectRef idx="0">
            <a:schemeClr val="accent1"/>
          </a:effectRef>
          <a:fontRef idx="minor">
            <a:schemeClr val="lt1"/>
          </a:fontRef>
        </p:style>
        <p:txBody>
          <a:bodyPr rtlCol="1" anchor="ctr"/>
          <a:lstStyle/>
          <a:p>
            <a:pPr algn="ctr"/>
            <a:endParaRPr lang="he-IL"/>
          </a:p>
        </p:txBody>
      </p:sp>
      <p:sp>
        <p:nvSpPr>
          <p:cNvPr id="21" name="מלבן: פינות מעוגלות 20">
            <a:extLst>
              <a:ext uri="{FF2B5EF4-FFF2-40B4-BE49-F238E27FC236}">
                <a16:creationId xmlns:a16="http://schemas.microsoft.com/office/drawing/2014/main" id="{7879A0AC-8072-81FD-41E4-3F8813277073}"/>
              </a:ext>
            </a:extLst>
          </p:cNvPr>
          <p:cNvSpPr/>
          <p:nvPr/>
        </p:nvSpPr>
        <p:spPr>
          <a:xfrm>
            <a:off x="1003300" y="9613900"/>
            <a:ext cx="2265715" cy="1066800"/>
          </a:xfrm>
          <a:prstGeom prst="roundRect">
            <a:avLst>
              <a:gd name="adj" fmla="val 8000"/>
            </a:avLst>
          </a:prstGeom>
          <a:solidFill>
            <a:srgbClr val="C8D4B4"/>
          </a:solidFill>
          <a:ln w="25400" cap="flat" cmpd="sng" algn="ctr">
            <a:noFill/>
            <a:prstDash val="solid"/>
          </a:ln>
          <a:effectLst/>
          <a:extLst>
            <a:ext uri="{91240B29-F687-4F45-9708-019B960494DF}">
              <a14:hiddenLine xmlns:a14="http://schemas.microsoft.com/office/drawing/2010/main" w="25400" cap="flat" cmpd="sng" algn="ctr">
                <a:solidFill>
                  <a:schemeClr val="accent1">
                    <a:shade val="15000"/>
                  </a:schemeClr>
                </a:solidFill>
                <a:prstDash val="solid"/>
              </a14:hiddenLine>
            </a:ext>
          </a:extLst>
        </p:spPr>
        <p:style>
          <a:lnRef idx="2">
            <a:schemeClr val="accent1">
              <a:shade val="15000"/>
            </a:schemeClr>
          </a:lnRef>
          <a:fillRef idx="1">
            <a:schemeClr val="accent1"/>
          </a:fillRef>
          <a:effectRef idx="0">
            <a:schemeClr val="accent1"/>
          </a:effectRef>
          <a:fontRef idx="minor">
            <a:schemeClr val="lt1"/>
          </a:fontRef>
        </p:style>
        <p:txBody>
          <a:bodyPr rtlCol="1" anchor="ctr"/>
          <a:lstStyle/>
          <a:p>
            <a:pPr algn="ctr"/>
            <a:endParaRPr lang="he-IL"/>
          </a:p>
        </p:txBody>
      </p:sp>
      <p:sp>
        <p:nvSpPr>
          <p:cNvPr id="22" name="תיבת טקסט 21">
            <a:extLst>
              <a:ext uri="{FF2B5EF4-FFF2-40B4-BE49-F238E27FC236}">
                <a16:creationId xmlns:a16="http://schemas.microsoft.com/office/drawing/2014/main" id="{FF339A0E-FBEB-5FFB-111D-16C52C0304E1}"/>
              </a:ext>
            </a:extLst>
          </p:cNvPr>
          <p:cNvSpPr txBox="1"/>
          <p:nvPr/>
        </p:nvSpPr>
        <p:spPr>
          <a:xfrm>
            <a:off x="1079500" y="9608820"/>
            <a:ext cx="2113315" cy="718145"/>
          </a:xfrm>
          <a:prstGeom prst="rect">
            <a:avLst/>
          </a:prstGeom>
          <a:noFill/>
        </p:spPr>
        <p:txBody>
          <a:bodyPr vert="horz" wrap="square" lIns="76200" tIns="50800" rIns="76200" bIns="50800" rtlCol="1">
            <a:spAutoFit/>
          </a:bodyPr>
          <a:lstStyle/>
          <a:p>
            <a:pPr algn="ctr"/>
            <a:r>
              <a:rPr lang="he-IL" sz="4000" b="1" dirty="0">
                <a:solidFill>
                  <a:srgbClr val="40512B"/>
                </a:solidFill>
                <a:latin typeface="+mj-lt"/>
                <a:cs typeface="Times New Roman" panose="02020603050405020304" pitchFamily="18" charset="0"/>
              </a:rPr>
              <a:t>16,682</a:t>
            </a:r>
          </a:p>
        </p:txBody>
      </p:sp>
      <p:sp>
        <p:nvSpPr>
          <p:cNvPr id="23" name="תיבת טקסט 22">
            <a:extLst>
              <a:ext uri="{FF2B5EF4-FFF2-40B4-BE49-F238E27FC236}">
                <a16:creationId xmlns:a16="http://schemas.microsoft.com/office/drawing/2014/main" id="{CAB07FE5-FD19-3F50-2AAC-E4744A6DBE61}"/>
              </a:ext>
            </a:extLst>
          </p:cNvPr>
          <p:cNvSpPr txBox="1"/>
          <p:nvPr/>
        </p:nvSpPr>
        <p:spPr>
          <a:xfrm>
            <a:off x="1079500" y="10147300"/>
            <a:ext cx="2113315" cy="471924"/>
          </a:xfrm>
          <a:prstGeom prst="rect">
            <a:avLst/>
          </a:prstGeom>
          <a:noFill/>
        </p:spPr>
        <p:txBody>
          <a:bodyPr vert="horz" wrap="square" lIns="76200" tIns="50800" rIns="76200" bIns="50800" rtlCol="1">
            <a:spAutoFit/>
          </a:bodyPr>
          <a:lstStyle/>
          <a:p>
            <a:pPr algn="ctr"/>
            <a:r>
              <a:rPr lang="en-US" sz="2400" b="1" dirty="0">
                <a:solidFill>
                  <a:srgbClr val="40512B"/>
                </a:solidFill>
                <a:cs typeface="Times New Roman" panose="02020603050405020304" pitchFamily="18" charset="0"/>
              </a:rPr>
              <a:t>10-min rows</a:t>
            </a:r>
            <a:endParaRPr lang="he-IL" sz="2400" b="1" dirty="0">
              <a:solidFill>
                <a:srgbClr val="40512B"/>
              </a:solidFill>
              <a:cs typeface="Times New Roman" panose="02020603050405020304" pitchFamily="18" charset="0"/>
            </a:endParaRPr>
          </a:p>
        </p:txBody>
      </p:sp>
      <p:sp>
        <p:nvSpPr>
          <p:cNvPr id="24" name="מלבן: פינות מעוגלות 23">
            <a:extLst>
              <a:ext uri="{FF2B5EF4-FFF2-40B4-BE49-F238E27FC236}">
                <a16:creationId xmlns:a16="http://schemas.microsoft.com/office/drawing/2014/main" id="{AD984F87-BDDA-269A-D0BC-19B76B56B447}"/>
              </a:ext>
            </a:extLst>
          </p:cNvPr>
          <p:cNvSpPr/>
          <p:nvPr/>
        </p:nvSpPr>
        <p:spPr>
          <a:xfrm>
            <a:off x="3396015" y="9613900"/>
            <a:ext cx="2265715" cy="1066800"/>
          </a:xfrm>
          <a:prstGeom prst="roundRect">
            <a:avLst>
              <a:gd name="adj" fmla="val 8000"/>
            </a:avLst>
          </a:prstGeom>
          <a:solidFill>
            <a:srgbClr val="C8D4B4"/>
          </a:solidFill>
          <a:ln w="25400" cap="flat" cmpd="sng" algn="ctr">
            <a:noFill/>
            <a:prstDash val="solid"/>
          </a:ln>
          <a:effectLst/>
          <a:extLst>
            <a:ext uri="{91240B29-F687-4F45-9708-019B960494DF}">
              <a14:hiddenLine xmlns:a14="http://schemas.microsoft.com/office/drawing/2010/main" w="25400" cap="flat" cmpd="sng" algn="ctr">
                <a:solidFill>
                  <a:schemeClr val="accent1">
                    <a:shade val="15000"/>
                  </a:schemeClr>
                </a:solidFill>
                <a:prstDash val="solid"/>
              </a14:hiddenLine>
            </a:ext>
          </a:extLst>
        </p:spPr>
        <p:style>
          <a:lnRef idx="2">
            <a:schemeClr val="accent1">
              <a:shade val="15000"/>
            </a:schemeClr>
          </a:lnRef>
          <a:fillRef idx="1">
            <a:schemeClr val="accent1"/>
          </a:fillRef>
          <a:effectRef idx="0">
            <a:schemeClr val="accent1"/>
          </a:effectRef>
          <a:fontRef idx="minor">
            <a:schemeClr val="lt1"/>
          </a:fontRef>
        </p:style>
        <p:txBody>
          <a:bodyPr rtlCol="1" anchor="ctr"/>
          <a:lstStyle/>
          <a:p>
            <a:pPr algn="ctr"/>
            <a:endParaRPr lang="he-IL"/>
          </a:p>
        </p:txBody>
      </p:sp>
      <p:sp>
        <p:nvSpPr>
          <p:cNvPr id="25" name="תיבת טקסט 24">
            <a:extLst>
              <a:ext uri="{FF2B5EF4-FFF2-40B4-BE49-F238E27FC236}">
                <a16:creationId xmlns:a16="http://schemas.microsoft.com/office/drawing/2014/main" id="{F405E55F-93E3-09E2-B7BD-FD30ABF3E9D9}"/>
              </a:ext>
            </a:extLst>
          </p:cNvPr>
          <p:cNvSpPr txBox="1"/>
          <p:nvPr/>
        </p:nvSpPr>
        <p:spPr>
          <a:xfrm>
            <a:off x="3472215" y="9608820"/>
            <a:ext cx="2113315" cy="718145"/>
          </a:xfrm>
          <a:prstGeom prst="rect">
            <a:avLst/>
          </a:prstGeom>
          <a:noFill/>
        </p:spPr>
        <p:txBody>
          <a:bodyPr vert="horz" wrap="square" lIns="76200" tIns="50800" rIns="76200" bIns="50800" rtlCol="1">
            <a:spAutoFit/>
          </a:bodyPr>
          <a:lstStyle/>
          <a:p>
            <a:pPr algn="ctr"/>
            <a:r>
              <a:rPr lang="he-IL" sz="4000" b="1" dirty="0">
                <a:solidFill>
                  <a:srgbClr val="40512B"/>
                </a:solidFill>
                <a:latin typeface="+mj-lt"/>
                <a:cs typeface="Times New Roman" panose="02020603050405020304" pitchFamily="18" charset="0"/>
              </a:rPr>
              <a:t>109</a:t>
            </a:r>
          </a:p>
        </p:txBody>
      </p:sp>
      <p:sp>
        <p:nvSpPr>
          <p:cNvPr id="26" name="תיבת טקסט 25">
            <a:extLst>
              <a:ext uri="{FF2B5EF4-FFF2-40B4-BE49-F238E27FC236}">
                <a16:creationId xmlns:a16="http://schemas.microsoft.com/office/drawing/2014/main" id="{C1F90CEF-A163-5BF1-DA7F-06E01ED2540B}"/>
              </a:ext>
            </a:extLst>
          </p:cNvPr>
          <p:cNvSpPr txBox="1"/>
          <p:nvPr/>
        </p:nvSpPr>
        <p:spPr>
          <a:xfrm>
            <a:off x="3472215" y="10147300"/>
            <a:ext cx="2113315" cy="471924"/>
          </a:xfrm>
          <a:prstGeom prst="rect">
            <a:avLst/>
          </a:prstGeom>
          <a:noFill/>
        </p:spPr>
        <p:txBody>
          <a:bodyPr vert="horz" wrap="square" lIns="76200" tIns="50800" rIns="76200" bIns="50800" rtlCol="1">
            <a:spAutoFit/>
          </a:bodyPr>
          <a:lstStyle/>
          <a:p>
            <a:pPr algn="ctr"/>
            <a:r>
              <a:rPr lang="en-US" sz="2400" b="1" dirty="0">
                <a:solidFill>
                  <a:srgbClr val="40512B"/>
                </a:solidFill>
                <a:cs typeface="Times New Roman" panose="02020603050405020304" pitchFamily="18" charset="0"/>
              </a:rPr>
              <a:t>pH / EC labels</a:t>
            </a:r>
            <a:endParaRPr lang="he-IL" sz="2400" b="1" dirty="0">
              <a:solidFill>
                <a:srgbClr val="40512B"/>
              </a:solidFill>
              <a:cs typeface="Times New Roman" panose="02020603050405020304" pitchFamily="18" charset="0"/>
            </a:endParaRPr>
          </a:p>
        </p:txBody>
      </p:sp>
      <p:sp>
        <p:nvSpPr>
          <p:cNvPr id="27" name="מלבן: פינות מעוגלות 26">
            <a:extLst>
              <a:ext uri="{FF2B5EF4-FFF2-40B4-BE49-F238E27FC236}">
                <a16:creationId xmlns:a16="http://schemas.microsoft.com/office/drawing/2014/main" id="{4FBC8430-C42A-B8A0-5046-4DD9DB41A890}"/>
              </a:ext>
            </a:extLst>
          </p:cNvPr>
          <p:cNvSpPr/>
          <p:nvPr/>
        </p:nvSpPr>
        <p:spPr>
          <a:xfrm>
            <a:off x="5788730" y="9613900"/>
            <a:ext cx="2265716" cy="1066800"/>
          </a:xfrm>
          <a:prstGeom prst="roundRect">
            <a:avLst>
              <a:gd name="adj" fmla="val 8000"/>
            </a:avLst>
          </a:prstGeom>
          <a:solidFill>
            <a:srgbClr val="C8D4B4"/>
          </a:solidFill>
          <a:ln w="25400" cap="flat" cmpd="sng" algn="ctr">
            <a:noFill/>
            <a:prstDash val="solid"/>
          </a:ln>
          <a:effectLst/>
          <a:extLst>
            <a:ext uri="{91240B29-F687-4F45-9708-019B960494DF}">
              <a14:hiddenLine xmlns:a14="http://schemas.microsoft.com/office/drawing/2010/main" w="25400" cap="flat" cmpd="sng" algn="ctr">
                <a:solidFill>
                  <a:schemeClr val="accent1">
                    <a:shade val="15000"/>
                  </a:schemeClr>
                </a:solidFill>
                <a:prstDash val="solid"/>
              </a14:hiddenLine>
            </a:ext>
          </a:extLst>
        </p:spPr>
        <p:style>
          <a:lnRef idx="2">
            <a:schemeClr val="accent1">
              <a:shade val="15000"/>
            </a:schemeClr>
          </a:lnRef>
          <a:fillRef idx="1">
            <a:schemeClr val="accent1"/>
          </a:fillRef>
          <a:effectRef idx="0">
            <a:schemeClr val="accent1"/>
          </a:effectRef>
          <a:fontRef idx="minor">
            <a:schemeClr val="lt1"/>
          </a:fontRef>
        </p:style>
        <p:txBody>
          <a:bodyPr rtlCol="1" anchor="ctr"/>
          <a:lstStyle/>
          <a:p>
            <a:pPr algn="ctr"/>
            <a:endParaRPr lang="he-IL"/>
          </a:p>
        </p:txBody>
      </p:sp>
      <p:sp>
        <p:nvSpPr>
          <p:cNvPr id="28" name="תיבת טקסט 27">
            <a:extLst>
              <a:ext uri="{FF2B5EF4-FFF2-40B4-BE49-F238E27FC236}">
                <a16:creationId xmlns:a16="http://schemas.microsoft.com/office/drawing/2014/main" id="{FD2DB9D6-F7C6-BD56-560E-65E6FFB52F50}"/>
              </a:ext>
            </a:extLst>
          </p:cNvPr>
          <p:cNvSpPr txBox="1"/>
          <p:nvPr/>
        </p:nvSpPr>
        <p:spPr>
          <a:xfrm>
            <a:off x="5864930" y="9608820"/>
            <a:ext cx="2113315" cy="718145"/>
          </a:xfrm>
          <a:prstGeom prst="rect">
            <a:avLst/>
          </a:prstGeom>
          <a:noFill/>
        </p:spPr>
        <p:txBody>
          <a:bodyPr vert="horz" wrap="square" lIns="76200" tIns="50800" rIns="76200" bIns="50800" rtlCol="1">
            <a:spAutoFit/>
          </a:bodyPr>
          <a:lstStyle/>
          <a:p>
            <a:pPr algn="ctr"/>
            <a:r>
              <a:rPr lang="he-IL" sz="4000" b="1" dirty="0">
                <a:solidFill>
                  <a:srgbClr val="40512B"/>
                </a:solidFill>
                <a:latin typeface="+mj-lt"/>
                <a:cs typeface="Times New Roman" panose="02020603050405020304" pitchFamily="18" charset="0"/>
              </a:rPr>
              <a:t>20+</a:t>
            </a:r>
          </a:p>
        </p:txBody>
      </p:sp>
      <p:sp>
        <p:nvSpPr>
          <p:cNvPr id="29" name="תיבת טקסט 28">
            <a:extLst>
              <a:ext uri="{FF2B5EF4-FFF2-40B4-BE49-F238E27FC236}">
                <a16:creationId xmlns:a16="http://schemas.microsoft.com/office/drawing/2014/main" id="{DE6600D9-E126-8370-B273-90F041FA3D7D}"/>
              </a:ext>
            </a:extLst>
          </p:cNvPr>
          <p:cNvSpPr txBox="1"/>
          <p:nvPr/>
        </p:nvSpPr>
        <p:spPr>
          <a:xfrm>
            <a:off x="5864930" y="10147300"/>
            <a:ext cx="2113315" cy="471924"/>
          </a:xfrm>
          <a:prstGeom prst="rect">
            <a:avLst/>
          </a:prstGeom>
          <a:noFill/>
        </p:spPr>
        <p:txBody>
          <a:bodyPr vert="horz" wrap="square" lIns="76200" tIns="50800" rIns="76200" bIns="50800" rtlCol="1">
            <a:spAutoFit/>
          </a:bodyPr>
          <a:lstStyle/>
          <a:p>
            <a:pPr algn="ctr"/>
            <a:r>
              <a:rPr lang="en-US" sz="2400" b="1" dirty="0">
                <a:solidFill>
                  <a:srgbClr val="40512B"/>
                </a:solidFill>
                <a:cs typeface="Times New Roman" panose="02020603050405020304" pitchFamily="18" charset="0"/>
              </a:rPr>
              <a:t>input features</a:t>
            </a:r>
            <a:endParaRPr lang="he-IL" sz="2400" b="1" dirty="0">
              <a:solidFill>
                <a:srgbClr val="40512B"/>
              </a:solidFill>
              <a:cs typeface="Times New Roman" panose="02020603050405020304" pitchFamily="18" charset="0"/>
            </a:endParaRPr>
          </a:p>
        </p:txBody>
      </p:sp>
      <p:sp>
        <p:nvSpPr>
          <p:cNvPr id="301" name="cap"/>
          <p:cNvSpPr txBox="1"/>
          <p:nvPr/>
        </p:nvSpPr>
        <p:spPr>
          <a:xfrm>
            <a:off x="1003300" y="10940000"/>
            <a:ext cx="7051146" cy="470000"/>
          </a:xfrm>
          <a:prstGeom prst="rect">
            <a:avLst/>
          </a:prstGeom>
          <a:noFill/>
        </p:spPr>
        <p:txBody>
          <a:bodyPr wrap="square" lIns="0" tIns="0" rIns="91440" bIns="0" rtlCol="0" anchor="ctr">
            <a:normAutofit/>
          </a:bodyPr>
          <a:lstStyle/>
          <a:p>
            <a:pPr algn="l"/>
            <a:r>
              <a:rPr lang="en-US" sz="2400" i="1" dirty="0">
                <a:solidFill>
                  <a:srgbClr val="557123"/>
                </a:solidFill>
                <a:latin typeface="Calibri"/>
              </a:rPr>
              <a:t>Sampling frequency by data source</a:t>
            </a:r>
          </a:p>
        </p:txBody>
      </p:sp>
      <p:sp>
        <p:nvSpPr>
          <p:cNvPr id="302" name="lane"/>
          <p:cNvSpPr txBox="1"/>
          <p:nvPr/>
        </p:nvSpPr>
        <p:spPr>
          <a:xfrm>
            <a:off x="779780" y="11425000"/>
            <a:ext cx="3246700" cy="590000"/>
          </a:xfrm>
          <a:prstGeom prst="rect">
            <a:avLst/>
          </a:prstGeom>
          <a:noFill/>
        </p:spPr>
        <p:txBody>
          <a:bodyPr wrap="square" lIns="0" tIns="0" rIns="40000" bIns="0" rtlCol="0" anchor="ctr">
            <a:normAutofit/>
          </a:bodyPr>
          <a:lstStyle/>
          <a:p>
            <a:pPr algn="r"/>
            <a:r>
              <a:rPr lang="en-US" sz="2400" b="1" dirty="0">
                <a:solidFill>
                  <a:srgbClr val="40512B"/>
                </a:solidFill>
                <a:latin typeface="Calibri"/>
              </a:rPr>
              <a:t>Weather &amp; radiation</a:t>
            </a:r>
          </a:p>
        </p:txBody>
      </p:sp>
      <p:sp>
        <p:nvSpPr>
          <p:cNvPr id="303" name="band"/>
          <p:cNvSpPr/>
          <p:nvPr/>
        </p:nvSpPr>
        <p:spPr>
          <a:xfrm>
            <a:off x="4156480" y="11615000"/>
            <a:ext cx="3674446" cy="210000"/>
          </a:xfrm>
          <a:prstGeom prst="roundRect">
            <a:avLst>
              <a:gd name="adj" fmla="val 22000"/>
            </a:avLst>
          </a:prstGeom>
          <a:solidFill>
            <a:srgbClr val="557123"/>
          </a:solidFill>
          <a:ln>
            <a:noFill/>
          </a:ln>
        </p:spPr>
        <p:txBody>
          <a:bodyPr/>
          <a:lstStyle/>
          <a:p>
            <a:endParaRPr lang="he-IL"/>
          </a:p>
        </p:txBody>
      </p:sp>
      <p:sp>
        <p:nvSpPr>
          <p:cNvPr id="304" name="lane"/>
          <p:cNvSpPr txBox="1"/>
          <p:nvPr/>
        </p:nvSpPr>
        <p:spPr>
          <a:xfrm>
            <a:off x="779780" y="12015000"/>
            <a:ext cx="3246700" cy="590000"/>
          </a:xfrm>
          <a:prstGeom prst="rect">
            <a:avLst/>
          </a:prstGeom>
          <a:noFill/>
        </p:spPr>
        <p:txBody>
          <a:bodyPr wrap="square" lIns="0" tIns="0" rIns="40000" bIns="0" rtlCol="0" anchor="ctr">
            <a:normAutofit/>
          </a:bodyPr>
          <a:lstStyle/>
          <a:p>
            <a:pPr algn="r"/>
            <a:r>
              <a:rPr lang="en-US" sz="2400" b="1" dirty="0">
                <a:solidFill>
                  <a:srgbClr val="40512B"/>
                </a:solidFill>
                <a:latin typeface="Calibri"/>
              </a:rPr>
              <a:t>Greenhouse climate</a:t>
            </a:r>
          </a:p>
        </p:txBody>
      </p:sp>
      <p:sp>
        <p:nvSpPr>
          <p:cNvPr id="305" name="band"/>
          <p:cNvSpPr/>
          <p:nvPr/>
        </p:nvSpPr>
        <p:spPr>
          <a:xfrm>
            <a:off x="4156480" y="12205000"/>
            <a:ext cx="3674446" cy="210000"/>
          </a:xfrm>
          <a:prstGeom prst="roundRect">
            <a:avLst>
              <a:gd name="adj" fmla="val 22000"/>
            </a:avLst>
          </a:prstGeom>
          <a:solidFill>
            <a:srgbClr val="557123"/>
          </a:solidFill>
          <a:ln>
            <a:noFill/>
          </a:ln>
        </p:spPr>
        <p:txBody>
          <a:bodyPr/>
          <a:lstStyle/>
          <a:p>
            <a:endParaRPr lang="he-IL"/>
          </a:p>
        </p:txBody>
      </p:sp>
      <p:sp>
        <p:nvSpPr>
          <p:cNvPr id="306" name="lane"/>
          <p:cNvSpPr txBox="1"/>
          <p:nvPr/>
        </p:nvSpPr>
        <p:spPr>
          <a:xfrm>
            <a:off x="779780" y="12605000"/>
            <a:ext cx="3246700" cy="590000"/>
          </a:xfrm>
          <a:prstGeom prst="rect">
            <a:avLst/>
          </a:prstGeom>
          <a:noFill/>
        </p:spPr>
        <p:txBody>
          <a:bodyPr wrap="square" lIns="0" tIns="0" rIns="40000" bIns="0" rtlCol="0" anchor="ctr">
            <a:normAutofit/>
          </a:bodyPr>
          <a:lstStyle/>
          <a:p>
            <a:pPr algn="r"/>
            <a:r>
              <a:rPr lang="en-US" sz="2400" b="1" dirty="0">
                <a:solidFill>
                  <a:srgbClr val="40512B"/>
                </a:solidFill>
                <a:latin typeface="Calibri"/>
              </a:rPr>
              <a:t>Irrigation / fertigation</a:t>
            </a:r>
          </a:p>
        </p:txBody>
      </p:sp>
      <p:sp>
        <p:nvSpPr>
          <p:cNvPr id="307" name="irrig"/>
          <p:cNvSpPr/>
          <p:nvPr/>
        </p:nvSpPr>
        <p:spPr>
          <a:xfrm>
            <a:off x="4156480" y="12775000"/>
            <a:ext cx="3674446" cy="250000"/>
          </a:xfrm>
          <a:prstGeom prst="roundRect">
            <a:avLst>
              <a:gd name="adj" fmla="val 18000"/>
            </a:avLst>
          </a:prstGeom>
          <a:pattFill prst="ltVert">
            <a:fgClr>
              <a:srgbClr val="557123"/>
            </a:fgClr>
            <a:bgClr>
              <a:srgbClr val="FFFDF5"/>
            </a:bgClr>
          </a:pattFill>
          <a:ln>
            <a:noFill/>
          </a:ln>
        </p:spPr>
        <p:txBody>
          <a:bodyPr/>
          <a:lstStyle/>
          <a:p>
            <a:endParaRPr lang="he-IL"/>
          </a:p>
        </p:txBody>
      </p:sp>
      <p:sp>
        <p:nvSpPr>
          <p:cNvPr id="308" name="lane"/>
          <p:cNvSpPr txBox="1"/>
          <p:nvPr/>
        </p:nvSpPr>
        <p:spPr>
          <a:xfrm>
            <a:off x="779780" y="13195000"/>
            <a:ext cx="3246700" cy="590000"/>
          </a:xfrm>
          <a:prstGeom prst="rect">
            <a:avLst/>
          </a:prstGeom>
          <a:noFill/>
        </p:spPr>
        <p:txBody>
          <a:bodyPr wrap="square" lIns="0" tIns="0" rIns="40000" bIns="0" rtlCol="0" anchor="ctr">
            <a:normAutofit/>
          </a:bodyPr>
          <a:lstStyle/>
          <a:p>
            <a:pPr algn="r"/>
            <a:r>
              <a:rPr lang="en-US" sz="2400" b="1" dirty="0">
                <a:solidFill>
                  <a:srgbClr val="40512B"/>
                </a:solidFill>
                <a:latin typeface="Calibri"/>
              </a:rPr>
              <a:t>Crop state</a:t>
            </a:r>
          </a:p>
        </p:txBody>
      </p:sp>
      <p:sp>
        <p:nvSpPr>
          <p:cNvPr id="309" name="crop"/>
          <p:cNvSpPr/>
          <p:nvPr/>
        </p:nvSpPr>
        <p:spPr>
          <a:xfrm>
            <a:off x="4154096" y="13432500"/>
            <a:ext cx="115000" cy="115000"/>
          </a:xfrm>
          <a:prstGeom prst="ellipse">
            <a:avLst/>
          </a:prstGeom>
          <a:solidFill>
            <a:srgbClr val="557123"/>
          </a:solidFill>
          <a:ln>
            <a:noFill/>
          </a:ln>
        </p:spPr>
        <p:txBody>
          <a:bodyPr/>
          <a:lstStyle/>
          <a:p>
            <a:endParaRPr lang="he-IL"/>
          </a:p>
        </p:txBody>
      </p:sp>
      <p:sp>
        <p:nvSpPr>
          <p:cNvPr id="310" name="crop"/>
          <p:cNvSpPr/>
          <p:nvPr/>
        </p:nvSpPr>
        <p:spPr>
          <a:xfrm>
            <a:off x="4391710" y="13432500"/>
            <a:ext cx="115000" cy="115000"/>
          </a:xfrm>
          <a:prstGeom prst="ellipse">
            <a:avLst/>
          </a:prstGeom>
          <a:solidFill>
            <a:srgbClr val="557123"/>
          </a:solidFill>
          <a:ln>
            <a:noFill/>
          </a:ln>
        </p:spPr>
        <p:txBody>
          <a:bodyPr/>
          <a:lstStyle/>
          <a:p>
            <a:endParaRPr lang="he-IL"/>
          </a:p>
        </p:txBody>
      </p:sp>
      <p:sp>
        <p:nvSpPr>
          <p:cNvPr id="311" name="crop"/>
          <p:cNvSpPr/>
          <p:nvPr/>
        </p:nvSpPr>
        <p:spPr>
          <a:xfrm>
            <a:off x="4629325" y="13432500"/>
            <a:ext cx="115000" cy="115000"/>
          </a:xfrm>
          <a:prstGeom prst="ellipse">
            <a:avLst/>
          </a:prstGeom>
          <a:solidFill>
            <a:srgbClr val="557123"/>
          </a:solidFill>
          <a:ln>
            <a:noFill/>
          </a:ln>
        </p:spPr>
        <p:txBody>
          <a:bodyPr/>
          <a:lstStyle/>
          <a:p>
            <a:endParaRPr lang="he-IL"/>
          </a:p>
        </p:txBody>
      </p:sp>
      <p:sp>
        <p:nvSpPr>
          <p:cNvPr id="312" name="crop"/>
          <p:cNvSpPr/>
          <p:nvPr/>
        </p:nvSpPr>
        <p:spPr>
          <a:xfrm>
            <a:off x="4866939" y="13432500"/>
            <a:ext cx="115000" cy="115000"/>
          </a:xfrm>
          <a:prstGeom prst="ellipse">
            <a:avLst/>
          </a:prstGeom>
          <a:solidFill>
            <a:srgbClr val="557123"/>
          </a:solidFill>
          <a:ln>
            <a:noFill/>
          </a:ln>
        </p:spPr>
        <p:txBody>
          <a:bodyPr/>
          <a:lstStyle/>
          <a:p>
            <a:endParaRPr lang="he-IL"/>
          </a:p>
        </p:txBody>
      </p:sp>
      <p:sp>
        <p:nvSpPr>
          <p:cNvPr id="313" name="crop"/>
          <p:cNvSpPr/>
          <p:nvPr/>
        </p:nvSpPr>
        <p:spPr>
          <a:xfrm>
            <a:off x="5104553" y="13432500"/>
            <a:ext cx="115000" cy="115000"/>
          </a:xfrm>
          <a:prstGeom prst="ellipse">
            <a:avLst/>
          </a:prstGeom>
          <a:solidFill>
            <a:srgbClr val="557123"/>
          </a:solidFill>
          <a:ln>
            <a:noFill/>
          </a:ln>
        </p:spPr>
        <p:txBody>
          <a:bodyPr/>
          <a:lstStyle/>
          <a:p>
            <a:endParaRPr lang="he-IL"/>
          </a:p>
        </p:txBody>
      </p:sp>
      <p:sp>
        <p:nvSpPr>
          <p:cNvPr id="314" name="crop"/>
          <p:cNvSpPr/>
          <p:nvPr/>
        </p:nvSpPr>
        <p:spPr>
          <a:xfrm>
            <a:off x="5342167" y="13432500"/>
            <a:ext cx="115000" cy="115000"/>
          </a:xfrm>
          <a:prstGeom prst="ellipse">
            <a:avLst/>
          </a:prstGeom>
          <a:solidFill>
            <a:srgbClr val="557123"/>
          </a:solidFill>
          <a:ln>
            <a:noFill/>
          </a:ln>
        </p:spPr>
        <p:txBody>
          <a:bodyPr/>
          <a:lstStyle/>
          <a:p>
            <a:endParaRPr lang="he-IL"/>
          </a:p>
        </p:txBody>
      </p:sp>
      <p:sp>
        <p:nvSpPr>
          <p:cNvPr id="315" name="crop"/>
          <p:cNvSpPr/>
          <p:nvPr/>
        </p:nvSpPr>
        <p:spPr>
          <a:xfrm>
            <a:off x="5579781" y="13432500"/>
            <a:ext cx="115000" cy="115000"/>
          </a:xfrm>
          <a:prstGeom prst="ellipse">
            <a:avLst/>
          </a:prstGeom>
          <a:solidFill>
            <a:srgbClr val="557123"/>
          </a:solidFill>
          <a:ln>
            <a:noFill/>
          </a:ln>
        </p:spPr>
        <p:txBody>
          <a:bodyPr/>
          <a:lstStyle/>
          <a:p>
            <a:endParaRPr lang="he-IL"/>
          </a:p>
        </p:txBody>
      </p:sp>
      <p:sp>
        <p:nvSpPr>
          <p:cNvPr id="316" name="crop"/>
          <p:cNvSpPr/>
          <p:nvPr/>
        </p:nvSpPr>
        <p:spPr>
          <a:xfrm>
            <a:off x="5817395" y="13432500"/>
            <a:ext cx="115000" cy="115000"/>
          </a:xfrm>
          <a:prstGeom prst="ellipse">
            <a:avLst/>
          </a:prstGeom>
          <a:solidFill>
            <a:srgbClr val="557123"/>
          </a:solidFill>
          <a:ln>
            <a:noFill/>
          </a:ln>
        </p:spPr>
        <p:txBody>
          <a:bodyPr/>
          <a:lstStyle/>
          <a:p>
            <a:endParaRPr lang="he-IL"/>
          </a:p>
        </p:txBody>
      </p:sp>
      <p:sp>
        <p:nvSpPr>
          <p:cNvPr id="317" name="crop"/>
          <p:cNvSpPr/>
          <p:nvPr/>
        </p:nvSpPr>
        <p:spPr>
          <a:xfrm>
            <a:off x="6055010" y="13432500"/>
            <a:ext cx="115000" cy="115000"/>
          </a:xfrm>
          <a:prstGeom prst="ellipse">
            <a:avLst/>
          </a:prstGeom>
          <a:solidFill>
            <a:srgbClr val="557123"/>
          </a:solidFill>
          <a:ln>
            <a:noFill/>
          </a:ln>
        </p:spPr>
        <p:txBody>
          <a:bodyPr/>
          <a:lstStyle/>
          <a:p>
            <a:endParaRPr lang="he-IL"/>
          </a:p>
        </p:txBody>
      </p:sp>
      <p:sp>
        <p:nvSpPr>
          <p:cNvPr id="318" name="crop"/>
          <p:cNvSpPr/>
          <p:nvPr/>
        </p:nvSpPr>
        <p:spPr>
          <a:xfrm>
            <a:off x="6292624" y="13432500"/>
            <a:ext cx="115000" cy="115000"/>
          </a:xfrm>
          <a:prstGeom prst="ellipse">
            <a:avLst/>
          </a:prstGeom>
          <a:solidFill>
            <a:srgbClr val="557123"/>
          </a:solidFill>
          <a:ln>
            <a:noFill/>
          </a:ln>
        </p:spPr>
        <p:txBody>
          <a:bodyPr/>
          <a:lstStyle/>
          <a:p>
            <a:endParaRPr lang="he-IL"/>
          </a:p>
        </p:txBody>
      </p:sp>
      <p:sp>
        <p:nvSpPr>
          <p:cNvPr id="319" name="crop"/>
          <p:cNvSpPr/>
          <p:nvPr/>
        </p:nvSpPr>
        <p:spPr>
          <a:xfrm>
            <a:off x="6530238" y="13432500"/>
            <a:ext cx="115000" cy="115000"/>
          </a:xfrm>
          <a:prstGeom prst="ellipse">
            <a:avLst/>
          </a:prstGeom>
          <a:solidFill>
            <a:srgbClr val="557123"/>
          </a:solidFill>
          <a:ln>
            <a:noFill/>
          </a:ln>
        </p:spPr>
        <p:txBody>
          <a:bodyPr/>
          <a:lstStyle/>
          <a:p>
            <a:endParaRPr lang="he-IL"/>
          </a:p>
        </p:txBody>
      </p:sp>
      <p:sp>
        <p:nvSpPr>
          <p:cNvPr id="320" name="crop"/>
          <p:cNvSpPr/>
          <p:nvPr/>
        </p:nvSpPr>
        <p:spPr>
          <a:xfrm>
            <a:off x="6767852" y="13432500"/>
            <a:ext cx="115000" cy="115000"/>
          </a:xfrm>
          <a:prstGeom prst="ellipse">
            <a:avLst/>
          </a:prstGeom>
          <a:solidFill>
            <a:srgbClr val="557123"/>
          </a:solidFill>
          <a:ln>
            <a:noFill/>
          </a:ln>
        </p:spPr>
        <p:txBody>
          <a:bodyPr/>
          <a:lstStyle/>
          <a:p>
            <a:endParaRPr lang="he-IL"/>
          </a:p>
        </p:txBody>
      </p:sp>
      <p:sp>
        <p:nvSpPr>
          <p:cNvPr id="321" name="crop"/>
          <p:cNvSpPr/>
          <p:nvPr/>
        </p:nvSpPr>
        <p:spPr>
          <a:xfrm>
            <a:off x="7005466" y="13432500"/>
            <a:ext cx="115000" cy="115000"/>
          </a:xfrm>
          <a:prstGeom prst="ellipse">
            <a:avLst/>
          </a:prstGeom>
          <a:solidFill>
            <a:srgbClr val="557123"/>
          </a:solidFill>
          <a:ln>
            <a:noFill/>
          </a:ln>
        </p:spPr>
        <p:txBody>
          <a:bodyPr/>
          <a:lstStyle/>
          <a:p>
            <a:endParaRPr lang="he-IL"/>
          </a:p>
        </p:txBody>
      </p:sp>
      <p:sp>
        <p:nvSpPr>
          <p:cNvPr id="322" name="crop"/>
          <p:cNvSpPr/>
          <p:nvPr/>
        </p:nvSpPr>
        <p:spPr>
          <a:xfrm>
            <a:off x="7243080" y="13432500"/>
            <a:ext cx="115000" cy="115000"/>
          </a:xfrm>
          <a:prstGeom prst="ellipse">
            <a:avLst/>
          </a:prstGeom>
          <a:solidFill>
            <a:srgbClr val="557123"/>
          </a:solidFill>
          <a:ln>
            <a:noFill/>
          </a:ln>
        </p:spPr>
        <p:txBody>
          <a:bodyPr/>
          <a:lstStyle/>
          <a:p>
            <a:endParaRPr lang="he-IL"/>
          </a:p>
        </p:txBody>
      </p:sp>
      <p:sp>
        <p:nvSpPr>
          <p:cNvPr id="323" name="crop"/>
          <p:cNvSpPr/>
          <p:nvPr/>
        </p:nvSpPr>
        <p:spPr>
          <a:xfrm>
            <a:off x="7480695" y="13432500"/>
            <a:ext cx="115000" cy="115000"/>
          </a:xfrm>
          <a:prstGeom prst="ellipse">
            <a:avLst/>
          </a:prstGeom>
          <a:solidFill>
            <a:srgbClr val="557123"/>
          </a:solidFill>
          <a:ln>
            <a:noFill/>
          </a:ln>
        </p:spPr>
        <p:txBody>
          <a:bodyPr/>
          <a:lstStyle/>
          <a:p>
            <a:endParaRPr lang="he-IL"/>
          </a:p>
        </p:txBody>
      </p:sp>
      <p:sp>
        <p:nvSpPr>
          <p:cNvPr id="324" name="crop"/>
          <p:cNvSpPr/>
          <p:nvPr/>
        </p:nvSpPr>
        <p:spPr>
          <a:xfrm>
            <a:off x="7718309" y="13432500"/>
            <a:ext cx="115000" cy="115000"/>
          </a:xfrm>
          <a:prstGeom prst="ellipse">
            <a:avLst/>
          </a:prstGeom>
          <a:solidFill>
            <a:srgbClr val="557123"/>
          </a:solidFill>
          <a:ln>
            <a:noFill/>
          </a:ln>
        </p:spPr>
        <p:txBody>
          <a:bodyPr/>
          <a:lstStyle/>
          <a:p>
            <a:endParaRPr lang="he-IL"/>
          </a:p>
        </p:txBody>
      </p:sp>
      <p:sp>
        <p:nvSpPr>
          <p:cNvPr id="325" name="lane"/>
          <p:cNvSpPr txBox="1"/>
          <p:nvPr/>
        </p:nvSpPr>
        <p:spPr>
          <a:xfrm>
            <a:off x="779780" y="13785000"/>
            <a:ext cx="3246700" cy="590000"/>
          </a:xfrm>
          <a:prstGeom prst="rect">
            <a:avLst/>
          </a:prstGeom>
          <a:noFill/>
        </p:spPr>
        <p:txBody>
          <a:bodyPr wrap="square" lIns="0" tIns="0" rIns="40000" bIns="0" rtlCol="0" anchor="ctr">
            <a:normAutofit/>
          </a:bodyPr>
          <a:lstStyle/>
          <a:p>
            <a:pPr algn="r"/>
            <a:r>
              <a:rPr lang="en-US" sz="2400" b="1" dirty="0">
                <a:solidFill>
                  <a:srgbClr val="40512B"/>
                </a:solidFill>
                <a:latin typeface="Calibri"/>
              </a:rPr>
              <a:t>Manual pH / EC labels</a:t>
            </a:r>
          </a:p>
        </p:txBody>
      </p:sp>
      <p:sp>
        <p:nvSpPr>
          <p:cNvPr id="326" name="lab"/>
          <p:cNvSpPr/>
          <p:nvPr/>
        </p:nvSpPr>
        <p:spPr>
          <a:xfrm>
            <a:off x="4188713" y="14002000"/>
            <a:ext cx="156000" cy="156000"/>
          </a:xfrm>
          <a:prstGeom prst="ellipse">
            <a:avLst/>
          </a:prstGeom>
          <a:solidFill>
            <a:srgbClr val="E4AD1F"/>
          </a:solidFill>
          <a:ln>
            <a:noFill/>
          </a:ln>
        </p:spPr>
        <p:txBody>
          <a:bodyPr/>
          <a:lstStyle/>
          <a:p>
            <a:endParaRPr lang="he-IL"/>
          </a:p>
        </p:txBody>
      </p:sp>
      <p:sp>
        <p:nvSpPr>
          <p:cNvPr id="327" name="lab"/>
          <p:cNvSpPr/>
          <p:nvPr/>
        </p:nvSpPr>
        <p:spPr>
          <a:xfrm>
            <a:off x="4556157" y="14002000"/>
            <a:ext cx="156000" cy="156000"/>
          </a:xfrm>
          <a:prstGeom prst="ellipse">
            <a:avLst/>
          </a:prstGeom>
          <a:solidFill>
            <a:srgbClr val="E4AD1F"/>
          </a:solidFill>
          <a:ln>
            <a:noFill/>
          </a:ln>
        </p:spPr>
        <p:txBody>
          <a:bodyPr/>
          <a:lstStyle/>
          <a:p>
            <a:endParaRPr lang="he-IL"/>
          </a:p>
        </p:txBody>
      </p:sp>
      <p:sp>
        <p:nvSpPr>
          <p:cNvPr id="328" name="lab"/>
          <p:cNvSpPr/>
          <p:nvPr/>
        </p:nvSpPr>
        <p:spPr>
          <a:xfrm>
            <a:off x="4886858" y="14002000"/>
            <a:ext cx="156000" cy="156000"/>
          </a:xfrm>
          <a:prstGeom prst="ellipse">
            <a:avLst/>
          </a:prstGeom>
          <a:solidFill>
            <a:srgbClr val="E4AD1F"/>
          </a:solidFill>
          <a:ln>
            <a:noFill/>
          </a:ln>
        </p:spPr>
        <p:txBody>
          <a:bodyPr/>
          <a:lstStyle/>
          <a:p>
            <a:endParaRPr lang="he-IL"/>
          </a:p>
        </p:txBody>
      </p:sp>
      <p:sp>
        <p:nvSpPr>
          <p:cNvPr id="329" name="lab"/>
          <p:cNvSpPr/>
          <p:nvPr/>
        </p:nvSpPr>
        <p:spPr>
          <a:xfrm>
            <a:off x="5327791" y="14002000"/>
            <a:ext cx="156000" cy="156000"/>
          </a:xfrm>
          <a:prstGeom prst="ellipse">
            <a:avLst/>
          </a:prstGeom>
          <a:solidFill>
            <a:srgbClr val="E4AD1F"/>
          </a:solidFill>
          <a:ln>
            <a:noFill/>
          </a:ln>
        </p:spPr>
        <p:txBody>
          <a:bodyPr/>
          <a:lstStyle/>
          <a:p>
            <a:endParaRPr lang="he-IL"/>
          </a:p>
        </p:txBody>
      </p:sp>
      <p:sp>
        <p:nvSpPr>
          <p:cNvPr id="330" name="lab"/>
          <p:cNvSpPr/>
          <p:nvPr/>
        </p:nvSpPr>
        <p:spPr>
          <a:xfrm>
            <a:off x="5731980" y="14002000"/>
            <a:ext cx="156000" cy="156000"/>
          </a:xfrm>
          <a:prstGeom prst="ellipse">
            <a:avLst/>
          </a:prstGeom>
          <a:solidFill>
            <a:srgbClr val="E4AD1F"/>
          </a:solidFill>
          <a:ln>
            <a:noFill/>
          </a:ln>
        </p:spPr>
        <p:txBody>
          <a:bodyPr/>
          <a:lstStyle/>
          <a:p>
            <a:endParaRPr lang="he-IL"/>
          </a:p>
        </p:txBody>
      </p:sp>
      <p:sp>
        <p:nvSpPr>
          <p:cNvPr id="331" name="lab"/>
          <p:cNvSpPr/>
          <p:nvPr/>
        </p:nvSpPr>
        <p:spPr>
          <a:xfrm>
            <a:off x="6209658" y="14002000"/>
            <a:ext cx="156000" cy="156000"/>
          </a:xfrm>
          <a:prstGeom prst="ellipse">
            <a:avLst/>
          </a:prstGeom>
          <a:solidFill>
            <a:srgbClr val="E4AD1F"/>
          </a:solidFill>
          <a:ln>
            <a:noFill/>
          </a:ln>
        </p:spPr>
        <p:txBody>
          <a:bodyPr/>
          <a:lstStyle/>
          <a:p>
            <a:endParaRPr lang="he-IL"/>
          </a:p>
        </p:txBody>
      </p:sp>
      <p:sp>
        <p:nvSpPr>
          <p:cNvPr id="332" name="lab"/>
          <p:cNvSpPr/>
          <p:nvPr/>
        </p:nvSpPr>
        <p:spPr>
          <a:xfrm>
            <a:off x="6650592" y="14002000"/>
            <a:ext cx="156000" cy="156000"/>
          </a:xfrm>
          <a:prstGeom prst="ellipse">
            <a:avLst/>
          </a:prstGeom>
          <a:solidFill>
            <a:srgbClr val="E4AD1F"/>
          </a:solidFill>
          <a:ln>
            <a:noFill/>
          </a:ln>
        </p:spPr>
        <p:txBody>
          <a:bodyPr/>
          <a:lstStyle/>
          <a:p>
            <a:endParaRPr lang="he-IL"/>
          </a:p>
        </p:txBody>
      </p:sp>
      <p:sp>
        <p:nvSpPr>
          <p:cNvPr id="333" name="lab"/>
          <p:cNvSpPr/>
          <p:nvPr/>
        </p:nvSpPr>
        <p:spPr>
          <a:xfrm>
            <a:off x="7128270" y="14002000"/>
            <a:ext cx="156000" cy="156000"/>
          </a:xfrm>
          <a:prstGeom prst="ellipse">
            <a:avLst/>
          </a:prstGeom>
          <a:solidFill>
            <a:srgbClr val="E4AD1F"/>
          </a:solidFill>
          <a:ln>
            <a:noFill/>
          </a:ln>
        </p:spPr>
        <p:txBody>
          <a:bodyPr/>
          <a:lstStyle/>
          <a:p>
            <a:endParaRPr lang="he-IL"/>
          </a:p>
        </p:txBody>
      </p:sp>
      <p:sp>
        <p:nvSpPr>
          <p:cNvPr id="334" name="lab"/>
          <p:cNvSpPr/>
          <p:nvPr/>
        </p:nvSpPr>
        <p:spPr>
          <a:xfrm>
            <a:off x="7569203" y="14002000"/>
            <a:ext cx="156000" cy="156000"/>
          </a:xfrm>
          <a:prstGeom prst="ellipse">
            <a:avLst/>
          </a:prstGeom>
          <a:solidFill>
            <a:srgbClr val="E4AD1F"/>
          </a:solidFill>
          <a:ln>
            <a:noFill/>
          </a:ln>
        </p:spPr>
        <p:txBody>
          <a:bodyPr/>
          <a:lstStyle/>
          <a:p>
            <a:endParaRPr lang="he-IL"/>
          </a:p>
        </p:txBody>
      </p:sp>
      <p:sp>
        <p:nvSpPr>
          <p:cNvPr id="335" name="axis"/>
          <p:cNvSpPr/>
          <p:nvPr/>
        </p:nvSpPr>
        <p:spPr>
          <a:xfrm>
            <a:off x="4156480" y="14430000"/>
            <a:ext cx="3674446" cy="16000"/>
          </a:xfrm>
          <a:prstGeom prst="rect">
            <a:avLst/>
          </a:prstGeom>
          <a:solidFill>
            <a:srgbClr val="B7C4A7"/>
          </a:solidFill>
          <a:ln>
            <a:noFill/>
          </a:ln>
        </p:spPr>
        <p:txBody>
          <a:bodyPr/>
          <a:lstStyle/>
          <a:p>
            <a:endParaRPr lang="he-IL"/>
          </a:p>
        </p:txBody>
      </p:sp>
      <p:sp>
        <p:nvSpPr>
          <p:cNvPr id="336" name="mon"/>
          <p:cNvSpPr txBox="1"/>
          <p:nvPr/>
        </p:nvSpPr>
        <p:spPr>
          <a:xfrm>
            <a:off x="3456480" y="14480000"/>
            <a:ext cx="1400000" cy="470000"/>
          </a:xfrm>
          <a:prstGeom prst="rect">
            <a:avLst/>
          </a:prstGeom>
          <a:noFill/>
        </p:spPr>
        <p:txBody>
          <a:bodyPr wrap="square" lIns="0" tIns="0" rIns="0" bIns="0" rtlCol="0" anchor="t">
            <a:normAutofit/>
          </a:bodyPr>
          <a:lstStyle/>
          <a:p>
            <a:pPr algn="ctr"/>
            <a:r>
              <a:rPr lang="en-US" sz="2400" dirty="0">
                <a:solidFill>
                  <a:srgbClr val="557123"/>
                </a:solidFill>
                <a:latin typeface="Calibri"/>
              </a:rPr>
              <a:t>May 29</a:t>
            </a:r>
          </a:p>
        </p:txBody>
      </p:sp>
      <p:sp>
        <p:nvSpPr>
          <p:cNvPr id="337" name="mon"/>
          <p:cNvSpPr txBox="1"/>
          <p:nvPr/>
        </p:nvSpPr>
        <p:spPr>
          <a:xfrm>
            <a:off x="4626634" y="14480000"/>
            <a:ext cx="1400000" cy="470000"/>
          </a:xfrm>
          <a:prstGeom prst="rect">
            <a:avLst/>
          </a:prstGeom>
          <a:noFill/>
        </p:spPr>
        <p:txBody>
          <a:bodyPr wrap="square" lIns="0" tIns="0" rIns="0" bIns="0" rtlCol="0" anchor="t">
            <a:normAutofit/>
          </a:bodyPr>
          <a:lstStyle/>
          <a:p>
            <a:pPr algn="ctr"/>
            <a:r>
              <a:rPr lang="en-US" sz="2400" dirty="0">
                <a:solidFill>
                  <a:srgbClr val="557123"/>
                </a:solidFill>
                <a:latin typeface="Calibri"/>
              </a:rPr>
              <a:t>Jul</a:t>
            </a:r>
          </a:p>
        </p:txBody>
      </p:sp>
      <p:sp>
        <p:nvSpPr>
          <p:cNvPr id="338" name="mon"/>
          <p:cNvSpPr txBox="1"/>
          <p:nvPr/>
        </p:nvSpPr>
        <p:spPr>
          <a:xfrm>
            <a:off x="5617137" y="14480000"/>
            <a:ext cx="1400000" cy="470000"/>
          </a:xfrm>
          <a:prstGeom prst="rect">
            <a:avLst/>
          </a:prstGeom>
          <a:noFill/>
        </p:spPr>
        <p:txBody>
          <a:bodyPr wrap="square" lIns="0" tIns="0" rIns="0" bIns="0" rtlCol="0" anchor="t">
            <a:normAutofit/>
          </a:bodyPr>
          <a:lstStyle/>
          <a:p>
            <a:pPr algn="ctr"/>
            <a:r>
              <a:rPr lang="en-US" sz="2400" dirty="0">
                <a:solidFill>
                  <a:srgbClr val="557123"/>
                </a:solidFill>
                <a:latin typeface="Calibri"/>
              </a:rPr>
              <a:t>Aug</a:t>
            </a:r>
          </a:p>
        </p:txBody>
      </p:sp>
      <p:sp>
        <p:nvSpPr>
          <p:cNvPr id="339" name="mon"/>
          <p:cNvSpPr txBox="1"/>
          <p:nvPr/>
        </p:nvSpPr>
        <p:spPr>
          <a:xfrm>
            <a:off x="6948046" y="14480000"/>
            <a:ext cx="1400000" cy="470000"/>
          </a:xfrm>
          <a:prstGeom prst="rect">
            <a:avLst/>
          </a:prstGeom>
          <a:noFill/>
        </p:spPr>
        <p:txBody>
          <a:bodyPr wrap="square" lIns="0" tIns="0" rIns="0" bIns="0" rtlCol="0" anchor="t">
            <a:normAutofit/>
          </a:bodyPr>
          <a:lstStyle/>
          <a:p>
            <a:pPr algn="ctr"/>
            <a:r>
              <a:rPr lang="en-US" sz="2400" dirty="0">
                <a:solidFill>
                  <a:srgbClr val="557123"/>
                </a:solidFill>
                <a:latin typeface="Calibri"/>
              </a:rPr>
              <a:t>Sep 21</a:t>
            </a:r>
          </a:p>
        </p:txBody>
      </p:sp>
      <p:sp>
        <p:nvSpPr>
          <p:cNvPr id="340" name="lg1"/>
          <p:cNvSpPr/>
          <p:nvPr/>
        </p:nvSpPr>
        <p:spPr>
          <a:xfrm>
            <a:off x="1003300" y="15200000"/>
            <a:ext cx="200000" cy="200000"/>
          </a:xfrm>
          <a:prstGeom prst="roundRect">
            <a:avLst>
              <a:gd name="adj" fmla="val 18000"/>
            </a:avLst>
          </a:prstGeom>
          <a:solidFill>
            <a:srgbClr val="557123"/>
          </a:solidFill>
          <a:ln>
            <a:noFill/>
          </a:ln>
        </p:spPr>
        <p:txBody>
          <a:bodyPr/>
          <a:lstStyle/>
          <a:p>
            <a:endParaRPr lang="he-IL"/>
          </a:p>
        </p:txBody>
      </p:sp>
      <p:sp>
        <p:nvSpPr>
          <p:cNvPr id="341" name="lgt1"/>
          <p:cNvSpPr txBox="1"/>
          <p:nvPr/>
        </p:nvSpPr>
        <p:spPr>
          <a:xfrm>
            <a:off x="1283300" y="15105000"/>
            <a:ext cx="2600000" cy="470000"/>
          </a:xfrm>
          <a:prstGeom prst="rect">
            <a:avLst/>
          </a:prstGeom>
          <a:noFill/>
        </p:spPr>
        <p:txBody>
          <a:bodyPr wrap="square" lIns="0" tIns="0" rIns="91440" bIns="0" rtlCol="0" anchor="ctr">
            <a:normAutofit/>
          </a:bodyPr>
          <a:lstStyle/>
          <a:p>
            <a:pPr algn="l"/>
            <a:r>
              <a:rPr lang="en-US" sz="2400" dirty="0">
                <a:solidFill>
                  <a:srgbClr val="40512B"/>
                </a:solidFill>
                <a:latin typeface="Calibri"/>
              </a:rPr>
              <a:t>16,682 dense rows</a:t>
            </a:r>
          </a:p>
        </p:txBody>
      </p:sp>
      <p:sp>
        <p:nvSpPr>
          <p:cNvPr id="342" name="lg2"/>
          <p:cNvSpPr/>
          <p:nvPr/>
        </p:nvSpPr>
        <p:spPr>
          <a:xfrm>
            <a:off x="4055300" y="15202000"/>
            <a:ext cx="196000" cy="196000"/>
          </a:xfrm>
          <a:prstGeom prst="ellipse">
            <a:avLst/>
          </a:prstGeom>
          <a:solidFill>
            <a:srgbClr val="E4AD1F"/>
          </a:solidFill>
          <a:ln>
            <a:noFill/>
          </a:ln>
        </p:spPr>
        <p:txBody>
          <a:bodyPr/>
          <a:lstStyle/>
          <a:p>
            <a:endParaRPr lang="he-IL"/>
          </a:p>
        </p:txBody>
      </p:sp>
      <p:sp>
        <p:nvSpPr>
          <p:cNvPr id="343" name="lgt2"/>
          <p:cNvSpPr txBox="1"/>
          <p:nvPr/>
        </p:nvSpPr>
        <p:spPr>
          <a:xfrm>
            <a:off x="4403300" y="15105000"/>
            <a:ext cx="2600000" cy="470000"/>
          </a:xfrm>
          <a:prstGeom prst="rect">
            <a:avLst/>
          </a:prstGeom>
          <a:noFill/>
        </p:spPr>
        <p:txBody>
          <a:bodyPr wrap="square" lIns="0" tIns="0" rIns="91440" bIns="0" rtlCol="0" anchor="ctr">
            <a:normAutofit/>
          </a:bodyPr>
          <a:lstStyle/>
          <a:p>
            <a:pPr algn="l"/>
            <a:r>
              <a:rPr lang="en-US" sz="2400" dirty="0">
                <a:solidFill>
                  <a:srgbClr val="40512B"/>
                </a:solidFill>
                <a:latin typeface="Calibri"/>
              </a:rPr>
              <a:t>109 sparse labels</a:t>
            </a:r>
          </a:p>
        </p:txBody>
      </p:sp>
      <p:sp>
        <p:nvSpPr>
          <p:cNvPr id="31" name="מלבן: פינות מעוגלות 30">
            <a:extLst>
              <a:ext uri="{FF2B5EF4-FFF2-40B4-BE49-F238E27FC236}">
                <a16:creationId xmlns:a16="http://schemas.microsoft.com/office/drawing/2014/main" id="{F4F7827B-1234-0CFF-4AF9-88BAAD1741EB}"/>
              </a:ext>
            </a:extLst>
          </p:cNvPr>
          <p:cNvSpPr/>
          <p:nvPr/>
        </p:nvSpPr>
        <p:spPr>
          <a:xfrm>
            <a:off x="8714846" y="8318500"/>
            <a:ext cx="7762345" cy="8191500"/>
          </a:xfrm>
          <a:prstGeom prst="roundRect">
            <a:avLst>
              <a:gd name="adj" fmla="val 6000"/>
            </a:avLst>
          </a:prstGeom>
          <a:solidFill>
            <a:srgbClr val="FFFDF5"/>
          </a:solidFill>
          <a:ln w="17145">
            <a:solidFill>
              <a:srgbClr val="B7C4A7"/>
            </a:solidFill>
          </a:ln>
        </p:spPr>
        <p:style>
          <a:lnRef idx="2">
            <a:schemeClr val="accent1">
              <a:shade val="15000"/>
            </a:schemeClr>
          </a:lnRef>
          <a:fillRef idx="1">
            <a:schemeClr val="accent1"/>
          </a:fillRef>
          <a:effectRef idx="0">
            <a:schemeClr val="accent1"/>
          </a:effectRef>
          <a:fontRef idx="minor">
            <a:schemeClr val="lt1"/>
          </a:fontRef>
        </p:style>
        <p:txBody>
          <a:bodyPr rtlCol="1" anchor="ctr"/>
          <a:lstStyle/>
          <a:p>
            <a:pPr algn="ctr"/>
            <a:endParaRPr lang="he-IL"/>
          </a:p>
        </p:txBody>
      </p:sp>
      <p:sp>
        <p:nvSpPr>
          <p:cNvPr id="32" name="מלבן: פינות מעוגלות 31">
            <a:extLst>
              <a:ext uri="{FF2B5EF4-FFF2-40B4-BE49-F238E27FC236}">
                <a16:creationId xmlns:a16="http://schemas.microsoft.com/office/drawing/2014/main" id="{FBDFEF8B-08AF-B826-0D60-17579EAF752B}"/>
              </a:ext>
            </a:extLst>
          </p:cNvPr>
          <p:cNvSpPr/>
          <p:nvPr/>
        </p:nvSpPr>
        <p:spPr>
          <a:xfrm>
            <a:off x="9006946" y="8572500"/>
            <a:ext cx="609600" cy="609600"/>
          </a:xfrm>
          <a:prstGeom prst="roundRect">
            <a:avLst/>
          </a:prstGeom>
          <a:solidFill>
            <a:srgbClr val="E4AD1F"/>
          </a:solidFill>
          <a:ln w="25400" cap="flat" cmpd="sng" algn="ctr">
            <a:noFill/>
            <a:prstDash val="solid"/>
          </a:ln>
          <a:effectLst/>
          <a:extLst>
            <a:ext uri="{91240B29-F687-4F45-9708-019B960494DF}">
              <a14:hiddenLine xmlns:a14="http://schemas.microsoft.com/office/drawing/2010/main" w="25400" cap="flat" cmpd="sng" algn="ctr">
                <a:solidFill>
                  <a:schemeClr val="accent1">
                    <a:shade val="15000"/>
                  </a:schemeClr>
                </a:solidFill>
                <a:prstDash val="solid"/>
              </a14:hiddenLine>
            </a:ext>
          </a:extLst>
        </p:spPr>
        <p:style>
          <a:lnRef idx="2">
            <a:schemeClr val="accent1">
              <a:shade val="15000"/>
            </a:schemeClr>
          </a:lnRef>
          <a:fillRef idx="1">
            <a:schemeClr val="accent1"/>
          </a:fillRef>
          <a:effectRef idx="0">
            <a:schemeClr val="accent1"/>
          </a:effectRef>
          <a:fontRef idx="minor">
            <a:schemeClr val="lt1"/>
          </a:fontRef>
        </p:style>
        <p:txBody>
          <a:bodyPr lIns="76200" tIns="50800" rIns="76200" bIns="50800" rtlCol="1" anchor="ctr"/>
          <a:lstStyle/>
          <a:p>
            <a:pPr algn="ctr"/>
            <a:r>
              <a:rPr lang="he-IL" sz="2800" b="1">
                <a:solidFill>
                  <a:srgbClr val="FFFFFF"/>
                </a:solidFill>
              </a:rPr>
              <a:t>03</a:t>
            </a:r>
          </a:p>
        </p:txBody>
      </p:sp>
      <p:sp>
        <p:nvSpPr>
          <p:cNvPr id="33" name="תיבת טקסט 32">
            <a:extLst>
              <a:ext uri="{FF2B5EF4-FFF2-40B4-BE49-F238E27FC236}">
                <a16:creationId xmlns:a16="http://schemas.microsoft.com/office/drawing/2014/main" id="{5B890404-BDEC-4D7F-0EAE-6D6942B5B311}"/>
              </a:ext>
            </a:extLst>
          </p:cNvPr>
          <p:cNvSpPr txBox="1"/>
          <p:nvPr/>
        </p:nvSpPr>
        <p:spPr>
          <a:xfrm>
            <a:off x="9756246" y="8509000"/>
            <a:ext cx="6365346" cy="718145"/>
          </a:xfrm>
          <a:prstGeom prst="rect">
            <a:avLst/>
          </a:prstGeom>
          <a:noFill/>
        </p:spPr>
        <p:txBody>
          <a:bodyPr vert="horz" wrap="square" lIns="76200" tIns="50800" rIns="76200" bIns="50800" rtlCol="1">
            <a:spAutoFit/>
          </a:bodyPr>
          <a:lstStyle/>
          <a:p>
            <a:r>
              <a:rPr lang="en-US" sz="4000" b="1" dirty="0">
                <a:solidFill>
                  <a:srgbClr val="40512B"/>
                </a:solidFill>
                <a:cs typeface="Times New Roman" panose="02020603050405020304" pitchFamily="18" charset="0"/>
              </a:rPr>
              <a:t>Method</a:t>
            </a:r>
            <a:endParaRPr lang="he-IL" sz="4000" b="1" dirty="0">
              <a:solidFill>
                <a:srgbClr val="40512B"/>
              </a:solidFill>
              <a:cs typeface="Times New Roman" panose="02020603050405020304" pitchFamily="18" charset="0"/>
            </a:endParaRPr>
          </a:p>
        </p:txBody>
      </p:sp>
      <p:sp>
        <p:nvSpPr>
          <p:cNvPr id="34" name="מלבן 33">
            <a:extLst>
              <a:ext uri="{FF2B5EF4-FFF2-40B4-BE49-F238E27FC236}">
                <a16:creationId xmlns:a16="http://schemas.microsoft.com/office/drawing/2014/main" id="{E75D4366-ADBE-F524-5675-B9704CCAA04C}"/>
              </a:ext>
            </a:extLst>
          </p:cNvPr>
          <p:cNvSpPr/>
          <p:nvPr/>
        </p:nvSpPr>
        <p:spPr>
          <a:xfrm>
            <a:off x="9070446" y="9283700"/>
            <a:ext cx="7051145" cy="19050"/>
          </a:xfrm>
          <a:prstGeom prst="rect">
            <a:avLst/>
          </a:prstGeom>
          <a:solidFill>
            <a:srgbClr val="B7C4A7"/>
          </a:solidFill>
          <a:ln w="25400" cap="flat" cmpd="sng" algn="ctr">
            <a:noFill/>
            <a:prstDash val="solid"/>
          </a:ln>
          <a:effectLst/>
          <a:extLst>
            <a:ext uri="{91240B29-F687-4F45-9708-019B960494DF}">
              <a14:hiddenLine xmlns:a14="http://schemas.microsoft.com/office/drawing/2010/main" w="25400" cap="flat" cmpd="sng" algn="ctr">
                <a:solidFill>
                  <a:schemeClr val="accent1">
                    <a:shade val="15000"/>
                  </a:schemeClr>
                </a:solidFill>
                <a:prstDash val="solid"/>
              </a14:hiddenLine>
            </a:ext>
          </a:extLst>
        </p:spPr>
        <p:style>
          <a:lnRef idx="2">
            <a:schemeClr val="accent1">
              <a:shade val="15000"/>
            </a:schemeClr>
          </a:lnRef>
          <a:fillRef idx="1">
            <a:schemeClr val="accent1"/>
          </a:fillRef>
          <a:effectRef idx="0">
            <a:schemeClr val="accent1"/>
          </a:effectRef>
          <a:fontRef idx="minor">
            <a:schemeClr val="lt1"/>
          </a:fontRef>
        </p:style>
        <p:txBody>
          <a:bodyPr rtlCol="1" anchor="ctr"/>
          <a:lstStyle/>
          <a:p>
            <a:pPr algn="ctr"/>
            <a:endParaRPr lang="he-IL"/>
          </a:p>
        </p:txBody>
      </p:sp>
      <p:sp>
        <p:nvSpPr>
          <p:cNvPr id="35" name="תיבת טקסט 34">
            <a:extLst>
              <a:ext uri="{FF2B5EF4-FFF2-40B4-BE49-F238E27FC236}">
                <a16:creationId xmlns:a16="http://schemas.microsoft.com/office/drawing/2014/main" id="{3A68B451-28DD-8557-4600-EA7E53580A87}"/>
              </a:ext>
            </a:extLst>
          </p:cNvPr>
          <p:cNvSpPr txBox="1"/>
          <p:nvPr/>
        </p:nvSpPr>
        <p:spPr>
          <a:xfrm>
            <a:off x="9146646" y="9537700"/>
            <a:ext cx="6898746" cy="2098331"/>
          </a:xfrm>
          <a:prstGeom prst="rect">
            <a:avLst/>
          </a:prstGeom>
          <a:noFill/>
        </p:spPr>
        <p:txBody>
          <a:bodyPr vert="horz" wrap="square" lIns="76200" tIns="50800" rIns="76200" bIns="50800" rtlCol="1">
            <a:spAutoFit/>
          </a:bodyPr>
          <a:lstStyle/>
          <a:p>
            <a:r>
              <a:rPr lang="en-US" sz="2400" b="1" dirty="0">
                <a:solidFill>
                  <a:srgbClr val="40512B"/>
                </a:solidFill>
                <a:ea typeface="Cambria" panose="02040503050406030204" pitchFamily="18" charset="0"/>
                <a:cs typeface="Times New Roman" panose="02020603050405020304" pitchFamily="18" charset="0"/>
              </a:rPr>
              <a:t>Two-stage prediction pipeline:</a:t>
            </a:r>
          </a:p>
          <a:p>
            <a:pPr>
              <a:lnSpc>
                <a:spcPct val="106000"/>
              </a:lnSpc>
              <a:spcAft>
                <a:spcPts val="600"/>
              </a:spcAft>
            </a:pPr>
            <a:r>
              <a:rPr lang="en-US" sz="2400" dirty="0">
                <a:solidFill>
                  <a:schemeClr val="tx2">
                    <a:lumMod val="75000"/>
                  </a:schemeClr>
                </a:solidFill>
              </a:rPr>
              <a:t>1. Forecast internal greenhouse micro-climate from external weather and radiation.</a:t>
            </a:r>
          </a:p>
          <a:p>
            <a:pPr>
              <a:lnSpc>
                <a:spcPct val="106000"/>
              </a:lnSpc>
              <a:spcAft>
                <a:spcPts val="600"/>
              </a:spcAft>
            </a:pPr>
            <a:r>
              <a:rPr lang="en-US" sz="2400" dirty="0">
                <a:solidFill>
                  <a:schemeClr val="tx2">
                    <a:lumMod val="75000"/>
                  </a:schemeClr>
                </a:solidFill>
              </a:rPr>
              <a:t>2. Predict t₀ → t₁ root-zone pH/EC change using climate, crop state and planned events.</a:t>
            </a:r>
          </a:p>
        </p:txBody>
      </p:sp>
      <p:sp>
        <p:nvSpPr>
          <p:cNvPr id="38" name="מלבן: פינות מעוגלות 37">
            <a:extLst>
              <a:ext uri="{FF2B5EF4-FFF2-40B4-BE49-F238E27FC236}">
                <a16:creationId xmlns:a16="http://schemas.microsoft.com/office/drawing/2014/main" id="{66BEC3B3-EAF9-6958-D0EE-E1C0E76E4095}"/>
              </a:ext>
            </a:extLst>
          </p:cNvPr>
          <p:cNvSpPr/>
          <p:nvPr/>
        </p:nvSpPr>
        <p:spPr>
          <a:xfrm>
            <a:off x="16781991" y="8318500"/>
            <a:ext cx="7762347" cy="8191500"/>
          </a:xfrm>
          <a:prstGeom prst="roundRect">
            <a:avLst>
              <a:gd name="adj" fmla="val 6000"/>
            </a:avLst>
          </a:prstGeom>
          <a:solidFill>
            <a:srgbClr val="FFFDF5"/>
          </a:solidFill>
          <a:ln w="17145">
            <a:solidFill>
              <a:srgbClr val="B7C4A7"/>
            </a:solidFill>
          </a:ln>
        </p:spPr>
        <p:style>
          <a:lnRef idx="2">
            <a:schemeClr val="accent1">
              <a:shade val="15000"/>
            </a:schemeClr>
          </a:lnRef>
          <a:fillRef idx="1">
            <a:schemeClr val="accent1"/>
          </a:fillRef>
          <a:effectRef idx="0">
            <a:schemeClr val="accent1"/>
          </a:effectRef>
          <a:fontRef idx="minor">
            <a:schemeClr val="lt1"/>
          </a:fontRef>
        </p:style>
        <p:txBody>
          <a:bodyPr rtlCol="1" anchor="ctr"/>
          <a:lstStyle/>
          <a:p>
            <a:pPr algn="ctr"/>
            <a:endParaRPr lang="he-IL"/>
          </a:p>
        </p:txBody>
      </p:sp>
      <p:sp>
        <p:nvSpPr>
          <p:cNvPr id="39" name="מלבן: פינות מעוגלות 38">
            <a:extLst>
              <a:ext uri="{FF2B5EF4-FFF2-40B4-BE49-F238E27FC236}">
                <a16:creationId xmlns:a16="http://schemas.microsoft.com/office/drawing/2014/main" id="{2EDF2E40-BC90-41DB-83C0-07850D5F68B1}"/>
              </a:ext>
            </a:extLst>
          </p:cNvPr>
          <p:cNvSpPr/>
          <p:nvPr/>
        </p:nvSpPr>
        <p:spPr>
          <a:xfrm>
            <a:off x="17074091" y="8572500"/>
            <a:ext cx="609600" cy="609600"/>
          </a:xfrm>
          <a:prstGeom prst="roundRect">
            <a:avLst/>
          </a:prstGeom>
          <a:solidFill>
            <a:srgbClr val="E4AD1F"/>
          </a:solidFill>
          <a:ln w="25400" cap="flat" cmpd="sng" algn="ctr">
            <a:noFill/>
            <a:prstDash val="solid"/>
          </a:ln>
          <a:effectLst/>
          <a:extLst>
            <a:ext uri="{91240B29-F687-4F45-9708-019B960494DF}">
              <a14:hiddenLine xmlns:a14="http://schemas.microsoft.com/office/drawing/2010/main" w="25400" cap="flat" cmpd="sng" algn="ctr">
                <a:solidFill>
                  <a:schemeClr val="accent1">
                    <a:shade val="15000"/>
                  </a:schemeClr>
                </a:solidFill>
                <a:prstDash val="solid"/>
              </a14:hiddenLine>
            </a:ext>
          </a:extLst>
        </p:spPr>
        <p:style>
          <a:lnRef idx="2">
            <a:schemeClr val="accent1">
              <a:shade val="15000"/>
            </a:schemeClr>
          </a:lnRef>
          <a:fillRef idx="1">
            <a:schemeClr val="accent1"/>
          </a:fillRef>
          <a:effectRef idx="0">
            <a:schemeClr val="accent1"/>
          </a:effectRef>
          <a:fontRef idx="minor">
            <a:schemeClr val="lt1"/>
          </a:fontRef>
        </p:style>
        <p:txBody>
          <a:bodyPr lIns="76200" tIns="50800" rIns="76200" bIns="50800" rtlCol="1" anchor="ctr"/>
          <a:lstStyle/>
          <a:p>
            <a:pPr algn="ctr"/>
            <a:r>
              <a:rPr lang="he-IL" sz="2800" b="1">
                <a:solidFill>
                  <a:srgbClr val="FFFFFF"/>
                </a:solidFill>
              </a:rPr>
              <a:t>04</a:t>
            </a:r>
          </a:p>
        </p:txBody>
      </p:sp>
      <p:sp>
        <p:nvSpPr>
          <p:cNvPr id="40" name="תיבת טקסט 39">
            <a:extLst>
              <a:ext uri="{FF2B5EF4-FFF2-40B4-BE49-F238E27FC236}">
                <a16:creationId xmlns:a16="http://schemas.microsoft.com/office/drawing/2014/main" id="{65D99537-0187-1811-FB6F-2EAEE1A952F3}"/>
              </a:ext>
            </a:extLst>
          </p:cNvPr>
          <p:cNvSpPr txBox="1"/>
          <p:nvPr/>
        </p:nvSpPr>
        <p:spPr>
          <a:xfrm>
            <a:off x="17823391" y="8509000"/>
            <a:ext cx="6365346" cy="718145"/>
          </a:xfrm>
          <a:prstGeom prst="rect">
            <a:avLst/>
          </a:prstGeom>
          <a:noFill/>
        </p:spPr>
        <p:txBody>
          <a:bodyPr vert="horz" wrap="square" lIns="76200" tIns="50800" rIns="76200" bIns="50800" rtlCol="1">
            <a:spAutoFit/>
          </a:bodyPr>
          <a:lstStyle/>
          <a:p>
            <a:r>
              <a:rPr lang="en-US" sz="4000" b="1" dirty="0">
                <a:solidFill>
                  <a:srgbClr val="40512B"/>
                </a:solidFill>
                <a:cs typeface="Times New Roman" panose="02020603050405020304" pitchFamily="18" charset="0"/>
              </a:rPr>
              <a:t>Validation Strategy</a:t>
            </a:r>
            <a:endParaRPr lang="he-IL" sz="4000" b="1" dirty="0">
              <a:solidFill>
                <a:srgbClr val="40512B"/>
              </a:solidFill>
              <a:cs typeface="Times New Roman" panose="02020603050405020304" pitchFamily="18" charset="0"/>
            </a:endParaRPr>
          </a:p>
        </p:txBody>
      </p:sp>
      <p:sp>
        <p:nvSpPr>
          <p:cNvPr id="41" name="מלבן 40">
            <a:extLst>
              <a:ext uri="{FF2B5EF4-FFF2-40B4-BE49-F238E27FC236}">
                <a16:creationId xmlns:a16="http://schemas.microsoft.com/office/drawing/2014/main" id="{2CD86FC5-D20A-C078-5D24-F851EE264315}"/>
              </a:ext>
            </a:extLst>
          </p:cNvPr>
          <p:cNvSpPr/>
          <p:nvPr/>
        </p:nvSpPr>
        <p:spPr>
          <a:xfrm>
            <a:off x="17137591" y="9283700"/>
            <a:ext cx="7051147" cy="19050"/>
          </a:xfrm>
          <a:prstGeom prst="rect">
            <a:avLst/>
          </a:prstGeom>
          <a:solidFill>
            <a:srgbClr val="B7C4A7"/>
          </a:solidFill>
          <a:ln w="25400" cap="flat" cmpd="sng" algn="ctr">
            <a:noFill/>
            <a:prstDash val="solid"/>
          </a:ln>
          <a:effectLst/>
          <a:extLst>
            <a:ext uri="{91240B29-F687-4F45-9708-019B960494DF}">
              <a14:hiddenLine xmlns:a14="http://schemas.microsoft.com/office/drawing/2010/main" w="25400" cap="flat" cmpd="sng" algn="ctr">
                <a:solidFill>
                  <a:schemeClr val="accent1">
                    <a:shade val="15000"/>
                  </a:schemeClr>
                </a:solidFill>
                <a:prstDash val="solid"/>
              </a14:hiddenLine>
            </a:ext>
          </a:extLst>
        </p:spPr>
        <p:style>
          <a:lnRef idx="2">
            <a:schemeClr val="accent1">
              <a:shade val="15000"/>
            </a:schemeClr>
          </a:lnRef>
          <a:fillRef idx="1">
            <a:schemeClr val="accent1"/>
          </a:fillRef>
          <a:effectRef idx="0">
            <a:schemeClr val="accent1"/>
          </a:effectRef>
          <a:fontRef idx="minor">
            <a:schemeClr val="lt1"/>
          </a:fontRef>
        </p:style>
        <p:txBody>
          <a:bodyPr rtlCol="1" anchor="ctr"/>
          <a:lstStyle/>
          <a:p>
            <a:pPr algn="ctr"/>
            <a:endParaRPr lang="he-IL"/>
          </a:p>
        </p:txBody>
      </p:sp>
      <p:sp>
        <p:nvSpPr>
          <p:cNvPr id="42" name="תיבת טקסט 41">
            <a:extLst>
              <a:ext uri="{FF2B5EF4-FFF2-40B4-BE49-F238E27FC236}">
                <a16:creationId xmlns:a16="http://schemas.microsoft.com/office/drawing/2014/main" id="{A016E686-5C37-7FE0-B47F-299A17B9AAF7}"/>
              </a:ext>
            </a:extLst>
          </p:cNvPr>
          <p:cNvSpPr txBox="1"/>
          <p:nvPr/>
        </p:nvSpPr>
        <p:spPr>
          <a:xfrm>
            <a:off x="17213791" y="9512300"/>
            <a:ext cx="6898746" cy="2133341"/>
          </a:xfrm>
          <a:prstGeom prst="rect">
            <a:avLst/>
          </a:prstGeom>
          <a:noFill/>
        </p:spPr>
        <p:txBody>
          <a:bodyPr vert="horz" wrap="square" lIns="76200" tIns="50800" rIns="76200" bIns="50800" rtlCol="1">
            <a:spAutoFit/>
          </a:bodyPr>
          <a:lstStyle/>
          <a:p>
            <a:pPr>
              <a:lnSpc>
                <a:spcPct val="106000"/>
              </a:lnSpc>
              <a:spcAft>
                <a:spcPts val="700"/>
              </a:spcAft>
            </a:pPr>
            <a:r>
              <a:rPr lang="en-US" sz="2400" dirty="0">
                <a:solidFill>
                  <a:schemeClr val="tx2">
                    <a:lumMod val="75000"/>
                  </a:schemeClr>
                </a:solidFill>
              </a:rPr>
              <a:t>▪ Walk-forward validation matches deployment: future pH/EC is predicted from past labels, forecasted climate and planned irrigation/fertigation.</a:t>
            </a:r>
          </a:p>
          <a:p>
            <a:pPr>
              <a:lnSpc>
                <a:spcPct val="106000"/>
              </a:lnSpc>
              <a:spcAft>
                <a:spcPts val="700"/>
              </a:spcAft>
            </a:pPr>
            <a:r>
              <a:rPr lang="en-US" sz="2400" dirty="0">
                <a:solidFill>
                  <a:schemeClr val="tx2">
                    <a:lumMod val="75000"/>
                  </a:schemeClr>
                </a:solidFill>
              </a:rPr>
              <a:t>▪ Future pH/EC labels are never used for training until after that sample becomes available.</a:t>
            </a:r>
          </a:p>
        </p:txBody>
      </p:sp>
      <p:pic>
        <p:nvPicPr>
          <p:cNvPr id="44" name="תמונה 43">
            <a:extLst>
              <a:ext uri="{FF2B5EF4-FFF2-40B4-BE49-F238E27FC236}">
                <a16:creationId xmlns:a16="http://schemas.microsoft.com/office/drawing/2014/main" id="{AEDC8850-F176-63DD-CBFE-C38728A825CA}"/>
              </a:ext>
            </a:extLst>
          </p:cNvPr>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16959792" y="11835069"/>
            <a:ext cx="7408968" cy="4523566"/>
          </a:xfrm>
          <a:prstGeom prst="rect">
            <a:avLst/>
          </a:prstGeom>
        </p:spPr>
      </p:pic>
      <p:sp>
        <p:nvSpPr>
          <p:cNvPr id="48" name="מלבן: פינות מעוגלות 47">
            <a:extLst>
              <a:ext uri="{FF2B5EF4-FFF2-40B4-BE49-F238E27FC236}">
                <a16:creationId xmlns:a16="http://schemas.microsoft.com/office/drawing/2014/main" id="{CDF2BDC3-A9C6-31A5-E157-D5B99D2B7F67}"/>
              </a:ext>
            </a:extLst>
          </p:cNvPr>
          <p:cNvSpPr/>
          <p:nvPr/>
        </p:nvSpPr>
        <p:spPr>
          <a:xfrm>
            <a:off x="647700" y="16814800"/>
            <a:ext cx="7762346" cy="8191500"/>
          </a:xfrm>
          <a:prstGeom prst="roundRect">
            <a:avLst>
              <a:gd name="adj" fmla="val 6000"/>
            </a:avLst>
          </a:prstGeom>
          <a:solidFill>
            <a:srgbClr val="FFFDF5"/>
          </a:solidFill>
          <a:ln w="17145">
            <a:solidFill>
              <a:srgbClr val="B7C4A7"/>
            </a:solidFill>
          </a:ln>
        </p:spPr>
        <p:style>
          <a:lnRef idx="2">
            <a:schemeClr val="accent1">
              <a:shade val="15000"/>
            </a:schemeClr>
          </a:lnRef>
          <a:fillRef idx="1">
            <a:schemeClr val="accent1"/>
          </a:fillRef>
          <a:effectRef idx="0">
            <a:schemeClr val="accent1"/>
          </a:effectRef>
          <a:fontRef idx="minor">
            <a:schemeClr val="lt1"/>
          </a:fontRef>
        </p:style>
        <p:txBody>
          <a:bodyPr rtlCol="1" anchor="ctr"/>
          <a:lstStyle/>
          <a:p>
            <a:pPr algn="ctr"/>
            <a:endParaRPr lang="he-IL"/>
          </a:p>
        </p:txBody>
      </p:sp>
      <p:sp>
        <p:nvSpPr>
          <p:cNvPr id="50" name="מלבן: פינות מעוגלות 49">
            <a:extLst>
              <a:ext uri="{FF2B5EF4-FFF2-40B4-BE49-F238E27FC236}">
                <a16:creationId xmlns:a16="http://schemas.microsoft.com/office/drawing/2014/main" id="{A170729E-ED29-1816-79A5-82AE5CA92EC1}"/>
              </a:ext>
            </a:extLst>
          </p:cNvPr>
          <p:cNvSpPr/>
          <p:nvPr/>
        </p:nvSpPr>
        <p:spPr>
          <a:xfrm>
            <a:off x="939800" y="17068800"/>
            <a:ext cx="609600" cy="609600"/>
          </a:xfrm>
          <a:prstGeom prst="roundRect">
            <a:avLst/>
          </a:prstGeom>
          <a:solidFill>
            <a:srgbClr val="E4AD1F"/>
          </a:solidFill>
          <a:ln w="25400" cap="flat" cmpd="sng" algn="ctr">
            <a:noFill/>
            <a:prstDash val="solid"/>
          </a:ln>
          <a:effectLst/>
          <a:extLst>
            <a:ext uri="{91240B29-F687-4F45-9708-019B960494DF}">
              <a14:hiddenLine xmlns:a14="http://schemas.microsoft.com/office/drawing/2010/main" w="25400" cap="flat" cmpd="sng" algn="ctr">
                <a:solidFill>
                  <a:schemeClr val="accent1">
                    <a:shade val="15000"/>
                  </a:schemeClr>
                </a:solidFill>
                <a:prstDash val="solid"/>
              </a14:hiddenLine>
            </a:ext>
          </a:extLst>
        </p:spPr>
        <p:style>
          <a:lnRef idx="2">
            <a:schemeClr val="accent1">
              <a:shade val="15000"/>
            </a:schemeClr>
          </a:lnRef>
          <a:fillRef idx="1">
            <a:schemeClr val="accent1"/>
          </a:fillRef>
          <a:effectRef idx="0">
            <a:schemeClr val="accent1"/>
          </a:effectRef>
          <a:fontRef idx="minor">
            <a:schemeClr val="lt1"/>
          </a:fontRef>
        </p:style>
        <p:txBody>
          <a:bodyPr lIns="76200" tIns="50800" rIns="76200" bIns="50800" rtlCol="1" anchor="ctr"/>
          <a:lstStyle/>
          <a:p>
            <a:pPr algn="ctr"/>
            <a:r>
              <a:rPr lang="he-IL" sz="2800" b="1">
                <a:solidFill>
                  <a:srgbClr val="FFFFFF"/>
                </a:solidFill>
              </a:rPr>
              <a:t>05</a:t>
            </a:r>
          </a:p>
        </p:txBody>
      </p:sp>
      <p:sp>
        <p:nvSpPr>
          <p:cNvPr id="51" name="תיבת טקסט 50">
            <a:extLst>
              <a:ext uri="{FF2B5EF4-FFF2-40B4-BE49-F238E27FC236}">
                <a16:creationId xmlns:a16="http://schemas.microsoft.com/office/drawing/2014/main" id="{7E660510-BB04-F511-8009-B2FA8E2C99A3}"/>
              </a:ext>
            </a:extLst>
          </p:cNvPr>
          <p:cNvSpPr txBox="1"/>
          <p:nvPr/>
        </p:nvSpPr>
        <p:spPr>
          <a:xfrm>
            <a:off x="1689100" y="17005300"/>
            <a:ext cx="6365346" cy="718145"/>
          </a:xfrm>
          <a:prstGeom prst="rect">
            <a:avLst/>
          </a:prstGeom>
          <a:noFill/>
        </p:spPr>
        <p:txBody>
          <a:bodyPr vert="horz" wrap="square" lIns="76200" tIns="50800" rIns="76200" bIns="50800" rtlCol="1">
            <a:spAutoFit/>
          </a:bodyPr>
          <a:lstStyle/>
          <a:p>
            <a:r>
              <a:rPr lang="en-US" sz="4000" b="1" dirty="0">
                <a:solidFill>
                  <a:srgbClr val="40512B"/>
                </a:solidFill>
                <a:cs typeface="Times New Roman" panose="02020603050405020304" pitchFamily="18" charset="0"/>
              </a:rPr>
              <a:t>Algorithms &amp; Model Choice</a:t>
            </a:r>
            <a:endParaRPr lang="he-IL" sz="4000" b="1" dirty="0">
              <a:solidFill>
                <a:srgbClr val="40512B"/>
              </a:solidFill>
              <a:cs typeface="Times New Roman" panose="02020603050405020304" pitchFamily="18" charset="0"/>
            </a:endParaRPr>
          </a:p>
        </p:txBody>
      </p:sp>
      <p:sp>
        <p:nvSpPr>
          <p:cNvPr id="52" name="מלבן 51">
            <a:extLst>
              <a:ext uri="{FF2B5EF4-FFF2-40B4-BE49-F238E27FC236}">
                <a16:creationId xmlns:a16="http://schemas.microsoft.com/office/drawing/2014/main" id="{7F10B742-1940-5E32-B568-3DA963BCAE70}"/>
              </a:ext>
            </a:extLst>
          </p:cNvPr>
          <p:cNvSpPr/>
          <p:nvPr/>
        </p:nvSpPr>
        <p:spPr>
          <a:xfrm>
            <a:off x="1003300" y="17780000"/>
            <a:ext cx="7051146" cy="19050"/>
          </a:xfrm>
          <a:prstGeom prst="rect">
            <a:avLst/>
          </a:prstGeom>
          <a:solidFill>
            <a:srgbClr val="B7C4A7"/>
          </a:solidFill>
          <a:ln w="25400" cap="flat" cmpd="sng" algn="ctr">
            <a:noFill/>
            <a:prstDash val="solid"/>
          </a:ln>
          <a:effectLst/>
          <a:extLst>
            <a:ext uri="{91240B29-F687-4F45-9708-019B960494DF}">
              <a14:hiddenLine xmlns:a14="http://schemas.microsoft.com/office/drawing/2010/main" w="25400" cap="flat" cmpd="sng" algn="ctr">
                <a:solidFill>
                  <a:schemeClr val="accent1">
                    <a:shade val="15000"/>
                  </a:schemeClr>
                </a:solidFill>
                <a:prstDash val="solid"/>
              </a14:hiddenLine>
            </a:ext>
          </a:extLst>
        </p:spPr>
        <p:style>
          <a:lnRef idx="2">
            <a:schemeClr val="accent1">
              <a:shade val="15000"/>
            </a:schemeClr>
          </a:lnRef>
          <a:fillRef idx="1">
            <a:schemeClr val="accent1"/>
          </a:fillRef>
          <a:effectRef idx="0">
            <a:schemeClr val="accent1"/>
          </a:effectRef>
          <a:fontRef idx="minor">
            <a:schemeClr val="lt1"/>
          </a:fontRef>
        </p:style>
        <p:txBody>
          <a:bodyPr rtlCol="1" anchor="ctr"/>
          <a:lstStyle/>
          <a:p>
            <a:pPr algn="ctr"/>
            <a:endParaRPr lang="he-IL"/>
          </a:p>
        </p:txBody>
      </p:sp>
      <p:sp>
        <p:nvSpPr>
          <p:cNvPr id="53" name="תיבת טקסט 52">
            <a:extLst>
              <a:ext uri="{FF2B5EF4-FFF2-40B4-BE49-F238E27FC236}">
                <a16:creationId xmlns:a16="http://schemas.microsoft.com/office/drawing/2014/main" id="{DE7541AF-3A61-4A00-E3AB-D24CC69CF6EF}"/>
              </a:ext>
            </a:extLst>
          </p:cNvPr>
          <p:cNvSpPr txBox="1"/>
          <p:nvPr/>
        </p:nvSpPr>
        <p:spPr>
          <a:xfrm>
            <a:off x="1079500" y="18034000"/>
            <a:ext cx="7104392" cy="1949252"/>
          </a:xfrm>
          <a:prstGeom prst="rect">
            <a:avLst/>
          </a:prstGeom>
          <a:noFill/>
        </p:spPr>
        <p:txBody>
          <a:bodyPr vert="horz" wrap="square" lIns="76200" tIns="50800" rIns="76200" bIns="50800" rtlCol="1">
            <a:spAutoFit/>
          </a:bodyPr>
          <a:lstStyle/>
          <a:p>
            <a:r>
              <a:rPr lang="en-US" sz="2400" b="1" dirty="0">
                <a:solidFill>
                  <a:srgbClr val="40512B"/>
                </a:solidFill>
                <a:ea typeface="Cambria" panose="02040503050406030204" pitchFamily="18" charset="0"/>
                <a:cs typeface="Times New Roman" panose="02020603050405020304" pitchFamily="18" charset="0"/>
              </a:rPr>
              <a:t>Hybrid model choice: </a:t>
            </a:r>
            <a:r>
              <a:rPr lang="he-IL" sz="2400" dirty="0"/>
              <a:t>Gradient Boosting captures nonlinear interactions for interpolation, while a Huber Regressor adds robustness to outliers and sharp pH/EC shifts during extreme conditions.</a:t>
            </a:r>
          </a:p>
          <a:p>
            <a:endParaRPr lang="he-IL" sz="2400" dirty="0">
              <a:solidFill>
                <a:srgbClr val="40512B"/>
              </a:solidFill>
              <a:ea typeface="Cambria" panose="02040503050406030204" pitchFamily="18" charset="0"/>
              <a:cs typeface="Times New Roman" panose="02020603050405020304" pitchFamily="18" charset="0"/>
            </a:endParaRPr>
          </a:p>
        </p:txBody>
      </p:sp>
      <p:pic>
        <p:nvPicPr>
          <p:cNvPr id="55" name="תמונה 54">
            <a:extLst>
              <a:ext uri="{FF2B5EF4-FFF2-40B4-BE49-F238E27FC236}">
                <a16:creationId xmlns:a16="http://schemas.microsoft.com/office/drawing/2014/main" id="{A2A5EF21-6B69-219D-4C0C-EDCC8974EAD9}"/>
              </a:ext>
            </a:extLst>
          </p:cNvPr>
          <p:cNvPicPr>
            <a:picLocks noChangeAspect="1"/>
          </p:cNvPicPr>
          <p:nvPr/>
        </p:nvPicPr>
        <p:blipFill>
          <a:blip r:embed="rId5">
            <a:extLst>
              <a:ext uri="{28A0092B-C50C-407E-A947-70E740481C1C}">
                <a14:useLocalDpi xmlns:a14="http://schemas.microsoft.com/office/drawing/2010/main" val="0"/>
              </a:ext>
            </a:extLst>
          </a:blip>
          <a:stretch>
            <a:fillRect/>
          </a:stretch>
        </p:blipFill>
        <p:spPr>
          <a:xfrm>
            <a:off x="976677" y="19708786"/>
            <a:ext cx="7051146" cy="5167974"/>
          </a:xfrm>
          <a:prstGeom prst="rect">
            <a:avLst/>
          </a:prstGeom>
        </p:spPr>
      </p:pic>
      <p:sp>
        <p:nvSpPr>
          <p:cNvPr id="56" name="מלבן: פינות מעוגלות 55">
            <a:extLst>
              <a:ext uri="{FF2B5EF4-FFF2-40B4-BE49-F238E27FC236}">
                <a16:creationId xmlns:a16="http://schemas.microsoft.com/office/drawing/2014/main" id="{664AE188-AB34-4A09-1F8B-1467B6D98E0D}"/>
              </a:ext>
            </a:extLst>
          </p:cNvPr>
          <p:cNvSpPr/>
          <p:nvPr/>
        </p:nvSpPr>
        <p:spPr>
          <a:xfrm>
            <a:off x="8714846" y="16814800"/>
            <a:ext cx="7762345" cy="8191500"/>
          </a:xfrm>
          <a:prstGeom prst="roundRect">
            <a:avLst>
              <a:gd name="adj" fmla="val 6000"/>
            </a:avLst>
          </a:prstGeom>
          <a:solidFill>
            <a:srgbClr val="FFFDF5"/>
          </a:solidFill>
          <a:ln w="17145">
            <a:solidFill>
              <a:srgbClr val="B7C4A7"/>
            </a:solidFill>
          </a:ln>
        </p:spPr>
        <p:style>
          <a:lnRef idx="2">
            <a:schemeClr val="accent1">
              <a:shade val="15000"/>
            </a:schemeClr>
          </a:lnRef>
          <a:fillRef idx="1">
            <a:schemeClr val="accent1"/>
          </a:fillRef>
          <a:effectRef idx="0">
            <a:schemeClr val="accent1"/>
          </a:effectRef>
          <a:fontRef idx="minor">
            <a:schemeClr val="lt1"/>
          </a:fontRef>
        </p:style>
        <p:txBody>
          <a:bodyPr rtlCol="1" anchor="ctr"/>
          <a:lstStyle/>
          <a:p>
            <a:pPr algn="ctr"/>
            <a:endParaRPr lang="he-IL"/>
          </a:p>
        </p:txBody>
      </p:sp>
      <p:sp>
        <p:nvSpPr>
          <p:cNvPr id="57" name="מלבן: פינות מעוגלות 56">
            <a:extLst>
              <a:ext uri="{FF2B5EF4-FFF2-40B4-BE49-F238E27FC236}">
                <a16:creationId xmlns:a16="http://schemas.microsoft.com/office/drawing/2014/main" id="{2A1D6785-E7A4-3BD2-19F5-F573EDB46B0E}"/>
              </a:ext>
            </a:extLst>
          </p:cNvPr>
          <p:cNvSpPr/>
          <p:nvPr/>
        </p:nvSpPr>
        <p:spPr>
          <a:xfrm>
            <a:off x="9006946" y="17068800"/>
            <a:ext cx="609600" cy="609600"/>
          </a:xfrm>
          <a:prstGeom prst="roundRect">
            <a:avLst/>
          </a:prstGeom>
          <a:solidFill>
            <a:srgbClr val="E4AD1F"/>
          </a:solidFill>
          <a:ln w="25400" cap="flat" cmpd="sng" algn="ctr">
            <a:noFill/>
            <a:prstDash val="solid"/>
          </a:ln>
          <a:effectLst/>
          <a:extLst>
            <a:ext uri="{91240B29-F687-4F45-9708-019B960494DF}">
              <a14:hiddenLine xmlns:a14="http://schemas.microsoft.com/office/drawing/2010/main" w="25400" cap="flat" cmpd="sng" algn="ctr">
                <a:solidFill>
                  <a:schemeClr val="accent1">
                    <a:shade val="15000"/>
                  </a:schemeClr>
                </a:solidFill>
                <a:prstDash val="solid"/>
              </a14:hiddenLine>
            </a:ext>
          </a:extLst>
        </p:spPr>
        <p:style>
          <a:lnRef idx="2">
            <a:schemeClr val="accent1">
              <a:shade val="15000"/>
            </a:schemeClr>
          </a:lnRef>
          <a:fillRef idx="1">
            <a:schemeClr val="accent1"/>
          </a:fillRef>
          <a:effectRef idx="0">
            <a:schemeClr val="accent1"/>
          </a:effectRef>
          <a:fontRef idx="minor">
            <a:schemeClr val="lt1"/>
          </a:fontRef>
        </p:style>
        <p:txBody>
          <a:bodyPr lIns="76200" tIns="50800" rIns="76200" bIns="50800" rtlCol="1" anchor="ctr"/>
          <a:lstStyle/>
          <a:p>
            <a:pPr algn="ctr"/>
            <a:r>
              <a:rPr lang="he-IL" sz="2800" b="1">
                <a:solidFill>
                  <a:srgbClr val="FFFFFF"/>
                </a:solidFill>
              </a:rPr>
              <a:t>06</a:t>
            </a:r>
          </a:p>
        </p:txBody>
      </p:sp>
      <p:sp>
        <p:nvSpPr>
          <p:cNvPr id="58" name="תיבת טקסט 57">
            <a:extLst>
              <a:ext uri="{FF2B5EF4-FFF2-40B4-BE49-F238E27FC236}">
                <a16:creationId xmlns:a16="http://schemas.microsoft.com/office/drawing/2014/main" id="{2845822B-331D-51BF-1A05-58EC0FDA0C7E}"/>
              </a:ext>
            </a:extLst>
          </p:cNvPr>
          <p:cNvSpPr txBox="1"/>
          <p:nvPr/>
        </p:nvSpPr>
        <p:spPr>
          <a:xfrm>
            <a:off x="9756246" y="17005300"/>
            <a:ext cx="6365346" cy="718145"/>
          </a:xfrm>
          <a:prstGeom prst="rect">
            <a:avLst/>
          </a:prstGeom>
          <a:noFill/>
        </p:spPr>
        <p:txBody>
          <a:bodyPr vert="horz" wrap="square" lIns="76200" tIns="50800" rIns="76200" bIns="50800" rtlCol="1">
            <a:spAutoFit/>
          </a:bodyPr>
          <a:lstStyle/>
          <a:p>
            <a:r>
              <a:rPr lang="en-US" sz="4000" b="1">
                <a:solidFill>
                  <a:srgbClr val="40512B"/>
                </a:solidFill>
                <a:cs typeface="Times New Roman" panose="02020603050405020304" pitchFamily="18" charset="0"/>
              </a:rPr>
              <a:t>Micro-Climate Model</a:t>
            </a:r>
            <a:endParaRPr lang="he-IL" sz="4000" b="1" dirty="0">
              <a:solidFill>
                <a:srgbClr val="40512B"/>
              </a:solidFill>
              <a:cs typeface="Times New Roman" panose="02020603050405020304" pitchFamily="18" charset="0"/>
            </a:endParaRPr>
          </a:p>
        </p:txBody>
      </p:sp>
      <p:sp>
        <p:nvSpPr>
          <p:cNvPr id="59" name="מלבן 58">
            <a:extLst>
              <a:ext uri="{FF2B5EF4-FFF2-40B4-BE49-F238E27FC236}">
                <a16:creationId xmlns:a16="http://schemas.microsoft.com/office/drawing/2014/main" id="{F0E1D228-AAE7-9728-1816-5199D79B5085}"/>
              </a:ext>
            </a:extLst>
          </p:cNvPr>
          <p:cNvSpPr/>
          <p:nvPr/>
        </p:nvSpPr>
        <p:spPr>
          <a:xfrm>
            <a:off x="9070446" y="17780000"/>
            <a:ext cx="7051145" cy="19050"/>
          </a:xfrm>
          <a:prstGeom prst="rect">
            <a:avLst/>
          </a:prstGeom>
          <a:solidFill>
            <a:srgbClr val="B7C4A7"/>
          </a:solidFill>
          <a:ln w="25400" cap="flat" cmpd="sng" algn="ctr">
            <a:noFill/>
            <a:prstDash val="solid"/>
          </a:ln>
          <a:effectLst/>
          <a:extLst>
            <a:ext uri="{91240B29-F687-4F45-9708-019B960494DF}">
              <a14:hiddenLine xmlns:a14="http://schemas.microsoft.com/office/drawing/2010/main" w="25400" cap="flat" cmpd="sng" algn="ctr">
                <a:solidFill>
                  <a:schemeClr val="accent1">
                    <a:shade val="15000"/>
                  </a:schemeClr>
                </a:solidFill>
                <a:prstDash val="solid"/>
              </a14:hiddenLine>
            </a:ext>
          </a:extLst>
        </p:spPr>
        <p:style>
          <a:lnRef idx="2">
            <a:schemeClr val="accent1">
              <a:shade val="15000"/>
            </a:schemeClr>
          </a:lnRef>
          <a:fillRef idx="1">
            <a:schemeClr val="accent1"/>
          </a:fillRef>
          <a:effectRef idx="0">
            <a:schemeClr val="accent1"/>
          </a:effectRef>
          <a:fontRef idx="minor">
            <a:schemeClr val="lt1"/>
          </a:fontRef>
        </p:style>
        <p:txBody>
          <a:bodyPr rtlCol="1" anchor="ctr"/>
          <a:lstStyle/>
          <a:p>
            <a:pPr algn="ctr"/>
            <a:endParaRPr lang="he-IL"/>
          </a:p>
        </p:txBody>
      </p:sp>
      <p:sp>
        <p:nvSpPr>
          <p:cNvPr id="60" name="תיבת טקסט 59">
            <a:extLst>
              <a:ext uri="{FF2B5EF4-FFF2-40B4-BE49-F238E27FC236}">
                <a16:creationId xmlns:a16="http://schemas.microsoft.com/office/drawing/2014/main" id="{F01704CE-785B-BD42-3AB8-FDFC3FFAAC37}"/>
              </a:ext>
            </a:extLst>
          </p:cNvPr>
          <p:cNvSpPr txBox="1"/>
          <p:nvPr/>
        </p:nvSpPr>
        <p:spPr>
          <a:xfrm>
            <a:off x="9146646" y="18008600"/>
            <a:ext cx="6898746" cy="2133341"/>
          </a:xfrm>
          <a:prstGeom prst="rect">
            <a:avLst/>
          </a:prstGeom>
          <a:noFill/>
        </p:spPr>
        <p:txBody>
          <a:bodyPr vert="horz" wrap="square" lIns="76200" tIns="50800" rIns="76200" bIns="50800" rtlCol="1">
            <a:spAutoFit/>
          </a:bodyPr>
          <a:lstStyle/>
          <a:p>
            <a:pPr>
              <a:lnSpc>
                <a:spcPct val="106000"/>
              </a:lnSpc>
              <a:spcAft>
                <a:spcPts val="700"/>
              </a:spcAft>
            </a:pPr>
            <a:r>
              <a:rPr lang="en-US" sz="2400" dirty="0">
                <a:solidFill>
                  <a:schemeClr val="tx2">
                    <a:lumMod val="75000"/>
                  </a:schemeClr>
                </a:solidFill>
              </a:rPr>
              <a:t>▪ Predicts internal greenhouse climate from external weather and radiation.</a:t>
            </a:r>
          </a:p>
          <a:p>
            <a:pPr>
              <a:lnSpc>
                <a:spcPct val="106000"/>
              </a:lnSpc>
              <a:spcAft>
                <a:spcPts val="700"/>
              </a:spcAft>
            </a:pPr>
            <a:r>
              <a:rPr lang="en-US" sz="2400" dirty="0">
                <a:solidFill>
                  <a:schemeClr val="tx2">
                    <a:lumMod val="75000"/>
                  </a:schemeClr>
                </a:solidFill>
              </a:rPr>
              <a:t>▪ Generates continuous climate inputs - temperature, RH, radiation, ET₀ and soil temperature - for the root-zone model.</a:t>
            </a:r>
          </a:p>
        </p:txBody>
      </p:sp>
      <p:pic>
        <p:nvPicPr>
          <p:cNvPr id="62" name="תמונה 61">
            <a:extLst>
              <a:ext uri="{FF2B5EF4-FFF2-40B4-BE49-F238E27FC236}">
                <a16:creationId xmlns:a16="http://schemas.microsoft.com/office/drawing/2014/main" id="{1C0CC4D9-1DC3-AF0C-CDAF-EED0BA3E8E2E}"/>
              </a:ext>
            </a:extLst>
          </p:cNvPr>
          <p:cNvPicPr>
            <a:picLocks/>
          </p:cNvPicPr>
          <p:nvPr/>
        </p:nvPicPr>
        <p:blipFill>
          <a:blip r:embed="rId6">
            <a:extLst>
              <a:ext uri="{28A0092B-C50C-407E-A947-70E740481C1C}">
                <a14:useLocalDpi xmlns:a14="http://schemas.microsoft.com/office/drawing/2010/main" val="0"/>
              </a:ext>
            </a:extLst>
          </a:blip>
          <a:stretch>
            <a:fillRect/>
          </a:stretch>
        </p:blipFill>
        <p:spPr>
          <a:xfrm>
            <a:off x="9019646" y="20243541"/>
            <a:ext cx="7152746" cy="4628149"/>
          </a:xfrm>
          <a:prstGeom prst="rect">
            <a:avLst/>
          </a:prstGeom>
        </p:spPr>
      </p:pic>
      <p:sp>
        <p:nvSpPr>
          <p:cNvPr id="63" name="מלבן: פינות מעוגלות 62">
            <a:extLst>
              <a:ext uri="{FF2B5EF4-FFF2-40B4-BE49-F238E27FC236}">
                <a16:creationId xmlns:a16="http://schemas.microsoft.com/office/drawing/2014/main" id="{5D3BDCDE-04E3-D1E1-4036-6EF0FB12C7CE}"/>
              </a:ext>
            </a:extLst>
          </p:cNvPr>
          <p:cNvSpPr/>
          <p:nvPr/>
        </p:nvSpPr>
        <p:spPr>
          <a:xfrm>
            <a:off x="16781991" y="16814800"/>
            <a:ext cx="7762347" cy="8191500"/>
          </a:xfrm>
          <a:prstGeom prst="roundRect">
            <a:avLst>
              <a:gd name="adj" fmla="val 6000"/>
            </a:avLst>
          </a:prstGeom>
          <a:solidFill>
            <a:srgbClr val="FFFDF5"/>
          </a:solidFill>
          <a:ln w="17145">
            <a:solidFill>
              <a:srgbClr val="B7C4A7"/>
            </a:solidFill>
          </a:ln>
        </p:spPr>
        <p:style>
          <a:lnRef idx="2">
            <a:schemeClr val="accent1">
              <a:shade val="15000"/>
            </a:schemeClr>
          </a:lnRef>
          <a:fillRef idx="1">
            <a:schemeClr val="accent1"/>
          </a:fillRef>
          <a:effectRef idx="0">
            <a:schemeClr val="accent1"/>
          </a:effectRef>
          <a:fontRef idx="minor">
            <a:schemeClr val="lt1"/>
          </a:fontRef>
        </p:style>
        <p:txBody>
          <a:bodyPr rtlCol="1" anchor="ctr"/>
          <a:lstStyle/>
          <a:p>
            <a:pPr algn="ctr"/>
            <a:endParaRPr lang="he-IL"/>
          </a:p>
        </p:txBody>
      </p:sp>
      <p:sp>
        <p:nvSpPr>
          <p:cNvPr id="64" name="מלבן: פינות מעוגלות 63">
            <a:extLst>
              <a:ext uri="{FF2B5EF4-FFF2-40B4-BE49-F238E27FC236}">
                <a16:creationId xmlns:a16="http://schemas.microsoft.com/office/drawing/2014/main" id="{C6578452-55F4-D454-0E6A-8C71EACCB7C7}"/>
              </a:ext>
            </a:extLst>
          </p:cNvPr>
          <p:cNvSpPr/>
          <p:nvPr/>
        </p:nvSpPr>
        <p:spPr>
          <a:xfrm>
            <a:off x="17074091" y="17068800"/>
            <a:ext cx="609600" cy="609600"/>
          </a:xfrm>
          <a:prstGeom prst="roundRect">
            <a:avLst/>
          </a:prstGeom>
          <a:solidFill>
            <a:srgbClr val="E4AD1F"/>
          </a:solidFill>
          <a:ln w="25400" cap="flat" cmpd="sng" algn="ctr">
            <a:noFill/>
            <a:prstDash val="solid"/>
          </a:ln>
          <a:effectLst/>
          <a:extLst>
            <a:ext uri="{91240B29-F687-4F45-9708-019B960494DF}">
              <a14:hiddenLine xmlns:a14="http://schemas.microsoft.com/office/drawing/2010/main" w="25400" cap="flat" cmpd="sng" algn="ctr">
                <a:solidFill>
                  <a:schemeClr val="accent1">
                    <a:shade val="15000"/>
                  </a:schemeClr>
                </a:solidFill>
                <a:prstDash val="solid"/>
              </a14:hiddenLine>
            </a:ext>
          </a:extLst>
        </p:spPr>
        <p:style>
          <a:lnRef idx="2">
            <a:schemeClr val="accent1">
              <a:shade val="15000"/>
            </a:schemeClr>
          </a:lnRef>
          <a:fillRef idx="1">
            <a:schemeClr val="accent1"/>
          </a:fillRef>
          <a:effectRef idx="0">
            <a:schemeClr val="accent1"/>
          </a:effectRef>
          <a:fontRef idx="minor">
            <a:schemeClr val="lt1"/>
          </a:fontRef>
        </p:style>
        <p:txBody>
          <a:bodyPr lIns="76200" tIns="50800" rIns="76200" bIns="50800" rtlCol="1" anchor="ctr"/>
          <a:lstStyle/>
          <a:p>
            <a:pPr algn="ctr"/>
            <a:r>
              <a:rPr lang="he-IL" sz="2800" b="1">
                <a:solidFill>
                  <a:srgbClr val="FFFFFF"/>
                </a:solidFill>
              </a:rPr>
              <a:t>07</a:t>
            </a:r>
          </a:p>
        </p:txBody>
      </p:sp>
      <p:sp>
        <p:nvSpPr>
          <p:cNvPr id="65" name="תיבת טקסט 64">
            <a:extLst>
              <a:ext uri="{FF2B5EF4-FFF2-40B4-BE49-F238E27FC236}">
                <a16:creationId xmlns:a16="http://schemas.microsoft.com/office/drawing/2014/main" id="{29A1C261-44FE-DE89-DC4A-A0A6EB13B8C4}"/>
              </a:ext>
            </a:extLst>
          </p:cNvPr>
          <p:cNvSpPr txBox="1"/>
          <p:nvPr/>
        </p:nvSpPr>
        <p:spPr>
          <a:xfrm>
            <a:off x="17823391" y="17005300"/>
            <a:ext cx="6365346" cy="718145"/>
          </a:xfrm>
          <a:prstGeom prst="rect">
            <a:avLst/>
          </a:prstGeom>
          <a:noFill/>
        </p:spPr>
        <p:txBody>
          <a:bodyPr vert="horz" wrap="square" lIns="76200" tIns="50800" rIns="76200" bIns="50800" rtlCol="1">
            <a:spAutoFit/>
          </a:bodyPr>
          <a:lstStyle/>
          <a:p>
            <a:r>
              <a:rPr lang="en-US" sz="4000" b="1">
                <a:solidFill>
                  <a:srgbClr val="40512B"/>
                </a:solidFill>
                <a:cs typeface="Times New Roman" panose="02020603050405020304" pitchFamily="18" charset="0"/>
              </a:rPr>
              <a:t>Challenges &amp; Limitations</a:t>
            </a:r>
            <a:endParaRPr lang="he-IL" sz="4000" b="1" dirty="0">
              <a:solidFill>
                <a:srgbClr val="40512B"/>
              </a:solidFill>
              <a:cs typeface="Times New Roman" panose="02020603050405020304" pitchFamily="18" charset="0"/>
            </a:endParaRPr>
          </a:p>
        </p:txBody>
      </p:sp>
      <p:sp>
        <p:nvSpPr>
          <p:cNvPr id="66" name="מלבן 65">
            <a:extLst>
              <a:ext uri="{FF2B5EF4-FFF2-40B4-BE49-F238E27FC236}">
                <a16:creationId xmlns:a16="http://schemas.microsoft.com/office/drawing/2014/main" id="{13EC3F5A-4492-1F04-22BA-5B40AF2F284D}"/>
              </a:ext>
            </a:extLst>
          </p:cNvPr>
          <p:cNvSpPr/>
          <p:nvPr/>
        </p:nvSpPr>
        <p:spPr>
          <a:xfrm>
            <a:off x="17137591" y="17780000"/>
            <a:ext cx="7051147" cy="19050"/>
          </a:xfrm>
          <a:prstGeom prst="rect">
            <a:avLst/>
          </a:prstGeom>
          <a:solidFill>
            <a:srgbClr val="B7C4A7"/>
          </a:solidFill>
          <a:ln w="25400" cap="flat" cmpd="sng" algn="ctr">
            <a:noFill/>
            <a:prstDash val="solid"/>
          </a:ln>
          <a:effectLst/>
          <a:extLst>
            <a:ext uri="{91240B29-F687-4F45-9708-019B960494DF}">
              <a14:hiddenLine xmlns:a14="http://schemas.microsoft.com/office/drawing/2010/main" w="25400" cap="flat" cmpd="sng" algn="ctr">
                <a:solidFill>
                  <a:schemeClr val="accent1">
                    <a:shade val="15000"/>
                  </a:schemeClr>
                </a:solidFill>
                <a:prstDash val="solid"/>
              </a14:hiddenLine>
            </a:ext>
          </a:extLst>
        </p:spPr>
        <p:style>
          <a:lnRef idx="2">
            <a:schemeClr val="accent1">
              <a:shade val="15000"/>
            </a:schemeClr>
          </a:lnRef>
          <a:fillRef idx="1">
            <a:schemeClr val="accent1"/>
          </a:fillRef>
          <a:effectRef idx="0">
            <a:schemeClr val="accent1"/>
          </a:effectRef>
          <a:fontRef idx="minor">
            <a:schemeClr val="lt1"/>
          </a:fontRef>
        </p:style>
        <p:txBody>
          <a:bodyPr rtlCol="1" anchor="ctr"/>
          <a:lstStyle/>
          <a:p>
            <a:pPr algn="ctr"/>
            <a:endParaRPr lang="he-IL"/>
          </a:p>
        </p:txBody>
      </p:sp>
      <p:sp>
        <p:nvSpPr>
          <p:cNvPr id="240" name="hL"/>
          <p:cNvSpPr txBox="1"/>
          <p:nvPr/>
        </p:nvSpPr>
        <p:spPr>
          <a:xfrm>
            <a:off x="17213791" y="18000000"/>
            <a:ext cx="2500000" cy="480000"/>
          </a:xfrm>
          <a:prstGeom prst="rect">
            <a:avLst/>
          </a:prstGeom>
          <a:noFill/>
        </p:spPr>
        <p:txBody>
          <a:bodyPr wrap="square" lIns="0" tIns="0" rIns="91440" bIns="0" rtlCol="0" anchor="ctr">
            <a:normAutofit/>
          </a:bodyPr>
          <a:lstStyle/>
          <a:p>
            <a:pPr algn="l"/>
            <a:r>
              <a:rPr lang="en-US" sz="2400" b="1" dirty="0">
                <a:solidFill>
                  <a:srgbClr val="40512B"/>
                </a:solidFill>
              </a:rPr>
              <a:t>Challenge</a:t>
            </a:r>
          </a:p>
        </p:txBody>
      </p:sp>
      <p:sp>
        <p:nvSpPr>
          <p:cNvPr id="241" name="hR"/>
          <p:cNvSpPr txBox="1"/>
          <p:nvPr/>
        </p:nvSpPr>
        <p:spPr>
          <a:xfrm>
            <a:off x="20113791" y="18000000"/>
            <a:ext cx="3998746" cy="480000"/>
          </a:xfrm>
          <a:prstGeom prst="rect">
            <a:avLst/>
          </a:prstGeom>
          <a:noFill/>
        </p:spPr>
        <p:txBody>
          <a:bodyPr wrap="square" lIns="91440" tIns="0" rIns="91440" bIns="0" rtlCol="0" anchor="ctr">
            <a:normAutofit/>
          </a:bodyPr>
          <a:lstStyle/>
          <a:p>
            <a:pPr algn="l"/>
            <a:r>
              <a:rPr lang="en-US" sz="2400" b="1" dirty="0">
                <a:solidFill>
                  <a:srgbClr val="40512B"/>
                </a:solidFill>
              </a:rPr>
              <a:t>How we addressed it</a:t>
            </a:r>
          </a:p>
        </p:txBody>
      </p:sp>
      <p:sp>
        <p:nvSpPr>
          <p:cNvPr id="242" name="hrule"/>
          <p:cNvSpPr/>
          <p:nvPr/>
        </p:nvSpPr>
        <p:spPr>
          <a:xfrm>
            <a:off x="17213791" y="18520000"/>
            <a:ext cx="6898746" cy="16000"/>
          </a:xfrm>
          <a:prstGeom prst="rect">
            <a:avLst/>
          </a:prstGeom>
          <a:solidFill>
            <a:srgbClr val="B7C4A7"/>
          </a:solidFill>
          <a:ln>
            <a:noFill/>
          </a:ln>
        </p:spPr>
        <p:txBody>
          <a:bodyPr/>
          <a:lstStyle/>
          <a:p>
            <a:endParaRPr lang="he-IL"/>
          </a:p>
        </p:txBody>
      </p:sp>
      <p:sp>
        <p:nvSpPr>
          <p:cNvPr id="243" name="card"/>
          <p:cNvSpPr/>
          <p:nvPr/>
        </p:nvSpPr>
        <p:spPr>
          <a:xfrm>
            <a:off x="20113791" y="18810000"/>
            <a:ext cx="3998746" cy="1060000"/>
          </a:xfrm>
          <a:prstGeom prst="roundRect">
            <a:avLst>
              <a:gd name="adj" fmla="val 9000"/>
            </a:avLst>
          </a:prstGeom>
          <a:solidFill>
            <a:srgbClr val="DCE5CC"/>
          </a:solidFill>
          <a:ln>
            <a:noFill/>
          </a:ln>
        </p:spPr>
        <p:txBody>
          <a:bodyPr/>
          <a:lstStyle/>
          <a:p>
            <a:endParaRPr lang="he-IL"/>
          </a:p>
        </p:txBody>
      </p:sp>
      <p:sp>
        <p:nvSpPr>
          <p:cNvPr id="244" name="resp"/>
          <p:cNvSpPr txBox="1"/>
          <p:nvPr/>
        </p:nvSpPr>
        <p:spPr>
          <a:xfrm>
            <a:off x="20113791" y="18810000"/>
            <a:ext cx="3998746" cy="1060000"/>
          </a:xfrm>
          <a:prstGeom prst="rect">
            <a:avLst/>
          </a:prstGeom>
          <a:noFill/>
        </p:spPr>
        <p:txBody>
          <a:bodyPr wrap="square" lIns="91440" tIns="0" rIns="91440" bIns="0" rtlCol="0" anchor="ctr">
            <a:noAutofit/>
          </a:bodyPr>
          <a:lstStyle/>
          <a:p>
            <a:pPr algn="l"/>
            <a:r>
              <a:rPr lang="en-US" sz="2400" dirty="0">
                <a:solidFill>
                  <a:srgbClr val="40512B"/>
                </a:solidFill>
              </a:rPr>
              <a:t>Walk-forward validation extracts maximum signal from each label</a:t>
            </a:r>
          </a:p>
        </p:txBody>
      </p:sp>
      <p:sp>
        <p:nvSpPr>
          <p:cNvPr id="245" name="chal"/>
          <p:cNvSpPr txBox="1"/>
          <p:nvPr/>
        </p:nvSpPr>
        <p:spPr>
          <a:xfrm>
            <a:off x="17213791" y="18750000"/>
            <a:ext cx="2500000" cy="1180000"/>
          </a:xfrm>
          <a:prstGeom prst="rect">
            <a:avLst/>
          </a:prstGeom>
          <a:noFill/>
        </p:spPr>
        <p:txBody>
          <a:bodyPr wrap="square" lIns="0" tIns="0" rIns="91440" bIns="0" rtlCol="0" anchor="ctr">
            <a:normAutofit/>
          </a:bodyPr>
          <a:lstStyle/>
          <a:p>
            <a:pPr algn="l"/>
            <a:r>
              <a:rPr lang="en-US" sz="2400" b="1" dirty="0">
                <a:solidFill>
                  <a:srgbClr val="40512B"/>
                </a:solidFill>
              </a:rPr>
              <a:t>Only 109 labels vs 16,682 rows</a:t>
            </a:r>
          </a:p>
        </p:txBody>
      </p:sp>
      <p:sp>
        <p:nvSpPr>
          <p:cNvPr id="246" name="arr"/>
          <p:cNvSpPr txBox="1"/>
          <p:nvPr/>
        </p:nvSpPr>
        <p:spPr>
          <a:xfrm>
            <a:off x="19763791" y="18750000"/>
            <a:ext cx="300000" cy="1180000"/>
          </a:xfrm>
          <a:prstGeom prst="rect">
            <a:avLst/>
          </a:prstGeom>
          <a:noFill/>
        </p:spPr>
        <p:txBody>
          <a:bodyPr wrap="square" lIns="0" tIns="0" rIns="0" bIns="0" rtlCol="0" anchor="ctr">
            <a:normAutofit/>
          </a:bodyPr>
          <a:lstStyle/>
          <a:p>
            <a:pPr algn="ctr"/>
            <a:r>
              <a:rPr lang="en-US" sz="2000" b="1" dirty="0">
                <a:solidFill>
                  <a:srgbClr val="E4AD1F"/>
                </a:solidFill>
              </a:rPr>
              <a:t>→</a:t>
            </a:r>
          </a:p>
        </p:txBody>
      </p:sp>
      <p:sp>
        <p:nvSpPr>
          <p:cNvPr id="247" name="card"/>
          <p:cNvSpPr/>
          <p:nvPr/>
        </p:nvSpPr>
        <p:spPr>
          <a:xfrm>
            <a:off x="20113791" y="19990000"/>
            <a:ext cx="3998746" cy="1060000"/>
          </a:xfrm>
          <a:prstGeom prst="roundRect">
            <a:avLst>
              <a:gd name="adj" fmla="val 9000"/>
            </a:avLst>
          </a:prstGeom>
          <a:solidFill>
            <a:srgbClr val="DCE5CC"/>
          </a:solidFill>
          <a:ln>
            <a:noFill/>
          </a:ln>
        </p:spPr>
        <p:txBody>
          <a:bodyPr/>
          <a:lstStyle/>
          <a:p>
            <a:endParaRPr lang="he-IL"/>
          </a:p>
        </p:txBody>
      </p:sp>
      <p:sp>
        <p:nvSpPr>
          <p:cNvPr id="248" name="resp"/>
          <p:cNvSpPr txBox="1"/>
          <p:nvPr/>
        </p:nvSpPr>
        <p:spPr>
          <a:xfrm>
            <a:off x="20113791" y="19990000"/>
            <a:ext cx="3998746" cy="1060000"/>
          </a:xfrm>
          <a:prstGeom prst="rect">
            <a:avLst/>
          </a:prstGeom>
          <a:noFill/>
        </p:spPr>
        <p:txBody>
          <a:bodyPr wrap="square" lIns="91440" tIns="0" rIns="91440" bIns="0" rtlCol="0" anchor="ctr">
            <a:noAutofit/>
          </a:bodyPr>
          <a:lstStyle/>
          <a:p>
            <a:pPr algn="l"/>
            <a:r>
              <a:rPr lang="en-US" sz="2400" dirty="0">
                <a:solidFill>
                  <a:srgbClr val="40512B"/>
                </a:solidFill>
              </a:rPr>
              <a:t>Micro-climate model supplies continuous inputs between lab samples</a:t>
            </a:r>
          </a:p>
        </p:txBody>
      </p:sp>
      <p:sp>
        <p:nvSpPr>
          <p:cNvPr id="249" name="chal"/>
          <p:cNvSpPr txBox="1"/>
          <p:nvPr/>
        </p:nvSpPr>
        <p:spPr>
          <a:xfrm>
            <a:off x="17213791" y="19930000"/>
            <a:ext cx="2500000" cy="1180000"/>
          </a:xfrm>
          <a:prstGeom prst="rect">
            <a:avLst/>
          </a:prstGeom>
          <a:noFill/>
        </p:spPr>
        <p:txBody>
          <a:bodyPr wrap="square" lIns="0" tIns="0" rIns="91440" bIns="0" rtlCol="0" anchor="ctr">
            <a:normAutofit/>
          </a:bodyPr>
          <a:lstStyle/>
          <a:p>
            <a:pPr algn="l"/>
            <a:r>
              <a:rPr lang="en-US" sz="2400" b="1" dirty="0">
                <a:solidFill>
                  <a:srgbClr val="40512B"/>
                </a:solidFill>
              </a:rPr>
              <a:t>No continuous ground truth</a:t>
            </a:r>
          </a:p>
        </p:txBody>
      </p:sp>
      <p:sp>
        <p:nvSpPr>
          <p:cNvPr id="250" name="arr"/>
          <p:cNvSpPr txBox="1"/>
          <p:nvPr/>
        </p:nvSpPr>
        <p:spPr>
          <a:xfrm>
            <a:off x="19763791" y="19930000"/>
            <a:ext cx="300000" cy="1180000"/>
          </a:xfrm>
          <a:prstGeom prst="rect">
            <a:avLst/>
          </a:prstGeom>
          <a:noFill/>
        </p:spPr>
        <p:txBody>
          <a:bodyPr wrap="square" lIns="0" tIns="0" rIns="0" bIns="0" rtlCol="0" anchor="ctr">
            <a:normAutofit/>
          </a:bodyPr>
          <a:lstStyle/>
          <a:p>
            <a:pPr algn="ctr"/>
            <a:r>
              <a:rPr lang="en-US" sz="2000" b="1" dirty="0">
                <a:solidFill>
                  <a:srgbClr val="E4AD1F"/>
                </a:solidFill>
              </a:rPr>
              <a:t>→</a:t>
            </a:r>
          </a:p>
        </p:txBody>
      </p:sp>
      <p:sp>
        <p:nvSpPr>
          <p:cNvPr id="251" name="card"/>
          <p:cNvSpPr/>
          <p:nvPr/>
        </p:nvSpPr>
        <p:spPr>
          <a:xfrm>
            <a:off x="20113791" y="21170000"/>
            <a:ext cx="3998746" cy="1060000"/>
          </a:xfrm>
          <a:prstGeom prst="roundRect">
            <a:avLst>
              <a:gd name="adj" fmla="val 9000"/>
            </a:avLst>
          </a:prstGeom>
          <a:solidFill>
            <a:srgbClr val="DCE5CC"/>
          </a:solidFill>
          <a:ln>
            <a:noFill/>
          </a:ln>
        </p:spPr>
        <p:txBody>
          <a:bodyPr/>
          <a:lstStyle/>
          <a:p>
            <a:endParaRPr lang="he-IL"/>
          </a:p>
        </p:txBody>
      </p:sp>
      <p:sp>
        <p:nvSpPr>
          <p:cNvPr id="252" name="resp"/>
          <p:cNvSpPr txBox="1"/>
          <p:nvPr/>
        </p:nvSpPr>
        <p:spPr>
          <a:xfrm>
            <a:off x="20113791" y="21170000"/>
            <a:ext cx="3998746" cy="1060000"/>
          </a:xfrm>
          <a:prstGeom prst="rect">
            <a:avLst/>
          </a:prstGeom>
          <a:noFill/>
        </p:spPr>
        <p:txBody>
          <a:bodyPr wrap="square" lIns="91440" tIns="0" rIns="91440" bIns="0" rtlCol="0" anchor="ctr">
            <a:noAutofit/>
          </a:bodyPr>
          <a:lstStyle/>
          <a:p>
            <a:pPr algn="l"/>
            <a:r>
              <a:rPr lang="en-US" sz="2400" dirty="0">
                <a:solidFill>
                  <a:srgbClr val="40512B"/>
                </a:solidFill>
              </a:rPr>
              <a:t>Resampled to a common 10-min grid with interval-aware features</a:t>
            </a:r>
          </a:p>
        </p:txBody>
      </p:sp>
      <p:sp>
        <p:nvSpPr>
          <p:cNvPr id="253" name="chal"/>
          <p:cNvSpPr txBox="1"/>
          <p:nvPr/>
        </p:nvSpPr>
        <p:spPr>
          <a:xfrm>
            <a:off x="17213791" y="21110000"/>
            <a:ext cx="2500000" cy="1180000"/>
          </a:xfrm>
          <a:prstGeom prst="rect">
            <a:avLst/>
          </a:prstGeom>
          <a:noFill/>
        </p:spPr>
        <p:txBody>
          <a:bodyPr wrap="square" lIns="0" tIns="0" rIns="91440" bIns="0" rtlCol="0" anchor="ctr">
            <a:normAutofit/>
          </a:bodyPr>
          <a:lstStyle/>
          <a:p>
            <a:pPr algn="l"/>
            <a:r>
              <a:rPr lang="en-US" sz="2400" b="1" dirty="0">
                <a:solidFill>
                  <a:srgbClr val="40512B"/>
                </a:solidFill>
              </a:rPr>
              <a:t>Irregular sampling intervals</a:t>
            </a:r>
          </a:p>
        </p:txBody>
      </p:sp>
      <p:sp>
        <p:nvSpPr>
          <p:cNvPr id="254" name="arr"/>
          <p:cNvSpPr txBox="1"/>
          <p:nvPr/>
        </p:nvSpPr>
        <p:spPr>
          <a:xfrm>
            <a:off x="19763791" y="21110000"/>
            <a:ext cx="300000" cy="1180000"/>
          </a:xfrm>
          <a:prstGeom prst="rect">
            <a:avLst/>
          </a:prstGeom>
          <a:noFill/>
        </p:spPr>
        <p:txBody>
          <a:bodyPr wrap="square" lIns="0" tIns="0" rIns="0" bIns="0" rtlCol="0" anchor="ctr">
            <a:normAutofit/>
          </a:bodyPr>
          <a:lstStyle/>
          <a:p>
            <a:pPr algn="ctr"/>
            <a:r>
              <a:rPr lang="en-US" sz="2000" b="1" dirty="0">
                <a:solidFill>
                  <a:srgbClr val="E4AD1F"/>
                </a:solidFill>
              </a:rPr>
              <a:t>→</a:t>
            </a:r>
          </a:p>
        </p:txBody>
      </p:sp>
      <p:sp>
        <p:nvSpPr>
          <p:cNvPr id="255" name="card"/>
          <p:cNvSpPr/>
          <p:nvPr/>
        </p:nvSpPr>
        <p:spPr>
          <a:xfrm>
            <a:off x="20113791" y="22350000"/>
            <a:ext cx="3998746" cy="1060000"/>
          </a:xfrm>
          <a:prstGeom prst="roundRect">
            <a:avLst>
              <a:gd name="adj" fmla="val 9000"/>
            </a:avLst>
          </a:prstGeom>
          <a:solidFill>
            <a:srgbClr val="DCE5CC"/>
          </a:solidFill>
          <a:ln>
            <a:noFill/>
          </a:ln>
        </p:spPr>
        <p:txBody>
          <a:bodyPr/>
          <a:lstStyle/>
          <a:p>
            <a:endParaRPr lang="he-IL"/>
          </a:p>
        </p:txBody>
      </p:sp>
      <p:sp>
        <p:nvSpPr>
          <p:cNvPr id="256" name="resp"/>
          <p:cNvSpPr txBox="1"/>
          <p:nvPr/>
        </p:nvSpPr>
        <p:spPr>
          <a:xfrm>
            <a:off x="20113791" y="22350000"/>
            <a:ext cx="3998746" cy="1060000"/>
          </a:xfrm>
          <a:prstGeom prst="rect">
            <a:avLst/>
          </a:prstGeom>
          <a:noFill/>
        </p:spPr>
        <p:txBody>
          <a:bodyPr wrap="square" lIns="91440" tIns="0" rIns="91440" bIns="0" rtlCol="0" anchor="ctr">
            <a:normAutofit/>
          </a:bodyPr>
          <a:lstStyle/>
          <a:p>
            <a:pPr algn="l"/>
            <a:r>
              <a:rPr lang="en-US" sz="2400" dirty="0">
                <a:solidFill>
                  <a:srgbClr val="40512B"/>
                </a:solidFill>
              </a:rPr>
              <a:t>Flagged as higher-uncertainty rather than over-claimed</a:t>
            </a:r>
          </a:p>
        </p:txBody>
      </p:sp>
      <p:sp>
        <p:nvSpPr>
          <p:cNvPr id="257" name="chal"/>
          <p:cNvSpPr txBox="1"/>
          <p:nvPr/>
        </p:nvSpPr>
        <p:spPr>
          <a:xfrm>
            <a:off x="17213791" y="22290000"/>
            <a:ext cx="2500000" cy="1180000"/>
          </a:xfrm>
          <a:prstGeom prst="rect">
            <a:avLst/>
          </a:prstGeom>
          <a:noFill/>
        </p:spPr>
        <p:txBody>
          <a:bodyPr wrap="square" lIns="0" tIns="0" rIns="91440" bIns="0" rtlCol="0" anchor="ctr">
            <a:normAutofit/>
          </a:bodyPr>
          <a:lstStyle/>
          <a:p>
            <a:pPr algn="l"/>
            <a:r>
              <a:rPr lang="en-US" sz="2400" b="1" dirty="0">
                <a:solidFill>
                  <a:srgbClr val="40512B"/>
                </a:solidFill>
              </a:rPr>
              <a:t>Rare / extreme fertigation cases</a:t>
            </a:r>
          </a:p>
        </p:txBody>
      </p:sp>
      <p:sp>
        <p:nvSpPr>
          <p:cNvPr id="258" name="arr"/>
          <p:cNvSpPr txBox="1"/>
          <p:nvPr/>
        </p:nvSpPr>
        <p:spPr>
          <a:xfrm>
            <a:off x="19763791" y="22290000"/>
            <a:ext cx="300000" cy="1180000"/>
          </a:xfrm>
          <a:prstGeom prst="rect">
            <a:avLst/>
          </a:prstGeom>
          <a:noFill/>
        </p:spPr>
        <p:txBody>
          <a:bodyPr wrap="square" lIns="0" tIns="0" rIns="0" bIns="0" rtlCol="0" anchor="ctr">
            <a:normAutofit/>
          </a:bodyPr>
          <a:lstStyle/>
          <a:p>
            <a:pPr algn="ctr"/>
            <a:r>
              <a:rPr lang="en-US" sz="2000" b="1" dirty="0">
                <a:solidFill>
                  <a:srgbClr val="E4AD1F"/>
                </a:solidFill>
              </a:rPr>
              <a:t>→</a:t>
            </a:r>
          </a:p>
        </p:txBody>
      </p:sp>
      <p:sp>
        <p:nvSpPr>
          <p:cNvPr id="259" name="card"/>
          <p:cNvSpPr/>
          <p:nvPr/>
        </p:nvSpPr>
        <p:spPr>
          <a:xfrm>
            <a:off x="20113791" y="23530000"/>
            <a:ext cx="3998746" cy="1060000"/>
          </a:xfrm>
          <a:prstGeom prst="roundRect">
            <a:avLst>
              <a:gd name="adj" fmla="val 9000"/>
            </a:avLst>
          </a:prstGeom>
          <a:solidFill>
            <a:srgbClr val="DCE5CC"/>
          </a:solidFill>
          <a:ln>
            <a:noFill/>
          </a:ln>
        </p:spPr>
        <p:txBody>
          <a:bodyPr/>
          <a:lstStyle/>
          <a:p>
            <a:endParaRPr lang="he-IL"/>
          </a:p>
        </p:txBody>
      </p:sp>
      <p:sp>
        <p:nvSpPr>
          <p:cNvPr id="260" name="resp"/>
          <p:cNvSpPr txBox="1"/>
          <p:nvPr/>
        </p:nvSpPr>
        <p:spPr>
          <a:xfrm>
            <a:off x="20113791" y="23530000"/>
            <a:ext cx="3998746" cy="1060000"/>
          </a:xfrm>
          <a:prstGeom prst="rect">
            <a:avLst/>
          </a:prstGeom>
          <a:noFill/>
        </p:spPr>
        <p:txBody>
          <a:bodyPr wrap="square" lIns="91440" tIns="0" rIns="91440" bIns="0" rtlCol="0" anchor="ctr">
            <a:normAutofit/>
          </a:bodyPr>
          <a:lstStyle/>
          <a:p>
            <a:pPr algn="l"/>
            <a:r>
              <a:rPr lang="en-US" sz="2400" dirty="0">
                <a:solidFill>
                  <a:srgbClr val="40512B"/>
                </a:solidFill>
              </a:rPr>
              <a:t>Next step: validate across more seasons and crops</a:t>
            </a:r>
          </a:p>
        </p:txBody>
      </p:sp>
      <p:sp>
        <p:nvSpPr>
          <p:cNvPr id="261" name="chal"/>
          <p:cNvSpPr txBox="1"/>
          <p:nvPr/>
        </p:nvSpPr>
        <p:spPr>
          <a:xfrm>
            <a:off x="17213791" y="23470000"/>
            <a:ext cx="2500000" cy="1180000"/>
          </a:xfrm>
          <a:prstGeom prst="rect">
            <a:avLst/>
          </a:prstGeom>
          <a:noFill/>
        </p:spPr>
        <p:txBody>
          <a:bodyPr wrap="square" lIns="0" tIns="0" rIns="91440" bIns="0" rtlCol="0" anchor="ctr">
            <a:normAutofit/>
          </a:bodyPr>
          <a:lstStyle/>
          <a:p>
            <a:pPr algn="l"/>
            <a:r>
              <a:rPr lang="en-US" sz="2400" b="1" dirty="0">
                <a:solidFill>
                  <a:srgbClr val="40512B"/>
                </a:solidFill>
              </a:rPr>
              <a:t>Single season, one crop</a:t>
            </a:r>
          </a:p>
        </p:txBody>
      </p:sp>
      <p:sp>
        <p:nvSpPr>
          <p:cNvPr id="262" name="arr"/>
          <p:cNvSpPr txBox="1"/>
          <p:nvPr/>
        </p:nvSpPr>
        <p:spPr>
          <a:xfrm>
            <a:off x="19763791" y="23470000"/>
            <a:ext cx="300000" cy="1180000"/>
          </a:xfrm>
          <a:prstGeom prst="rect">
            <a:avLst/>
          </a:prstGeom>
          <a:noFill/>
        </p:spPr>
        <p:txBody>
          <a:bodyPr wrap="square" lIns="0" tIns="0" rIns="0" bIns="0" rtlCol="0" anchor="ctr">
            <a:normAutofit/>
          </a:bodyPr>
          <a:lstStyle/>
          <a:p>
            <a:pPr algn="ctr"/>
            <a:r>
              <a:rPr lang="en-US" sz="2000" b="1" dirty="0">
                <a:solidFill>
                  <a:srgbClr val="E4AD1F"/>
                </a:solidFill>
              </a:rPr>
              <a:t>→</a:t>
            </a:r>
          </a:p>
        </p:txBody>
      </p:sp>
      <p:sp>
        <p:nvSpPr>
          <p:cNvPr id="68" name="מלבן: פינות מעוגלות 67">
            <a:extLst>
              <a:ext uri="{FF2B5EF4-FFF2-40B4-BE49-F238E27FC236}">
                <a16:creationId xmlns:a16="http://schemas.microsoft.com/office/drawing/2014/main" id="{E893B1F0-C50E-ABE6-33C1-7F567886DFD7}"/>
              </a:ext>
            </a:extLst>
          </p:cNvPr>
          <p:cNvSpPr/>
          <p:nvPr/>
        </p:nvSpPr>
        <p:spPr>
          <a:xfrm>
            <a:off x="647700" y="25361900"/>
            <a:ext cx="23896638" cy="6350000"/>
          </a:xfrm>
          <a:prstGeom prst="roundRect">
            <a:avLst>
              <a:gd name="adj" fmla="val 6000"/>
            </a:avLst>
          </a:prstGeom>
          <a:solidFill>
            <a:srgbClr val="FFFDF5"/>
          </a:solidFill>
          <a:ln w="17145">
            <a:solidFill>
              <a:srgbClr val="B7C4A7"/>
            </a:solidFill>
          </a:ln>
        </p:spPr>
        <p:style>
          <a:lnRef idx="2">
            <a:schemeClr val="accent1">
              <a:shade val="15000"/>
            </a:schemeClr>
          </a:lnRef>
          <a:fillRef idx="1">
            <a:schemeClr val="accent1"/>
          </a:fillRef>
          <a:effectRef idx="0">
            <a:schemeClr val="accent1"/>
          </a:effectRef>
          <a:fontRef idx="minor">
            <a:schemeClr val="lt1"/>
          </a:fontRef>
        </p:style>
        <p:txBody>
          <a:bodyPr rtlCol="1" anchor="ctr"/>
          <a:lstStyle/>
          <a:p>
            <a:pPr algn="ctr"/>
            <a:endParaRPr lang="he-IL"/>
          </a:p>
        </p:txBody>
      </p:sp>
      <p:sp>
        <p:nvSpPr>
          <p:cNvPr id="69" name="מלבן: פינות מעוגלות 68">
            <a:extLst>
              <a:ext uri="{FF2B5EF4-FFF2-40B4-BE49-F238E27FC236}">
                <a16:creationId xmlns:a16="http://schemas.microsoft.com/office/drawing/2014/main" id="{7DB68EEC-2F66-6E8F-10BC-57AD9DABA4FB}"/>
              </a:ext>
            </a:extLst>
          </p:cNvPr>
          <p:cNvSpPr/>
          <p:nvPr/>
        </p:nvSpPr>
        <p:spPr>
          <a:xfrm>
            <a:off x="939800" y="25615900"/>
            <a:ext cx="609600" cy="609600"/>
          </a:xfrm>
          <a:prstGeom prst="roundRect">
            <a:avLst/>
          </a:prstGeom>
          <a:solidFill>
            <a:srgbClr val="E4AD1F"/>
          </a:solidFill>
          <a:ln w="25400" cap="flat" cmpd="sng" algn="ctr">
            <a:noFill/>
            <a:prstDash val="solid"/>
          </a:ln>
          <a:effectLst/>
          <a:extLst>
            <a:ext uri="{91240B29-F687-4F45-9708-019B960494DF}">
              <a14:hiddenLine xmlns:a14="http://schemas.microsoft.com/office/drawing/2010/main" w="25400" cap="flat" cmpd="sng" algn="ctr">
                <a:solidFill>
                  <a:schemeClr val="accent1">
                    <a:shade val="15000"/>
                  </a:schemeClr>
                </a:solidFill>
                <a:prstDash val="solid"/>
              </a14:hiddenLine>
            </a:ext>
          </a:extLst>
        </p:spPr>
        <p:style>
          <a:lnRef idx="2">
            <a:schemeClr val="accent1">
              <a:shade val="15000"/>
            </a:schemeClr>
          </a:lnRef>
          <a:fillRef idx="1">
            <a:schemeClr val="accent1"/>
          </a:fillRef>
          <a:effectRef idx="0">
            <a:schemeClr val="accent1"/>
          </a:effectRef>
          <a:fontRef idx="minor">
            <a:schemeClr val="lt1"/>
          </a:fontRef>
        </p:style>
        <p:txBody>
          <a:bodyPr lIns="76200" tIns="50800" rIns="76200" bIns="50800" rtlCol="1" anchor="ctr"/>
          <a:lstStyle/>
          <a:p>
            <a:pPr algn="ctr"/>
            <a:r>
              <a:rPr lang="he-IL" sz="2800" b="1">
                <a:solidFill>
                  <a:srgbClr val="FFFFFF"/>
                </a:solidFill>
              </a:rPr>
              <a:t>08</a:t>
            </a:r>
          </a:p>
        </p:txBody>
      </p:sp>
      <p:sp>
        <p:nvSpPr>
          <p:cNvPr id="70" name="תיבת טקסט 69">
            <a:extLst>
              <a:ext uri="{FF2B5EF4-FFF2-40B4-BE49-F238E27FC236}">
                <a16:creationId xmlns:a16="http://schemas.microsoft.com/office/drawing/2014/main" id="{89F9D183-9051-550B-3749-A50107867C93}"/>
              </a:ext>
            </a:extLst>
          </p:cNvPr>
          <p:cNvSpPr txBox="1"/>
          <p:nvPr/>
        </p:nvSpPr>
        <p:spPr>
          <a:xfrm>
            <a:off x="1689100" y="25552400"/>
            <a:ext cx="22499638" cy="718145"/>
          </a:xfrm>
          <a:prstGeom prst="rect">
            <a:avLst/>
          </a:prstGeom>
          <a:noFill/>
        </p:spPr>
        <p:txBody>
          <a:bodyPr vert="horz" wrap="square" lIns="76200" tIns="50800" rIns="76200" bIns="50800" rtlCol="1">
            <a:spAutoFit/>
          </a:bodyPr>
          <a:lstStyle/>
          <a:p>
            <a:r>
              <a:rPr lang="en-US" sz="4000" b="1">
                <a:solidFill>
                  <a:srgbClr val="40512B"/>
                </a:solidFill>
                <a:cs typeface="Times New Roman" panose="02020603050405020304" pitchFamily="18" charset="0"/>
              </a:rPr>
              <a:t>Root-zone Model Results - Walk-forward Test</a:t>
            </a:r>
            <a:endParaRPr lang="he-IL" sz="4000" b="1" dirty="0">
              <a:solidFill>
                <a:srgbClr val="40512B"/>
              </a:solidFill>
              <a:cs typeface="Times New Roman" panose="02020603050405020304" pitchFamily="18" charset="0"/>
            </a:endParaRPr>
          </a:p>
        </p:txBody>
      </p:sp>
      <p:sp>
        <p:nvSpPr>
          <p:cNvPr id="71" name="מלבן 70">
            <a:extLst>
              <a:ext uri="{FF2B5EF4-FFF2-40B4-BE49-F238E27FC236}">
                <a16:creationId xmlns:a16="http://schemas.microsoft.com/office/drawing/2014/main" id="{9B60821D-A19F-382D-A2E0-607A1E081B6B}"/>
              </a:ext>
            </a:extLst>
          </p:cNvPr>
          <p:cNvSpPr/>
          <p:nvPr/>
        </p:nvSpPr>
        <p:spPr>
          <a:xfrm>
            <a:off x="1003300" y="26327100"/>
            <a:ext cx="23185438" cy="19050"/>
          </a:xfrm>
          <a:prstGeom prst="rect">
            <a:avLst/>
          </a:prstGeom>
          <a:solidFill>
            <a:srgbClr val="B7C4A7"/>
          </a:solidFill>
          <a:ln w="25400" cap="flat" cmpd="sng" algn="ctr">
            <a:noFill/>
            <a:prstDash val="solid"/>
          </a:ln>
          <a:effectLst/>
          <a:extLst>
            <a:ext uri="{91240B29-F687-4F45-9708-019B960494DF}">
              <a14:hiddenLine xmlns:a14="http://schemas.microsoft.com/office/drawing/2010/main" w="25400" cap="flat" cmpd="sng" algn="ctr">
                <a:solidFill>
                  <a:schemeClr val="accent1">
                    <a:shade val="15000"/>
                  </a:schemeClr>
                </a:solidFill>
                <a:prstDash val="solid"/>
              </a14:hiddenLine>
            </a:ext>
          </a:extLst>
        </p:spPr>
        <p:style>
          <a:lnRef idx="2">
            <a:schemeClr val="accent1">
              <a:shade val="15000"/>
            </a:schemeClr>
          </a:lnRef>
          <a:fillRef idx="1">
            <a:schemeClr val="accent1"/>
          </a:fillRef>
          <a:effectRef idx="0">
            <a:schemeClr val="accent1"/>
          </a:effectRef>
          <a:fontRef idx="minor">
            <a:schemeClr val="lt1"/>
          </a:fontRef>
        </p:style>
        <p:txBody>
          <a:bodyPr rtlCol="1" anchor="ctr"/>
          <a:lstStyle/>
          <a:p>
            <a:pPr algn="ctr"/>
            <a:endParaRPr lang="he-IL"/>
          </a:p>
        </p:txBody>
      </p:sp>
      <p:sp>
        <p:nvSpPr>
          <p:cNvPr id="74" name="מלבן: פינות מעוגלות 73">
            <a:extLst>
              <a:ext uri="{FF2B5EF4-FFF2-40B4-BE49-F238E27FC236}">
                <a16:creationId xmlns:a16="http://schemas.microsoft.com/office/drawing/2014/main" id="{74457816-BE6B-9781-4D9D-DC548DBCEF66}"/>
              </a:ext>
            </a:extLst>
          </p:cNvPr>
          <p:cNvSpPr/>
          <p:nvPr/>
        </p:nvSpPr>
        <p:spPr>
          <a:xfrm>
            <a:off x="1003300" y="26581100"/>
            <a:ext cx="3694906" cy="1066800"/>
          </a:xfrm>
          <a:prstGeom prst="roundRect">
            <a:avLst>
              <a:gd name="adj" fmla="val 8000"/>
            </a:avLst>
          </a:prstGeom>
          <a:solidFill>
            <a:srgbClr val="C8D4B4"/>
          </a:solidFill>
          <a:ln w="25400" cap="flat" cmpd="sng" algn="ctr">
            <a:noFill/>
            <a:prstDash val="solid"/>
          </a:ln>
          <a:effectLst/>
          <a:extLst>
            <a:ext uri="{91240B29-F687-4F45-9708-019B960494DF}">
              <a14:hiddenLine xmlns:a14="http://schemas.microsoft.com/office/drawing/2010/main" w="25400" cap="flat" cmpd="sng" algn="ctr">
                <a:solidFill>
                  <a:schemeClr val="accent1">
                    <a:shade val="15000"/>
                  </a:schemeClr>
                </a:solidFill>
                <a:prstDash val="solid"/>
              </a14:hiddenLine>
            </a:ext>
          </a:extLst>
        </p:spPr>
        <p:style>
          <a:lnRef idx="2">
            <a:schemeClr val="accent1">
              <a:shade val="15000"/>
            </a:schemeClr>
          </a:lnRef>
          <a:fillRef idx="1">
            <a:schemeClr val="accent1"/>
          </a:fillRef>
          <a:effectRef idx="0">
            <a:schemeClr val="accent1"/>
          </a:effectRef>
          <a:fontRef idx="minor">
            <a:schemeClr val="lt1"/>
          </a:fontRef>
        </p:style>
        <p:txBody>
          <a:bodyPr rtlCol="1" anchor="ctr"/>
          <a:lstStyle/>
          <a:p>
            <a:pPr algn="ctr"/>
            <a:endParaRPr lang="he-IL"/>
          </a:p>
        </p:txBody>
      </p:sp>
      <p:sp>
        <p:nvSpPr>
          <p:cNvPr id="75" name="תיבת טקסט 74">
            <a:extLst>
              <a:ext uri="{FF2B5EF4-FFF2-40B4-BE49-F238E27FC236}">
                <a16:creationId xmlns:a16="http://schemas.microsoft.com/office/drawing/2014/main" id="{1276916A-FDDC-E38F-1C81-062B9C8E5549}"/>
              </a:ext>
            </a:extLst>
          </p:cNvPr>
          <p:cNvSpPr txBox="1"/>
          <p:nvPr/>
        </p:nvSpPr>
        <p:spPr>
          <a:xfrm>
            <a:off x="1079500" y="26518578"/>
            <a:ext cx="3542506" cy="841256"/>
          </a:xfrm>
          <a:prstGeom prst="rect">
            <a:avLst/>
          </a:prstGeom>
          <a:noFill/>
        </p:spPr>
        <p:txBody>
          <a:bodyPr vert="horz" wrap="square" lIns="76200" tIns="50800" rIns="76200" bIns="50800" rtlCol="1">
            <a:spAutoFit/>
          </a:bodyPr>
          <a:lstStyle/>
          <a:p>
            <a:pPr algn="ctr"/>
            <a:r>
              <a:rPr lang="he-IL" sz="4800" b="1" dirty="0">
                <a:solidFill>
                  <a:srgbClr val="40512B"/>
                </a:solidFill>
                <a:cs typeface="Times New Roman" panose="02020603050405020304" pitchFamily="18" charset="0"/>
              </a:rPr>
              <a:t>0.33</a:t>
            </a:r>
          </a:p>
        </p:txBody>
      </p:sp>
      <p:sp>
        <p:nvSpPr>
          <p:cNvPr id="77" name="תיבת טקסט 76">
            <a:extLst>
              <a:ext uri="{FF2B5EF4-FFF2-40B4-BE49-F238E27FC236}">
                <a16:creationId xmlns:a16="http://schemas.microsoft.com/office/drawing/2014/main" id="{DC957417-C641-9035-273B-5DCB72254FCD}"/>
              </a:ext>
            </a:extLst>
          </p:cNvPr>
          <p:cNvSpPr txBox="1"/>
          <p:nvPr/>
        </p:nvSpPr>
        <p:spPr>
          <a:xfrm>
            <a:off x="1079500" y="27114500"/>
            <a:ext cx="3542506" cy="595035"/>
          </a:xfrm>
          <a:prstGeom prst="rect">
            <a:avLst/>
          </a:prstGeom>
          <a:noFill/>
        </p:spPr>
        <p:txBody>
          <a:bodyPr vert="horz" wrap="square" lIns="76200" tIns="50800" rIns="76200" bIns="50800" rtlCol="1">
            <a:spAutoFit/>
          </a:bodyPr>
          <a:lstStyle/>
          <a:p>
            <a:pPr algn="ctr"/>
            <a:r>
              <a:rPr lang="en-US" sz="3200" b="1">
                <a:solidFill>
                  <a:srgbClr val="40512B"/>
                </a:solidFill>
                <a:cs typeface="Times New Roman" panose="02020603050405020304" pitchFamily="18" charset="0"/>
              </a:rPr>
              <a:t>pH MAE</a:t>
            </a:r>
            <a:endParaRPr lang="he-IL" sz="3200" b="1" dirty="0">
              <a:solidFill>
                <a:srgbClr val="40512B"/>
              </a:solidFill>
              <a:cs typeface="Times New Roman" panose="02020603050405020304" pitchFamily="18" charset="0"/>
            </a:endParaRPr>
          </a:p>
        </p:txBody>
      </p:sp>
      <p:sp>
        <p:nvSpPr>
          <p:cNvPr id="78" name="מלבן: פינות מעוגלות 77">
            <a:extLst>
              <a:ext uri="{FF2B5EF4-FFF2-40B4-BE49-F238E27FC236}">
                <a16:creationId xmlns:a16="http://schemas.microsoft.com/office/drawing/2014/main" id="{32F19B7E-3B8B-3BA7-B172-59E9D2B56276}"/>
              </a:ext>
            </a:extLst>
          </p:cNvPr>
          <p:cNvSpPr/>
          <p:nvPr/>
        </p:nvSpPr>
        <p:spPr>
          <a:xfrm>
            <a:off x="4901406" y="26581100"/>
            <a:ext cx="3694907" cy="1066800"/>
          </a:xfrm>
          <a:prstGeom prst="roundRect">
            <a:avLst>
              <a:gd name="adj" fmla="val 8000"/>
            </a:avLst>
          </a:prstGeom>
          <a:solidFill>
            <a:srgbClr val="C8D4B4"/>
          </a:solidFill>
          <a:ln w="25400" cap="flat" cmpd="sng" algn="ctr">
            <a:noFill/>
            <a:prstDash val="solid"/>
          </a:ln>
          <a:effectLst/>
          <a:extLst>
            <a:ext uri="{91240B29-F687-4F45-9708-019B960494DF}">
              <a14:hiddenLine xmlns:a14="http://schemas.microsoft.com/office/drawing/2010/main" w="25400" cap="flat" cmpd="sng" algn="ctr">
                <a:solidFill>
                  <a:schemeClr val="accent1">
                    <a:shade val="15000"/>
                  </a:schemeClr>
                </a:solidFill>
                <a:prstDash val="solid"/>
              </a14:hiddenLine>
            </a:ext>
          </a:extLst>
        </p:spPr>
        <p:style>
          <a:lnRef idx="2">
            <a:schemeClr val="accent1">
              <a:shade val="15000"/>
            </a:schemeClr>
          </a:lnRef>
          <a:fillRef idx="1">
            <a:schemeClr val="accent1"/>
          </a:fillRef>
          <a:effectRef idx="0">
            <a:schemeClr val="accent1"/>
          </a:effectRef>
          <a:fontRef idx="minor">
            <a:schemeClr val="lt1"/>
          </a:fontRef>
        </p:style>
        <p:txBody>
          <a:bodyPr rtlCol="1" anchor="ctr"/>
          <a:lstStyle/>
          <a:p>
            <a:pPr algn="ctr"/>
            <a:endParaRPr lang="he-IL"/>
          </a:p>
        </p:txBody>
      </p:sp>
      <p:sp>
        <p:nvSpPr>
          <p:cNvPr id="79" name="תיבת טקסט 78">
            <a:extLst>
              <a:ext uri="{FF2B5EF4-FFF2-40B4-BE49-F238E27FC236}">
                <a16:creationId xmlns:a16="http://schemas.microsoft.com/office/drawing/2014/main" id="{32FAC1CA-A13B-70B4-90BB-042762B93C35}"/>
              </a:ext>
            </a:extLst>
          </p:cNvPr>
          <p:cNvSpPr txBox="1"/>
          <p:nvPr/>
        </p:nvSpPr>
        <p:spPr>
          <a:xfrm>
            <a:off x="4977606" y="26518578"/>
            <a:ext cx="3542506" cy="841256"/>
          </a:xfrm>
          <a:prstGeom prst="rect">
            <a:avLst/>
          </a:prstGeom>
          <a:noFill/>
        </p:spPr>
        <p:txBody>
          <a:bodyPr vert="horz" wrap="square" lIns="76200" tIns="50800" rIns="76200" bIns="50800" rtlCol="1">
            <a:spAutoFit/>
          </a:bodyPr>
          <a:lstStyle/>
          <a:p>
            <a:pPr algn="ctr"/>
            <a:r>
              <a:rPr lang="he-IL" sz="4800" b="1">
                <a:solidFill>
                  <a:srgbClr val="40512B"/>
                </a:solidFill>
                <a:cs typeface="Times New Roman" panose="02020603050405020304" pitchFamily="18" charset="0"/>
              </a:rPr>
              <a:t>0.93</a:t>
            </a:r>
            <a:endParaRPr lang="he-IL" sz="4800" b="1" dirty="0">
              <a:solidFill>
                <a:srgbClr val="40512B"/>
              </a:solidFill>
              <a:cs typeface="Times New Roman" panose="02020603050405020304" pitchFamily="18" charset="0"/>
            </a:endParaRPr>
          </a:p>
        </p:txBody>
      </p:sp>
      <p:sp>
        <p:nvSpPr>
          <p:cNvPr id="102" name="תיבת טקסט 101">
            <a:extLst>
              <a:ext uri="{FF2B5EF4-FFF2-40B4-BE49-F238E27FC236}">
                <a16:creationId xmlns:a16="http://schemas.microsoft.com/office/drawing/2014/main" id="{8C72E5AF-6CE1-8555-DC1F-727D9D1C94C6}"/>
              </a:ext>
            </a:extLst>
          </p:cNvPr>
          <p:cNvSpPr txBox="1"/>
          <p:nvPr/>
        </p:nvSpPr>
        <p:spPr>
          <a:xfrm>
            <a:off x="4977606" y="27114500"/>
            <a:ext cx="3542506" cy="595035"/>
          </a:xfrm>
          <a:prstGeom prst="rect">
            <a:avLst/>
          </a:prstGeom>
          <a:noFill/>
        </p:spPr>
        <p:txBody>
          <a:bodyPr vert="horz" wrap="square" lIns="76200" tIns="50800" rIns="76200" bIns="50800" rtlCol="1">
            <a:spAutoFit/>
          </a:bodyPr>
          <a:lstStyle/>
          <a:p>
            <a:pPr algn="ctr"/>
            <a:r>
              <a:rPr lang="en-US" sz="3200" b="1">
                <a:solidFill>
                  <a:srgbClr val="40512B"/>
                </a:solidFill>
                <a:cs typeface="Times New Roman" panose="02020603050405020304" pitchFamily="18" charset="0"/>
              </a:rPr>
              <a:t>pH R2</a:t>
            </a:r>
            <a:endParaRPr lang="he-IL" sz="3200" b="1" dirty="0">
              <a:solidFill>
                <a:srgbClr val="40512B"/>
              </a:solidFill>
              <a:cs typeface="Times New Roman" panose="02020603050405020304" pitchFamily="18" charset="0"/>
            </a:endParaRPr>
          </a:p>
        </p:txBody>
      </p:sp>
      <p:sp>
        <p:nvSpPr>
          <p:cNvPr id="109" name="מלבן: פינות מעוגלות 108">
            <a:extLst>
              <a:ext uri="{FF2B5EF4-FFF2-40B4-BE49-F238E27FC236}">
                <a16:creationId xmlns:a16="http://schemas.microsoft.com/office/drawing/2014/main" id="{3F616F05-DF76-C0DD-E60F-8DC7389169E3}"/>
              </a:ext>
            </a:extLst>
          </p:cNvPr>
          <p:cNvSpPr/>
          <p:nvPr/>
        </p:nvSpPr>
        <p:spPr>
          <a:xfrm>
            <a:off x="8799513" y="26581100"/>
            <a:ext cx="3694906" cy="1066800"/>
          </a:xfrm>
          <a:prstGeom prst="roundRect">
            <a:avLst>
              <a:gd name="adj" fmla="val 8000"/>
            </a:avLst>
          </a:prstGeom>
          <a:solidFill>
            <a:srgbClr val="F5E8D1"/>
          </a:solidFill>
          <a:ln w="25400" cap="flat" cmpd="sng" algn="ctr">
            <a:noFill/>
            <a:prstDash val="solid"/>
          </a:ln>
          <a:effectLst/>
          <a:extLst>
            <a:ext uri="{91240B29-F687-4F45-9708-019B960494DF}">
              <a14:hiddenLine xmlns:a14="http://schemas.microsoft.com/office/drawing/2010/main" w="25400" cap="flat" cmpd="sng" algn="ctr">
                <a:solidFill>
                  <a:schemeClr val="accent1">
                    <a:shade val="15000"/>
                  </a:schemeClr>
                </a:solidFill>
                <a:prstDash val="solid"/>
              </a14:hiddenLine>
            </a:ext>
          </a:extLst>
        </p:spPr>
        <p:style>
          <a:lnRef idx="2">
            <a:schemeClr val="accent1">
              <a:shade val="15000"/>
            </a:schemeClr>
          </a:lnRef>
          <a:fillRef idx="1">
            <a:schemeClr val="accent1"/>
          </a:fillRef>
          <a:effectRef idx="0">
            <a:schemeClr val="accent1"/>
          </a:effectRef>
          <a:fontRef idx="minor">
            <a:schemeClr val="lt1"/>
          </a:fontRef>
        </p:style>
        <p:txBody>
          <a:bodyPr rtlCol="1" anchor="ctr"/>
          <a:lstStyle/>
          <a:p>
            <a:pPr algn="ctr"/>
            <a:endParaRPr lang="he-IL"/>
          </a:p>
        </p:txBody>
      </p:sp>
      <p:sp>
        <p:nvSpPr>
          <p:cNvPr id="116" name="תיבת טקסט 115">
            <a:extLst>
              <a:ext uri="{FF2B5EF4-FFF2-40B4-BE49-F238E27FC236}">
                <a16:creationId xmlns:a16="http://schemas.microsoft.com/office/drawing/2014/main" id="{0329DED2-BB36-DAE0-3212-6BBE829BB502}"/>
              </a:ext>
            </a:extLst>
          </p:cNvPr>
          <p:cNvSpPr txBox="1"/>
          <p:nvPr/>
        </p:nvSpPr>
        <p:spPr>
          <a:xfrm>
            <a:off x="8875713" y="26518578"/>
            <a:ext cx="3542506" cy="841256"/>
          </a:xfrm>
          <a:prstGeom prst="rect">
            <a:avLst/>
          </a:prstGeom>
          <a:noFill/>
        </p:spPr>
        <p:txBody>
          <a:bodyPr vert="horz" wrap="square" lIns="76200" tIns="50800" rIns="76200" bIns="50800" rtlCol="1">
            <a:spAutoFit/>
          </a:bodyPr>
          <a:lstStyle/>
          <a:p>
            <a:pPr algn="ctr"/>
            <a:r>
              <a:rPr lang="he-IL" sz="4800" b="1">
                <a:solidFill>
                  <a:srgbClr val="B57900"/>
                </a:solidFill>
                <a:cs typeface="Times New Roman" panose="02020603050405020304" pitchFamily="18" charset="0"/>
              </a:rPr>
              <a:t>62%</a:t>
            </a:r>
            <a:endParaRPr lang="he-IL" sz="4800" b="1" dirty="0">
              <a:solidFill>
                <a:srgbClr val="B57900"/>
              </a:solidFill>
              <a:cs typeface="Times New Roman" panose="02020603050405020304" pitchFamily="18" charset="0"/>
            </a:endParaRPr>
          </a:p>
        </p:txBody>
      </p:sp>
      <p:sp>
        <p:nvSpPr>
          <p:cNvPr id="123" name="תיבת טקסט 122">
            <a:extLst>
              <a:ext uri="{FF2B5EF4-FFF2-40B4-BE49-F238E27FC236}">
                <a16:creationId xmlns:a16="http://schemas.microsoft.com/office/drawing/2014/main" id="{7393F21F-FED1-6CDA-0C08-60A582943061}"/>
              </a:ext>
            </a:extLst>
          </p:cNvPr>
          <p:cNvSpPr txBox="1"/>
          <p:nvPr/>
        </p:nvSpPr>
        <p:spPr>
          <a:xfrm>
            <a:off x="8875713" y="27114500"/>
            <a:ext cx="3542506" cy="595035"/>
          </a:xfrm>
          <a:prstGeom prst="rect">
            <a:avLst/>
          </a:prstGeom>
          <a:noFill/>
        </p:spPr>
        <p:txBody>
          <a:bodyPr vert="horz" wrap="square" lIns="76200" tIns="50800" rIns="76200" bIns="50800" rtlCol="1">
            <a:spAutoFit/>
          </a:bodyPr>
          <a:lstStyle/>
          <a:p>
            <a:pPr algn="ctr"/>
            <a:r>
              <a:rPr lang="en-US" sz="3200" b="1">
                <a:solidFill>
                  <a:srgbClr val="40512B"/>
                </a:solidFill>
                <a:cs typeface="Times New Roman" panose="02020603050405020304" pitchFamily="18" charset="0"/>
              </a:rPr>
              <a:t>pH gain</a:t>
            </a:r>
            <a:endParaRPr lang="he-IL" sz="3200" b="1" dirty="0">
              <a:solidFill>
                <a:srgbClr val="40512B"/>
              </a:solidFill>
              <a:cs typeface="Times New Roman" panose="02020603050405020304" pitchFamily="18" charset="0"/>
            </a:endParaRPr>
          </a:p>
        </p:txBody>
      </p:sp>
      <p:sp>
        <p:nvSpPr>
          <p:cNvPr id="152" name="מלבן: פינות מעוגלות 151">
            <a:extLst>
              <a:ext uri="{FF2B5EF4-FFF2-40B4-BE49-F238E27FC236}">
                <a16:creationId xmlns:a16="http://schemas.microsoft.com/office/drawing/2014/main" id="{54DC2E60-5947-1B53-1F13-F3E514B82EC1}"/>
              </a:ext>
            </a:extLst>
          </p:cNvPr>
          <p:cNvSpPr/>
          <p:nvPr/>
        </p:nvSpPr>
        <p:spPr>
          <a:xfrm>
            <a:off x="12697619" y="26581100"/>
            <a:ext cx="3694906" cy="1066800"/>
          </a:xfrm>
          <a:prstGeom prst="roundRect">
            <a:avLst>
              <a:gd name="adj" fmla="val 8000"/>
            </a:avLst>
          </a:prstGeom>
          <a:solidFill>
            <a:srgbClr val="C8D4B4"/>
          </a:solidFill>
          <a:ln w="25400" cap="flat" cmpd="sng" algn="ctr">
            <a:noFill/>
            <a:prstDash val="solid"/>
          </a:ln>
          <a:effectLst/>
          <a:extLst>
            <a:ext uri="{91240B29-F687-4F45-9708-019B960494DF}">
              <a14:hiddenLine xmlns:a14="http://schemas.microsoft.com/office/drawing/2010/main" w="25400" cap="flat" cmpd="sng" algn="ctr">
                <a:solidFill>
                  <a:schemeClr val="accent1">
                    <a:shade val="15000"/>
                  </a:schemeClr>
                </a:solidFill>
                <a:prstDash val="solid"/>
              </a14:hiddenLine>
            </a:ext>
          </a:extLst>
        </p:spPr>
        <p:style>
          <a:lnRef idx="2">
            <a:schemeClr val="accent1">
              <a:shade val="15000"/>
            </a:schemeClr>
          </a:lnRef>
          <a:fillRef idx="1">
            <a:schemeClr val="accent1"/>
          </a:fillRef>
          <a:effectRef idx="0">
            <a:schemeClr val="accent1"/>
          </a:effectRef>
          <a:fontRef idx="minor">
            <a:schemeClr val="lt1"/>
          </a:fontRef>
        </p:style>
        <p:txBody>
          <a:bodyPr rtlCol="1" anchor="ctr"/>
          <a:lstStyle/>
          <a:p>
            <a:pPr algn="ctr"/>
            <a:endParaRPr lang="he-IL"/>
          </a:p>
        </p:txBody>
      </p:sp>
      <p:sp>
        <p:nvSpPr>
          <p:cNvPr id="153" name="תיבת טקסט 152">
            <a:extLst>
              <a:ext uri="{FF2B5EF4-FFF2-40B4-BE49-F238E27FC236}">
                <a16:creationId xmlns:a16="http://schemas.microsoft.com/office/drawing/2014/main" id="{71A6B5EA-7824-5DA2-CD48-00B81B5EF37A}"/>
              </a:ext>
            </a:extLst>
          </p:cNvPr>
          <p:cNvSpPr txBox="1"/>
          <p:nvPr/>
        </p:nvSpPr>
        <p:spPr>
          <a:xfrm>
            <a:off x="12773819" y="26518578"/>
            <a:ext cx="3542506" cy="841256"/>
          </a:xfrm>
          <a:prstGeom prst="rect">
            <a:avLst/>
          </a:prstGeom>
          <a:noFill/>
        </p:spPr>
        <p:txBody>
          <a:bodyPr vert="horz" wrap="square" lIns="76200" tIns="50800" rIns="76200" bIns="50800" rtlCol="1">
            <a:spAutoFit/>
          </a:bodyPr>
          <a:lstStyle/>
          <a:p>
            <a:pPr algn="ctr"/>
            <a:r>
              <a:rPr lang="he-IL" sz="4800" b="1">
                <a:solidFill>
                  <a:srgbClr val="40512B"/>
                </a:solidFill>
                <a:cs typeface="Times New Roman" panose="02020603050405020304" pitchFamily="18" charset="0"/>
              </a:rPr>
              <a:t>0.127</a:t>
            </a:r>
            <a:endParaRPr lang="he-IL" sz="4800" b="1" dirty="0">
              <a:solidFill>
                <a:srgbClr val="40512B"/>
              </a:solidFill>
              <a:cs typeface="Times New Roman" panose="02020603050405020304" pitchFamily="18" charset="0"/>
            </a:endParaRPr>
          </a:p>
        </p:txBody>
      </p:sp>
      <p:sp>
        <p:nvSpPr>
          <p:cNvPr id="154" name="תיבת טקסט 153">
            <a:extLst>
              <a:ext uri="{FF2B5EF4-FFF2-40B4-BE49-F238E27FC236}">
                <a16:creationId xmlns:a16="http://schemas.microsoft.com/office/drawing/2014/main" id="{E0EA7162-8EBF-4764-5DB4-97B65B064F21}"/>
              </a:ext>
            </a:extLst>
          </p:cNvPr>
          <p:cNvSpPr txBox="1"/>
          <p:nvPr/>
        </p:nvSpPr>
        <p:spPr>
          <a:xfrm>
            <a:off x="12773819" y="27114500"/>
            <a:ext cx="3542506" cy="595035"/>
          </a:xfrm>
          <a:prstGeom prst="rect">
            <a:avLst/>
          </a:prstGeom>
          <a:noFill/>
        </p:spPr>
        <p:txBody>
          <a:bodyPr vert="horz" wrap="square" lIns="76200" tIns="50800" rIns="76200" bIns="50800" rtlCol="1">
            <a:spAutoFit/>
          </a:bodyPr>
          <a:lstStyle/>
          <a:p>
            <a:pPr algn="ctr"/>
            <a:r>
              <a:rPr lang="en-US" sz="3200" b="1">
                <a:solidFill>
                  <a:srgbClr val="40512B"/>
                </a:solidFill>
                <a:cs typeface="Times New Roman" panose="02020603050405020304" pitchFamily="18" charset="0"/>
              </a:rPr>
              <a:t>EC MAE</a:t>
            </a:r>
            <a:endParaRPr lang="he-IL" sz="3200" b="1" dirty="0">
              <a:solidFill>
                <a:srgbClr val="40512B"/>
              </a:solidFill>
              <a:cs typeface="Times New Roman" panose="02020603050405020304" pitchFamily="18" charset="0"/>
            </a:endParaRPr>
          </a:p>
        </p:txBody>
      </p:sp>
      <p:sp>
        <p:nvSpPr>
          <p:cNvPr id="155" name="מלבן: פינות מעוגלות 154">
            <a:extLst>
              <a:ext uri="{FF2B5EF4-FFF2-40B4-BE49-F238E27FC236}">
                <a16:creationId xmlns:a16="http://schemas.microsoft.com/office/drawing/2014/main" id="{B95E48A9-2B9A-5D8E-FEA5-4B5E1B1A8E43}"/>
              </a:ext>
            </a:extLst>
          </p:cNvPr>
          <p:cNvSpPr/>
          <p:nvPr/>
        </p:nvSpPr>
        <p:spPr>
          <a:xfrm>
            <a:off x="16595725" y="26581100"/>
            <a:ext cx="3694906" cy="1066800"/>
          </a:xfrm>
          <a:prstGeom prst="roundRect">
            <a:avLst>
              <a:gd name="adj" fmla="val 8000"/>
            </a:avLst>
          </a:prstGeom>
          <a:solidFill>
            <a:srgbClr val="C8D4B4"/>
          </a:solidFill>
          <a:ln w="25400" cap="flat" cmpd="sng" algn="ctr">
            <a:noFill/>
            <a:prstDash val="solid"/>
          </a:ln>
          <a:effectLst/>
          <a:extLst>
            <a:ext uri="{91240B29-F687-4F45-9708-019B960494DF}">
              <a14:hiddenLine xmlns:a14="http://schemas.microsoft.com/office/drawing/2010/main" w="25400" cap="flat" cmpd="sng" algn="ctr">
                <a:solidFill>
                  <a:schemeClr val="accent1">
                    <a:shade val="15000"/>
                  </a:schemeClr>
                </a:solidFill>
                <a:prstDash val="solid"/>
              </a14:hiddenLine>
            </a:ext>
          </a:extLst>
        </p:spPr>
        <p:style>
          <a:lnRef idx="2">
            <a:schemeClr val="accent1">
              <a:shade val="15000"/>
            </a:schemeClr>
          </a:lnRef>
          <a:fillRef idx="1">
            <a:schemeClr val="accent1"/>
          </a:fillRef>
          <a:effectRef idx="0">
            <a:schemeClr val="accent1"/>
          </a:effectRef>
          <a:fontRef idx="minor">
            <a:schemeClr val="lt1"/>
          </a:fontRef>
        </p:style>
        <p:txBody>
          <a:bodyPr rtlCol="1" anchor="ctr"/>
          <a:lstStyle/>
          <a:p>
            <a:pPr algn="ctr"/>
            <a:endParaRPr lang="he-IL"/>
          </a:p>
        </p:txBody>
      </p:sp>
      <p:sp>
        <p:nvSpPr>
          <p:cNvPr id="169" name="תיבת טקסט 168">
            <a:extLst>
              <a:ext uri="{FF2B5EF4-FFF2-40B4-BE49-F238E27FC236}">
                <a16:creationId xmlns:a16="http://schemas.microsoft.com/office/drawing/2014/main" id="{74DC65C7-1828-152E-0FF6-6788F8894085}"/>
              </a:ext>
            </a:extLst>
          </p:cNvPr>
          <p:cNvSpPr txBox="1"/>
          <p:nvPr/>
        </p:nvSpPr>
        <p:spPr>
          <a:xfrm>
            <a:off x="16671925" y="26518578"/>
            <a:ext cx="3542506" cy="841256"/>
          </a:xfrm>
          <a:prstGeom prst="rect">
            <a:avLst/>
          </a:prstGeom>
          <a:noFill/>
        </p:spPr>
        <p:txBody>
          <a:bodyPr vert="horz" wrap="square" lIns="76200" tIns="50800" rIns="76200" bIns="50800" rtlCol="1">
            <a:spAutoFit/>
          </a:bodyPr>
          <a:lstStyle/>
          <a:p>
            <a:pPr algn="ctr"/>
            <a:r>
              <a:rPr lang="he-IL" sz="4800" b="1">
                <a:solidFill>
                  <a:srgbClr val="40512B"/>
                </a:solidFill>
                <a:cs typeface="Times New Roman" panose="02020603050405020304" pitchFamily="18" charset="0"/>
              </a:rPr>
              <a:t>0.98</a:t>
            </a:r>
            <a:endParaRPr lang="he-IL" sz="4800" b="1" dirty="0">
              <a:solidFill>
                <a:srgbClr val="40512B"/>
              </a:solidFill>
              <a:cs typeface="Times New Roman" panose="02020603050405020304" pitchFamily="18" charset="0"/>
            </a:endParaRPr>
          </a:p>
        </p:txBody>
      </p:sp>
      <p:sp>
        <p:nvSpPr>
          <p:cNvPr id="170" name="תיבת טקסט 169">
            <a:extLst>
              <a:ext uri="{FF2B5EF4-FFF2-40B4-BE49-F238E27FC236}">
                <a16:creationId xmlns:a16="http://schemas.microsoft.com/office/drawing/2014/main" id="{395E76A3-BA18-41BF-8D41-7DC53B7BC79E}"/>
              </a:ext>
            </a:extLst>
          </p:cNvPr>
          <p:cNvSpPr txBox="1"/>
          <p:nvPr/>
        </p:nvSpPr>
        <p:spPr>
          <a:xfrm>
            <a:off x="16671925" y="27114500"/>
            <a:ext cx="3542506" cy="595035"/>
          </a:xfrm>
          <a:prstGeom prst="rect">
            <a:avLst/>
          </a:prstGeom>
          <a:noFill/>
        </p:spPr>
        <p:txBody>
          <a:bodyPr vert="horz" wrap="square" lIns="76200" tIns="50800" rIns="76200" bIns="50800" rtlCol="1">
            <a:spAutoFit/>
          </a:bodyPr>
          <a:lstStyle/>
          <a:p>
            <a:pPr algn="ctr"/>
            <a:r>
              <a:rPr lang="en-US" sz="3200" b="1">
                <a:solidFill>
                  <a:srgbClr val="40512B"/>
                </a:solidFill>
                <a:cs typeface="Times New Roman" panose="02020603050405020304" pitchFamily="18" charset="0"/>
              </a:rPr>
              <a:t>EC R2</a:t>
            </a:r>
            <a:endParaRPr lang="he-IL" sz="3200" b="1" dirty="0">
              <a:solidFill>
                <a:srgbClr val="40512B"/>
              </a:solidFill>
              <a:cs typeface="Times New Roman" panose="02020603050405020304" pitchFamily="18" charset="0"/>
            </a:endParaRPr>
          </a:p>
        </p:txBody>
      </p:sp>
      <p:sp>
        <p:nvSpPr>
          <p:cNvPr id="171" name="מלבן: פינות מעוגלות 170">
            <a:extLst>
              <a:ext uri="{FF2B5EF4-FFF2-40B4-BE49-F238E27FC236}">
                <a16:creationId xmlns:a16="http://schemas.microsoft.com/office/drawing/2014/main" id="{CBB8B8F2-1A9E-999A-D03C-14121CA15978}"/>
              </a:ext>
            </a:extLst>
          </p:cNvPr>
          <p:cNvSpPr/>
          <p:nvPr/>
        </p:nvSpPr>
        <p:spPr>
          <a:xfrm>
            <a:off x="20493831" y="26581100"/>
            <a:ext cx="3694907" cy="1066800"/>
          </a:xfrm>
          <a:prstGeom prst="roundRect">
            <a:avLst>
              <a:gd name="adj" fmla="val 8000"/>
            </a:avLst>
          </a:prstGeom>
          <a:solidFill>
            <a:srgbClr val="F5E8D1"/>
          </a:solidFill>
          <a:ln w="25400" cap="flat" cmpd="sng" algn="ctr">
            <a:noFill/>
            <a:prstDash val="solid"/>
          </a:ln>
          <a:effectLst/>
          <a:extLst>
            <a:ext uri="{91240B29-F687-4F45-9708-019B960494DF}">
              <a14:hiddenLine xmlns:a14="http://schemas.microsoft.com/office/drawing/2010/main" w="25400" cap="flat" cmpd="sng" algn="ctr">
                <a:solidFill>
                  <a:schemeClr val="accent1">
                    <a:shade val="15000"/>
                  </a:schemeClr>
                </a:solidFill>
                <a:prstDash val="solid"/>
              </a14:hiddenLine>
            </a:ext>
          </a:extLst>
        </p:spPr>
        <p:style>
          <a:lnRef idx="2">
            <a:schemeClr val="accent1">
              <a:shade val="15000"/>
            </a:schemeClr>
          </a:lnRef>
          <a:fillRef idx="1">
            <a:schemeClr val="accent1"/>
          </a:fillRef>
          <a:effectRef idx="0">
            <a:schemeClr val="accent1"/>
          </a:effectRef>
          <a:fontRef idx="minor">
            <a:schemeClr val="lt1"/>
          </a:fontRef>
        </p:style>
        <p:txBody>
          <a:bodyPr rtlCol="1" anchor="ctr"/>
          <a:lstStyle/>
          <a:p>
            <a:pPr algn="ctr"/>
            <a:endParaRPr lang="he-IL"/>
          </a:p>
        </p:txBody>
      </p:sp>
      <p:sp>
        <p:nvSpPr>
          <p:cNvPr id="172" name="תיבת טקסט 171">
            <a:extLst>
              <a:ext uri="{FF2B5EF4-FFF2-40B4-BE49-F238E27FC236}">
                <a16:creationId xmlns:a16="http://schemas.microsoft.com/office/drawing/2014/main" id="{3EB6FAA6-074B-1A0A-956A-432C238BA64D}"/>
              </a:ext>
            </a:extLst>
          </p:cNvPr>
          <p:cNvSpPr txBox="1"/>
          <p:nvPr/>
        </p:nvSpPr>
        <p:spPr>
          <a:xfrm>
            <a:off x="20570031" y="26518578"/>
            <a:ext cx="3542506" cy="841256"/>
          </a:xfrm>
          <a:prstGeom prst="rect">
            <a:avLst/>
          </a:prstGeom>
          <a:noFill/>
        </p:spPr>
        <p:txBody>
          <a:bodyPr vert="horz" wrap="square" lIns="76200" tIns="50800" rIns="76200" bIns="50800" rtlCol="1">
            <a:spAutoFit/>
          </a:bodyPr>
          <a:lstStyle/>
          <a:p>
            <a:pPr algn="ctr"/>
            <a:r>
              <a:rPr lang="he-IL" sz="4800" b="1">
                <a:solidFill>
                  <a:srgbClr val="B57900"/>
                </a:solidFill>
                <a:cs typeface="Times New Roman" panose="02020603050405020304" pitchFamily="18" charset="0"/>
              </a:rPr>
              <a:t>35%</a:t>
            </a:r>
            <a:endParaRPr lang="he-IL" sz="4800" b="1" dirty="0">
              <a:solidFill>
                <a:srgbClr val="B57900"/>
              </a:solidFill>
              <a:cs typeface="Times New Roman" panose="02020603050405020304" pitchFamily="18" charset="0"/>
            </a:endParaRPr>
          </a:p>
        </p:txBody>
      </p:sp>
      <p:sp>
        <p:nvSpPr>
          <p:cNvPr id="173" name="תיבת טקסט 172">
            <a:extLst>
              <a:ext uri="{FF2B5EF4-FFF2-40B4-BE49-F238E27FC236}">
                <a16:creationId xmlns:a16="http://schemas.microsoft.com/office/drawing/2014/main" id="{BD6B4F80-D699-93D1-EE4C-8B1C2B99B794}"/>
              </a:ext>
            </a:extLst>
          </p:cNvPr>
          <p:cNvSpPr txBox="1"/>
          <p:nvPr/>
        </p:nvSpPr>
        <p:spPr>
          <a:xfrm>
            <a:off x="20570031" y="27114500"/>
            <a:ext cx="3542506" cy="595035"/>
          </a:xfrm>
          <a:prstGeom prst="rect">
            <a:avLst/>
          </a:prstGeom>
          <a:noFill/>
        </p:spPr>
        <p:txBody>
          <a:bodyPr vert="horz" wrap="square" lIns="76200" tIns="50800" rIns="76200" bIns="50800" rtlCol="1">
            <a:spAutoFit/>
          </a:bodyPr>
          <a:lstStyle/>
          <a:p>
            <a:pPr algn="ctr"/>
            <a:r>
              <a:rPr lang="en-US" sz="3200" b="1">
                <a:solidFill>
                  <a:srgbClr val="40512B"/>
                </a:solidFill>
                <a:cs typeface="Times New Roman" panose="02020603050405020304" pitchFamily="18" charset="0"/>
              </a:rPr>
              <a:t>EC gain</a:t>
            </a:r>
            <a:endParaRPr lang="he-IL" sz="3200" b="1" dirty="0">
              <a:solidFill>
                <a:srgbClr val="40512B"/>
              </a:solidFill>
              <a:cs typeface="Times New Roman" panose="02020603050405020304" pitchFamily="18" charset="0"/>
            </a:endParaRPr>
          </a:p>
        </p:txBody>
      </p:sp>
      <p:sp>
        <p:nvSpPr>
          <p:cNvPr id="178" name="מלבן: פינות מעוגלות 177">
            <a:extLst>
              <a:ext uri="{FF2B5EF4-FFF2-40B4-BE49-F238E27FC236}">
                <a16:creationId xmlns:a16="http://schemas.microsoft.com/office/drawing/2014/main" id="{13192204-3331-1E1D-51BE-CAEFE3DC62F7}"/>
              </a:ext>
            </a:extLst>
          </p:cNvPr>
          <p:cNvSpPr/>
          <p:nvPr/>
        </p:nvSpPr>
        <p:spPr>
          <a:xfrm>
            <a:off x="647700" y="32067500"/>
            <a:ext cx="23896638" cy="3195638"/>
          </a:xfrm>
          <a:prstGeom prst="roundRect">
            <a:avLst>
              <a:gd name="adj" fmla="val 6000"/>
            </a:avLst>
          </a:prstGeom>
          <a:solidFill>
            <a:srgbClr val="FFFDF5"/>
          </a:solidFill>
          <a:ln w="17145">
            <a:solidFill>
              <a:srgbClr val="B7C4A7"/>
            </a:solidFill>
          </a:ln>
        </p:spPr>
        <p:style>
          <a:lnRef idx="2">
            <a:schemeClr val="accent1">
              <a:shade val="15000"/>
            </a:schemeClr>
          </a:lnRef>
          <a:fillRef idx="1">
            <a:schemeClr val="accent1"/>
          </a:fillRef>
          <a:effectRef idx="0">
            <a:schemeClr val="accent1"/>
          </a:effectRef>
          <a:fontRef idx="minor">
            <a:schemeClr val="lt1"/>
          </a:fontRef>
        </p:style>
        <p:txBody>
          <a:bodyPr rtlCol="1" anchor="ctr"/>
          <a:lstStyle/>
          <a:p>
            <a:pPr algn="ctr"/>
            <a:endParaRPr lang="he-IL"/>
          </a:p>
        </p:txBody>
      </p:sp>
      <p:sp>
        <p:nvSpPr>
          <p:cNvPr id="179" name="מלבן: פינות מעוגלות 178">
            <a:extLst>
              <a:ext uri="{FF2B5EF4-FFF2-40B4-BE49-F238E27FC236}">
                <a16:creationId xmlns:a16="http://schemas.microsoft.com/office/drawing/2014/main" id="{BAC1ADC2-8251-660F-50F2-84619D41EC44}"/>
              </a:ext>
            </a:extLst>
          </p:cNvPr>
          <p:cNvSpPr/>
          <p:nvPr/>
        </p:nvSpPr>
        <p:spPr>
          <a:xfrm>
            <a:off x="939800" y="32321500"/>
            <a:ext cx="609600" cy="609600"/>
          </a:xfrm>
          <a:prstGeom prst="roundRect">
            <a:avLst/>
          </a:prstGeom>
          <a:solidFill>
            <a:srgbClr val="E4AD1F"/>
          </a:solidFill>
          <a:ln w="25400" cap="flat" cmpd="sng" algn="ctr">
            <a:noFill/>
            <a:prstDash val="solid"/>
          </a:ln>
          <a:effectLst/>
          <a:extLst>
            <a:ext uri="{91240B29-F687-4F45-9708-019B960494DF}">
              <a14:hiddenLine xmlns:a14="http://schemas.microsoft.com/office/drawing/2010/main" w="25400" cap="flat" cmpd="sng" algn="ctr">
                <a:solidFill>
                  <a:schemeClr val="accent1">
                    <a:shade val="15000"/>
                  </a:schemeClr>
                </a:solidFill>
                <a:prstDash val="solid"/>
              </a14:hiddenLine>
            </a:ext>
          </a:extLst>
        </p:spPr>
        <p:style>
          <a:lnRef idx="2">
            <a:schemeClr val="accent1">
              <a:shade val="15000"/>
            </a:schemeClr>
          </a:lnRef>
          <a:fillRef idx="1">
            <a:schemeClr val="accent1"/>
          </a:fillRef>
          <a:effectRef idx="0">
            <a:schemeClr val="accent1"/>
          </a:effectRef>
          <a:fontRef idx="minor">
            <a:schemeClr val="lt1"/>
          </a:fontRef>
        </p:style>
        <p:txBody>
          <a:bodyPr lIns="76200" tIns="50800" rIns="76200" bIns="50800" rtlCol="1" anchor="ctr"/>
          <a:lstStyle/>
          <a:p>
            <a:pPr algn="ctr"/>
            <a:r>
              <a:rPr lang="he-IL" sz="2800" b="1">
                <a:solidFill>
                  <a:srgbClr val="FFFFFF"/>
                </a:solidFill>
              </a:rPr>
              <a:t>09</a:t>
            </a:r>
          </a:p>
        </p:txBody>
      </p:sp>
      <p:sp>
        <p:nvSpPr>
          <p:cNvPr id="180" name="תיבת טקסט 179">
            <a:extLst>
              <a:ext uri="{FF2B5EF4-FFF2-40B4-BE49-F238E27FC236}">
                <a16:creationId xmlns:a16="http://schemas.microsoft.com/office/drawing/2014/main" id="{243FF85A-64B3-99C6-E6F8-B6204C9429E0}"/>
              </a:ext>
            </a:extLst>
          </p:cNvPr>
          <p:cNvSpPr txBox="1"/>
          <p:nvPr/>
        </p:nvSpPr>
        <p:spPr>
          <a:xfrm>
            <a:off x="1689100" y="32258000"/>
            <a:ext cx="22499638" cy="718145"/>
          </a:xfrm>
          <a:prstGeom prst="rect">
            <a:avLst/>
          </a:prstGeom>
          <a:noFill/>
        </p:spPr>
        <p:txBody>
          <a:bodyPr vert="horz" wrap="square" lIns="76200" tIns="50800" rIns="76200" bIns="50800" rtlCol="1">
            <a:spAutoFit/>
          </a:bodyPr>
          <a:lstStyle/>
          <a:p>
            <a:r>
              <a:rPr lang="en-US" sz="4000" b="1" dirty="0">
                <a:solidFill>
                  <a:srgbClr val="40512B"/>
                </a:solidFill>
                <a:cs typeface="Times New Roman" panose="02020603050405020304" pitchFamily="18" charset="0"/>
              </a:rPr>
              <a:t>Conclusions</a:t>
            </a:r>
            <a:endParaRPr lang="he-IL" sz="4000" b="1" dirty="0">
              <a:solidFill>
                <a:srgbClr val="40512B"/>
              </a:solidFill>
              <a:cs typeface="Times New Roman" panose="02020603050405020304" pitchFamily="18" charset="0"/>
            </a:endParaRPr>
          </a:p>
        </p:txBody>
      </p:sp>
      <p:sp>
        <p:nvSpPr>
          <p:cNvPr id="181" name="מלבן 180">
            <a:extLst>
              <a:ext uri="{FF2B5EF4-FFF2-40B4-BE49-F238E27FC236}">
                <a16:creationId xmlns:a16="http://schemas.microsoft.com/office/drawing/2014/main" id="{18E2001A-4EC1-8000-4C7B-8E35B46AD1C4}"/>
              </a:ext>
            </a:extLst>
          </p:cNvPr>
          <p:cNvSpPr/>
          <p:nvPr/>
        </p:nvSpPr>
        <p:spPr>
          <a:xfrm>
            <a:off x="1003300" y="33032700"/>
            <a:ext cx="23185438" cy="19050"/>
          </a:xfrm>
          <a:prstGeom prst="rect">
            <a:avLst/>
          </a:prstGeom>
          <a:solidFill>
            <a:srgbClr val="B7C4A7"/>
          </a:solidFill>
          <a:ln w="25400" cap="flat" cmpd="sng" algn="ctr">
            <a:noFill/>
            <a:prstDash val="solid"/>
          </a:ln>
          <a:effectLst/>
          <a:extLst>
            <a:ext uri="{91240B29-F687-4F45-9708-019B960494DF}">
              <a14:hiddenLine xmlns:a14="http://schemas.microsoft.com/office/drawing/2010/main" w="25400" cap="flat" cmpd="sng" algn="ctr">
                <a:solidFill>
                  <a:schemeClr val="accent1">
                    <a:shade val="15000"/>
                  </a:schemeClr>
                </a:solidFill>
                <a:prstDash val="solid"/>
              </a14:hiddenLine>
            </a:ext>
          </a:extLst>
        </p:spPr>
        <p:style>
          <a:lnRef idx="2">
            <a:schemeClr val="accent1">
              <a:shade val="15000"/>
            </a:schemeClr>
          </a:lnRef>
          <a:fillRef idx="1">
            <a:schemeClr val="accent1"/>
          </a:fillRef>
          <a:effectRef idx="0">
            <a:schemeClr val="accent1"/>
          </a:effectRef>
          <a:fontRef idx="minor">
            <a:schemeClr val="lt1"/>
          </a:fontRef>
        </p:style>
        <p:txBody>
          <a:bodyPr rtlCol="1" anchor="ctr"/>
          <a:lstStyle/>
          <a:p>
            <a:pPr algn="ctr"/>
            <a:endParaRPr lang="he-IL"/>
          </a:p>
        </p:txBody>
      </p:sp>
      <p:sp>
        <p:nvSpPr>
          <p:cNvPr id="182" name="מלבן: פינות מעוגלות 181">
            <a:extLst>
              <a:ext uri="{FF2B5EF4-FFF2-40B4-BE49-F238E27FC236}">
                <a16:creationId xmlns:a16="http://schemas.microsoft.com/office/drawing/2014/main" id="{01A03FAE-583F-6D63-F50B-8FA39FA91BCC}"/>
              </a:ext>
            </a:extLst>
          </p:cNvPr>
          <p:cNvSpPr/>
          <p:nvPr/>
        </p:nvSpPr>
        <p:spPr>
          <a:xfrm>
            <a:off x="1181100" y="33362900"/>
            <a:ext cx="7423679" cy="1544638"/>
          </a:xfrm>
          <a:prstGeom prst="roundRect">
            <a:avLst>
              <a:gd name="adj" fmla="val 5000"/>
            </a:avLst>
          </a:prstGeom>
          <a:solidFill>
            <a:srgbClr val="FFFFFF"/>
          </a:solidFill>
          <a:ln w="12700">
            <a:solidFill>
              <a:srgbClr val="B7C4A7"/>
            </a:solidFill>
          </a:ln>
        </p:spPr>
        <p:style>
          <a:lnRef idx="2">
            <a:schemeClr val="accent1">
              <a:shade val="15000"/>
            </a:schemeClr>
          </a:lnRef>
          <a:fillRef idx="1">
            <a:schemeClr val="accent1"/>
          </a:fillRef>
          <a:effectRef idx="0">
            <a:schemeClr val="accent1"/>
          </a:effectRef>
          <a:fontRef idx="minor">
            <a:schemeClr val="lt1"/>
          </a:fontRef>
        </p:style>
        <p:txBody>
          <a:bodyPr rtlCol="1" anchor="ctr"/>
          <a:lstStyle/>
          <a:p>
            <a:pPr algn="ctr"/>
            <a:endParaRPr lang="he-IL"/>
          </a:p>
        </p:txBody>
      </p:sp>
      <p:sp>
        <p:nvSpPr>
          <p:cNvPr id="183" name="תיבת טקסט 182">
            <a:extLst>
              <a:ext uri="{FF2B5EF4-FFF2-40B4-BE49-F238E27FC236}">
                <a16:creationId xmlns:a16="http://schemas.microsoft.com/office/drawing/2014/main" id="{7000422F-F813-6EAA-5329-972B27BA4980}"/>
              </a:ext>
            </a:extLst>
          </p:cNvPr>
          <p:cNvSpPr txBox="1"/>
          <p:nvPr/>
        </p:nvSpPr>
        <p:spPr>
          <a:xfrm>
            <a:off x="1384300" y="33515300"/>
            <a:ext cx="7017279" cy="533479"/>
          </a:xfrm>
          <a:prstGeom prst="rect">
            <a:avLst/>
          </a:prstGeom>
          <a:noFill/>
        </p:spPr>
        <p:txBody>
          <a:bodyPr vert="horz" wrap="square" lIns="76200" tIns="50800" rIns="76200" bIns="50800" rtlCol="1">
            <a:spAutoFit/>
          </a:bodyPr>
          <a:lstStyle/>
          <a:p>
            <a:r>
              <a:rPr lang="en-US" sz="2800" b="1" dirty="0">
                <a:solidFill>
                  <a:srgbClr val="557123"/>
                </a:solidFill>
                <a:cs typeface="Times New Roman" panose="02020603050405020304" pitchFamily="18" charset="0"/>
              </a:rPr>
              <a:t>Prediction value</a:t>
            </a:r>
            <a:endParaRPr lang="he-IL" sz="2800" b="1" dirty="0">
              <a:solidFill>
                <a:srgbClr val="557123"/>
              </a:solidFill>
              <a:cs typeface="Times New Roman" panose="02020603050405020304" pitchFamily="18" charset="0"/>
            </a:endParaRPr>
          </a:p>
        </p:txBody>
      </p:sp>
      <p:sp>
        <p:nvSpPr>
          <p:cNvPr id="184" name="תיבת טקסט 183">
            <a:extLst>
              <a:ext uri="{FF2B5EF4-FFF2-40B4-BE49-F238E27FC236}">
                <a16:creationId xmlns:a16="http://schemas.microsoft.com/office/drawing/2014/main" id="{8202181C-AB47-E4B3-FD24-EAD364677FAC}"/>
              </a:ext>
            </a:extLst>
          </p:cNvPr>
          <p:cNvSpPr txBox="1"/>
          <p:nvPr/>
        </p:nvSpPr>
        <p:spPr>
          <a:xfrm>
            <a:off x="1384300" y="33959800"/>
            <a:ext cx="7220479" cy="841256"/>
          </a:xfrm>
          <a:prstGeom prst="rect">
            <a:avLst/>
          </a:prstGeom>
          <a:noFill/>
        </p:spPr>
        <p:txBody>
          <a:bodyPr vert="horz" wrap="square" lIns="76200" tIns="50800" rIns="76200" bIns="50800" rtlCol="1">
            <a:spAutoFit/>
          </a:bodyPr>
          <a:lstStyle/>
          <a:p>
            <a:r>
              <a:rPr lang="en-US" sz="2400" dirty="0">
                <a:solidFill>
                  <a:srgbClr val="40512B"/>
                </a:solidFill>
                <a:ea typeface="Cambria" panose="02040503050406030204" pitchFamily="18" charset="0"/>
                <a:cs typeface="Times New Roman" panose="02020603050405020304" pitchFamily="18" charset="0"/>
              </a:rPr>
              <a:t>Improves over the last-measurement baseline, supporting earlier pH and EC drift detection.</a:t>
            </a:r>
            <a:endParaRPr lang="he-IL" sz="2400" dirty="0">
              <a:solidFill>
                <a:srgbClr val="40512B"/>
              </a:solidFill>
              <a:ea typeface="Cambria" panose="02040503050406030204" pitchFamily="18" charset="0"/>
              <a:cs typeface="Times New Roman" panose="02020603050405020304" pitchFamily="18" charset="0"/>
            </a:endParaRPr>
          </a:p>
        </p:txBody>
      </p:sp>
      <p:sp>
        <p:nvSpPr>
          <p:cNvPr id="185" name="מלבן: פינות מעוגלות 184">
            <a:extLst>
              <a:ext uri="{FF2B5EF4-FFF2-40B4-BE49-F238E27FC236}">
                <a16:creationId xmlns:a16="http://schemas.microsoft.com/office/drawing/2014/main" id="{D2712953-BD9C-8A9F-4AFD-3DDE2568C98C}"/>
              </a:ext>
            </a:extLst>
          </p:cNvPr>
          <p:cNvSpPr/>
          <p:nvPr/>
        </p:nvSpPr>
        <p:spPr>
          <a:xfrm>
            <a:off x="8884179" y="33362900"/>
            <a:ext cx="7423680" cy="1544638"/>
          </a:xfrm>
          <a:prstGeom prst="roundRect">
            <a:avLst>
              <a:gd name="adj" fmla="val 5000"/>
            </a:avLst>
          </a:prstGeom>
          <a:solidFill>
            <a:srgbClr val="FFFFFF"/>
          </a:solidFill>
          <a:ln w="12700">
            <a:solidFill>
              <a:srgbClr val="B7C4A7"/>
            </a:solidFill>
          </a:ln>
        </p:spPr>
        <p:style>
          <a:lnRef idx="2">
            <a:schemeClr val="accent1">
              <a:shade val="15000"/>
            </a:schemeClr>
          </a:lnRef>
          <a:fillRef idx="1">
            <a:schemeClr val="accent1"/>
          </a:fillRef>
          <a:effectRef idx="0">
            <a:schemeClr val="accent1"/>
          </a:effectRef>
          <a:fontRef idx="minor">
            <a:schemeClr val="lt1"/>
          </a:fontRef>
        </p:style>
        <p:txBody>
          <a:bodyPr rtlCol="1" anchor="ctr"/>
          <a:lstStyle/>
          <a:p>
            <a:pPr algn="ctr"/>
            <a:endParaRPr lang="he-IL"/>
          </a:p>
        </p:txBody>
      </p:sp>
      <p:sp>
        <p:nvSpPr>
          <p:cNvPr id="186" name="תיבת טקסט 185">
            <a:extLst>
              <a:ext uri="{FF2B5EF4-FFF2-40B4-BE49-F238E27FC236}">
                <a16:creationId xmlns:a16="http://schemas.microsoft.com/office/drawing/2014/main" id="{88D98828-03D2-CEEA-E05F-D008DB6C853D}"/>
              </a:ext>
            </a:extLst>
          </p:cNvPr>
          <p:cNvSpPr txBox="1"/>
          <p:nvPr/>
        </p:nvSpPr>
        <p:spPr>
          <a:xfrm>
            <a:off x="9087379" y="33515300"/>
            <a:ext cx="7017279" cy="533479"/>
          </a:xfrm>
          <a:prstGeom prst="rect">
            <a:avLst/>
          </a:prstGeom>
          <a:noFill/>
        </p:spPr>
        <p:txBody>
          <a:bodyPr vert="horz" wrap="square" lIns="76200" tIns="50800" rIns="76200" bIns="50800" rtlCol="1">
            <a:spAutoFit/>
          </a:bodyPr>
          <a:lstStyle/>
          <a:p>
            <a:r>
              <a:rPr lang="en-US" sz="2800" b="1">
                <a:solidFill>
                  <a:srgbClr val="557123"/>
                </a:solidFill>
                <a:cs typeface="Times New Roman" panose="02020603050405020304" pitchFamily="18" charset="0"/>
              </a:rPr>
              <a:t>Decision support</a:t>
            </a:r>
            <a:endParaRPr lang="he-IL" sz="2800" b="1" dirty="0">
              <a:solidFill>
                <a:srgbClr val="557123"/>
              </a:solidFill>
              <a:cs typeface="Times New Roman" panose="02020603050405020304" pitchFamily="18" charset="0"/>
            </a:endParaRPr>
          </a:p>
        </p:txBody>
      </p:sp>
      <p:sp>
        <p:nvSpPr>
          <p:cNvPr id="187" name="תיבת טקסט 186">
            <a:extLst>
              <a:ext uri="{FF2B5EF4-FFF2-40B4-BE49-F238E27FC236}">
                <a16:creationId xmlns:a16="http://schemas.microsoft.com/office/drawing/2014/main" id="{A14E9F50-EC63-A6EA-B369-E5BF94357457}"/>
              </a:ext>
            </a:extLst>
          </p:cNvPr>
          <p:cNvSpPr txBox="1"/>
          <p:nvPr/>
        </p:nvSpPr>
        <p:spPr>
          <a:xfrm>
            <a:off x="9087379" y="33959800"/>
            <a:ext cx="7228946" cy="841256"/>
          </a:xfrm>
          <a:prstGeom prst="rect">
            <a:avLst/>
          </a:prstGeom>
          <a:noFill/>
        </p:spPr>
        <p:txBody>
          <a:bodyPr vert="horz" wrap="square" lIns="76200" tIns="50800" rIns="76200" bIns="50800" rtlCol="1">
            <a:spAutoFit/>
          </a:bodyPr>
          <a:lstStyle/>
          <a:p>
            <a:r>
              <a:rPr lang="en-US" sz="2400" dirty="0">
                <a:solidFill>
                  <a:srgbClr val="40512B"/>
                </a:solidFill>
                <a:ea typeface="Cambria" panose="02040503050406030204" pitchFamily="18" charset="0"/>
                <a:cs typeface="Times New Roman" panose="02020603050405020304" pitchFamily="18" charset="0"/>
              </a:rPr>
              <a:t>Forecasts let growers test planned irrigation and fertigation actions before applying them.</a:t>
            </a:r>
            <a:endParaRPr lang="he-IL" sz="2400" dirty="0">
              <a:solidFill>
                <a:srgbClr val="40512B"/>
              </a:solidFill>
              <a:ea typeface="Cambria" panose="02040503050406030204" pitchFamily="18" charset="0"/>
              <a:cs typeface="Times New Roman" panose="02020603050405020304" pitchFamily="18" charset="0"/>
            </a:endParaRPr>
          </a:p>
        </p:txBody>
      </p:sp>
      <p:sp>
        <p:nvSpPr>
          <p:cNvPr id="188" name="מלבן: פינות מעוגלות 187">
            <a:extLst>
              <a:ext uri="{FF2B5EF4-FFF2-40B4-BE49-F238E27FC236}">
                <a16:creationId xmlns:a16="http://schemas.microsoft.com/office/drawing/2014/main" id="{03513389-33A1-AA7D-BC8F-BCA53E457F2F}"/>
              </a:ext>
            </a:extLst>
          </p:cNvPr>
          <p:cNvSpPr/>
          <p:nvPr/>
        </p:nvSpPr>
        <p:spPr>
          <a:xfrm>
            <a:off x="16587259" y="33362900"/>
            <a:ext cx="7423679" cy="1544638"/>
          </a:xfrm>
          <a:prstGeom prst="roundRect">
            <a:avLst>
              <a:gd name="adj" fmla="val 5000"/>
            </a:avLst>
          </a:prstGeom>
          <a:solidFill>
            <a:srgbClr val="FFFFFF"/>
          </a:solidFill>
          <a:ln w="12700">
            <a:solidFill>
              <a:srgbClr val="B7C4A7"/>
            </a:solidFill>
          </a:ln>
        </p:spPr>
        <p:style>
          <a:lnRef idx="2">
            <a:schemeClr val="accent1">
              <a:shade val="15000"/>
            </a:schemeClr>
          </a:lnRef>
          <a:fillRef idx="1">
            <a:schemeClr val="accent1"/>
          </a:fillRef>
          <a:effectRef idx="0">
            <a:schemeClr val="accent1"/>
          </a:effectRef>
          <a:fontRef idx="minor">
            <a:schemeClr val="lt1"/>
          </a:fontRef>
        </p:style>
        <p:txBody>
          <a:bodyPr rtlCol="1" anchor="ctr"/>
          <a:lstStyle/>
          <a:p>
            <a:pPr algn="ctr"/>
            <a:endParaRPr lang="he-IL"/>
          </a:p>
        </p:txBody>
      </p:sp>
      <p:sp>
        <p:nvSpPr>
          <p:cNvPr id="189" name="תיבת טקסט 188">
            <a:extLst>
              <a:ext uri="{FF2B5EF4-FFF2-40B4-BE49-F238E27FC236}">
                <a16:creationId xmlns:a16="http://schemas.microsoft.com/office/drawing/2014/main" id="{4C2F6FBB-18AB-775D-3C8E-923A09C8D3E2}"/>
              </a:ext>
            </a:extLst>
          </p:cNvPr>
          <p:cNvSpPr txBox="1"/>
          <p:nvPr/>
        </p:nvSpPr>
        <p:spPr>
          <a:xfrm>
            <a:off x="16790459" y="33515300"/>
            <a:ext cx="7017279" cy="533479"/>
          </a:xfrm>
          <a:prstGeom prst="rect">
            <a:avLst/>
          </a:prstGeom>
          <a:noFill/>
        </p:spPr>
        <p:txBody>
          <a:bodyPr vert="horz" wrap="square" lIns="76200" tIns="50800" rIns="76200" bIns="50800" rtlCol="1">
            <a:spAutoFit/>
          </a:bodyPr>
          <a:lstStyle/>
          <a:p>
            <a:r>
              <a:rPr lang="en-US" sz="2800" b="1" dirty="0">
                <a:solidFill>
                  <a:srgbClr val="557123"/>
                </a:solidFill>
                <a:cs typeface="Times New Roman" panose="02020603050405020304" pitchFamily="18" charset="0"/>
              </a:rPr>
              <a:t>Soft-sensor feasibility</a:t>
            </a:r>
            <a:endParaRPr lang="he-IL" sz="2800" b="1" dirty="0">
              <a:solidFill>
                <a:srgbClr val="557123"/>
              </a:solidFill>
              <a:cs typeface="Times New Roman" panose="02020603050405020304" pitchFamily="18" charset="0"/>
            </a:endParaRPr>
          </a:p>
        </p:txBody>
      </p:sp>
      <p:sp>
        <p:nvSpPr>
          <p:cNvPr id="190" name="תיבת טקסט 189">
            <a:extLst>
              <a:ext uri="{FF2B5EF4-FFF2-40B4-BE49-F238E27FC236}">
                <a16:creationId xmlns:a16="http://schemas.microsoft.com/office/drawing/2014/main" id="{0D9FBAA3-5E8F-0AE6-28AD-E2544F568B4D}"/>
              </a:ext>
            </a:extLst>
          </p:cNvPr>
          <p:cNvSpPr txBox="1"/>
          <p:nvPr/>
        </p:nvSpPr>
        <p:spPr>
          <a:xfrm>
            <a:off x="16790459" y="33959800"/>
            <a:ext cx="7245879" cy="841256"/>
          </a:xfrm>
          <a:prstGeom prst="rect">
            <a:avLst/>
          </a:prstGeom>
          <a:noFill/>
        </p:spPr>
        <p:txBody>
          <a:bodyPr vert="horz" wrap="square" lIns="76200" tIns="50800" rIns="76200" bIns="50800" rtlCol="1">
            <a:spAutoFit/>
          </a:bodyPr>
          <a:lstStyle/>
          <a:p>
            <a:r>
              <a:rPr lang="en-US" sz="2400" dirty="0">
                <a:solidFill>
                  <a:srgbClr val="40512B"/>
                </a:solidFill>
                <a:ea typeface="Cambria" panose="02040503050406030204" pitchFamily="18" charset="0"/>
                <a:cs typeface="Times New Roman" panose="02020603050405020304" pitchFamily="18" charset="0"/>
              </a:rPr>
              <a:t>Sparse samples can still support useful root-zone forecasting when combined with dense greenhouse data.</a:t>
            </a:r>
            <a:endParaRPr lang="he-IL" sz="2400" dirty="0">
              <a:solidFill>
                <a:srgbClr val="40512B"/>
              </a:solidFill>
              <a:ea typeface="Cambria" panose="02040503050406030204" pitchFamily="18" charset="0"/>
              <a:cs typeface="Times New Roman" panose="02020603050405020304" pitchFamily="18" charset="0"/>
            </a:endParaRPr>
          </a:p>
        </p:txBody>
      </p:sp>
      <p:pic>
        <p:nvPicPr>
          <p:cNvPr id="36" name="תמונה 35">
            <a:extLst>
              <a:ext uri="{FF2B5EF4-FFF2-40B4-BE49-F238E27FC236}">
                <a16:creationId xmlns:a16="http://schemas.microsoft.com/office/drawing/2014/main" id="{68414C20-283D-9769-7679-3B0A1DFBFC7B}"/>
              </a:ext>
            </a:extLst>
          </p:cNvPr>
          <p:cNvPicPr>
            <a:picLocks noChangeAspect="1"/>
          </p:cNvPicPr>
          <p:nvPr/>
        </p:nvPicPr>
        <p:blipFill>
          <a:blip r:embed="rId7" cstate="print">
            <a:extLst>
              <a:ext uri="{28A0092B-C50C-407E-A947-70E740481C1C}">
                <a14:useLocalDpi xmlns:a14="http://schemas.microsoft.com/office/drawing/2010/main" val="0"/>
              </a:ext>
            </a:extLst>
          </a:blip>
          <a:stretch>
            <a:fillRect/>
          </a:stretch>
        </p:blipFill>
        <p:spPr>
          <a:xfrm>
            <a:off x="8958400" y="11851708"/>
            <a:ext cx="7349459" cy="4213691"/>
          </a:xfrm>
          <a:prstGeom prst="rect">
            <a:avLst/>
          </a:prstGeom>
        </p:spPr>
      </p:pic>
      <p:pic>
        <p:nvPicPr>
          <p:cNvPr id="8" name="תמונה 7">
            <a:extLst>
              <a:ext uri="{FF2B5EF4-FFF2-40B4-BE49-F238E27FC236}">
                <a16:creationId xmlns:a16="http://schemas.microsoft.com/office/drawing/2014/main" id="{83ADC94F-3353-82A5-7646-6B3F11347CAD}"/>
              </a:ext>
            </a:extLst>
          </p:cNvPr>
          <p:cNvPicPr>
            <a:picLocks noChangeAspect="1"/>
          </p:cNvPicPr>
          <p:nvPr/>
        </p:nvPicPr>
        <p:blipFill>
          <a:blip r:embed="rId8">
            <a:extLst>
              <a:ext uri="{28A0092B-C50C-407E-A947-70E740481C1C}">
                <a14:useLocalDpi xmlns:a14="http://schemas.microsoft.com/office/drawing/2010/main" val="0"/>
              </a:ext>
            </a:extLst>
          </a:blip>
          <a:stretch>
            <a:fillRect/>
          </a:stretch>
        </p:blipFill>
        <p:spPr>
          <a:xfrm>
            <a:off x="1003300" y="27717429"/>
            <a:ext cx="11491119" cy="3977695"/>
          </a:xfrm>
          <a:prstGeom prst="rect">
            <a:avLst/>
          </a:prstGeom>
        </p:spPr>
      </p:pic>
      <p:pic>
        <p:nvPicPr>
          <p:cNvPr id="43" name="תמונה 42">
            <a:extLst>
              <a:ext uri="{FF2B5EF4-FFF2-40B4-BE49-F238E27FC236}">
                <a16:creationId xmlns:a16="http://schemas.microsoft.com/office/drawing/2014/main" id="{D58A909B-5A32-7B5F-67B4-DF6C9A11EEFB}"/>
              </a:ext>
            </a:extLst>
          </p:cNvPr>
          <p:cNvPicPr>
            <a:picLocks noChangeAspect="1"/>
          </p:cNvPicPr>
          <p:nvPr/>
        </p:nvPicPr>
        <p:blipFill>
          <a:blip r:embed="rId9">
            <a:extLst>
              <a:ext uri="{28A0092B-C50C-407E-A947-70E740481C1C}">
                <a14:useLocalDpi xmlns:a14="http://schemas.microsoft.com/office/drawing/2010/main" val="0"/>
              </a:ext>
            </a:extLst>
          </a:blip>
          <a:stretch>
            <a:fillRect/>
          </a:stretch>
        </p:blipFill>
        <p:spPr>
          <a:xfrm>
            <a:off x="12697619" y="27709536"/>
            <a:ext cx="11544068" cy="3996024"/>
          </a:xfrm>
          <a:prstGeom prst="rect">
            <a:avLst/>
          </a:prstGeom>
        </p:spPr>
      </p:pic>
    </p:spTree>
    <p:extLst>
      <p:ext uri="{BB962C8B-B14F-4D97-AF65-F5344CB8AC3E}">
        <p14:creationId xmlns:p14="http://schemas.microsoft.com/office/powerpoint/2010/main" val="1587688478"/>
      </p:ext>
    </p:extLst>
  </p:cSld>
  <p:clrMapOvr>
    <a:masterClrMapping/>
  </p:clrMapOvr>
</p:sld>
</file>

<file path=ppt/theme/theme1.xml><?xml version="1.0" encoding="utf-8"?>
<a:theme xmlns:a="http://schemas.openxmlformats.org/drawingml/2006/main" name="PosterPresentations.com-70CMx100CM">
  <a:themeElements>
    <a:clrScheme name="Paper">
      <a:dk1>
        <a:sysClr val="windowText" lastClr="000000"/>
      </a:dk1>
      <a:lt1>
        <a:sysClr val="window" lastClr="FFFFFF"/>
      </a:lt1>
      <a:dk2>
        <a:srgbClr val="444D26"/>
      </a:dk2>
      <a:lt2>
        <a:srgbClr val="FEFAC9"/>
      </a:lt2>
      <a:accent1>
        <a:srgbClr val="A5B592"/>
      </a:accent1>
      <a:accent2>
        <a:srgbClr val="F3A447"/>
      </a:accent2>
      <a:accent3>
        <a:srgbClr val="E7BC29"/>
      </a:accent3>
      <a:accent4>
        <a:srgbClr val="D092A7"/>
      </a:accent4>
      <a:accent5>
        <a:srgbClr val="9C85C0"/>
      </a:accent5>
      <a:accent6>
        <a:srgbClr val="809EC2"/>
      </a:accent6>
      <a:hlink>
        <a:srgbClr val="8E58B6"/>
      </a:hlink>
      <a:folHlink>
        <a:srgbClr val="7F6F6F"/>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txDef>
      <a:spPr>
        <a:noFill/>
      </a:spPr>
      <a:bodyPr wrap="square" rtlCol="0">
        <a:spAutoFit/>
      </a:bodyPr>
      <a:lstStyle>
        <a:defPPr>
          <a:defRPr sz="2400" dirty="0">
            <a:latin typeface="Times New Roman" panose="02020603050405020304" pitchFamily="18" charset="0"/>
            <a:cs typeface="Times New Roman" panose="02020603050405020304" pitchFamily="18" charset="0"/>
          </a:defRPr>
        </a:defPPr>
      </a:lstStyle>
    </a:txDef>
  </a:objectDefaults>
  <a:extraClrSchemeLst/>
</a:theme>
</file>

<file path=ppt/theme/theme2.xml><?xml version="1.0" encoding="utf-8"?>
<a:theme xmlns:a="http://schemas.openxmlformats.org/drawingml/2006/main" name="Without Quick Guides">
  <a:themeElements>
    <a:clrScheme name="Paper">
      <a:dk1>
        <a:sysClr val="windowText" lastClr="000000"/>
      </a:dk1>
      <a:lt1>
        <a:sysClr val="window" lastClr="FFFFFF"/>
      </a:lt1>
      <a:dk2>
        <a:srgbClr val="444D26"/>
      </a:dk2>
      <a:lt2>
        <a:srgbClr val="FEFAC9"/>
      </a:lt2>
      <a:accent1>
        <a:srgbClr val="A5B592"/>
      </a:accent1>
      <a:accent2>
        <a:srgbClr val="F3A447"/>
      </a:accent2>
      <a:accent3>
        <a:srgbClr val="E7BC29"/>
      </a:accent3>
      <a:accent4>
        <a:srgbClr val="D092A7"/>
      </a:accent4>
      <a:accent5>
        <a:srgbClr val="9C85C0"/>
      </a:accent5>
      <a:accent6>
        <a:srgbClr val="809EC2"/>
      </a:accent6>
      <a:hlink>
        <a:srgbClr val="8E58B6"/>
      </a:hlink>
      <a:folHlink>
        <a:srgbClr val="7F6F6F"/>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txDef>
      <a:spPr>
        <a:noFill/>
      </a:spPr>
      <a:bodyPr wrap="square" rtlCol="0">
        <a:spAutoFit/>
      </a:bodyPr>
      <a:lstStyle>
        <a:defPPr>
          <a:defRPr sz="2400" dirty="0">
            <a:latin typeface="Times New Roman" panose="02020603050405020304" pitchFamily="18" charset="0"/>
            <a:cs typeface="Times New Roman" panose="02020603050405020304" pitchFamily="18" charset="0"/>
          </a:defRPr>
        </a:defPPr>
      </a:lstStyle>
    </a:txDef>
  </a:objectDefaults>
  <a:extraClrSchemeLst/>
</a:theme>
</file>

<file path=ppt/theme/theme3.xml><?xml version="1.0" encoding="utf-8"?>
<a:theme xmlns:a="http://schemas.openxmlformats.org/drawingml/2006/main" name="Classic - Wide Center">
  <a:themeElements>
    <a:clrScheme name="Paper">
      <a:dk1>
        <a:sysClr val="windowText" lastClr="000000"/>
      </a:dk1>
      <a:lt1>
        <a:sysClr val="window" lastClr="FFFFFF"/>
      </a:lt1>
      <a:dk2>
        <a:srgbClr val="444D26"/>
      </a:dk2>
      <a:lt2>
        <a:srgbClr val="FEFAC9"/>
      </a:lt2>
      <a:accent1>
        <a:srgbClr val="A5B592"/>
      </a:accent1>
      <a:accent2>
        <a:srgbClr val="F3A447"/>
      </a:accent2>
      <a:accent3>
        <a:srgbClr val="E7BC29"/>
      </a:accent3>
      <a:accent4>
        <a:srgbClr val="D092A7"/>
      </a:accent4>
      <a:accent5>
        <a:srgbClr val="9C85C0"/>
      </a:accent5>
      <a:accent6>
        <a:srgbClr val="809EC2"/>
      </a:accent6>
      <a:hlink>
        <a:srgbClr val="8E58B6"/>
      </a:hlink>
      <a:folHlink>
        <a:srgbClr val="7F6F6F"/>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txDef>
      <a:spPr>
        <a:noFill/>
      </a:spPr>
      <a:bodyPr wrap="square" rtlCol="0">
        <a:spAutoFit/>
      </a:bodyPr>
      <a:lstStyle>
        <a:defPPr>
          <a:defRPr sz="2400" dirty="0">
            <a:latin typeface="Times New Roman" panose="02020603050405020304" pitchFamily="18" charset="0"/>
            <a:cs typeface="Times New Roman" panose="02020603050405020304" pitchFamily="18" charset="0"/>
          </a:defRPr>
        </a:defPPr>
      </a:lstStyle>
    </a:txDef>
  </a:objectDefaults>
  <a:extraClrSchemeLst/>
</a:theme>
</file>

<file path=ppt/theme/theme4.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5.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emplate>PosterPresentations.com-70CMx100CM</Template>
  <TotalTime>380</TotalTime>
  <Words>519</Words>
  <Application>Microsoft Office PowerPoint</Application>
  <PresentationFormat>מותאם אישית</PresentationFormat>
  <Paragraphs>88</Paragraphs>
  <Slides>1</Slides>
  <Notes>0</Notes>
  <HiddenSlides>0</HiddenSlides>
  <MMClips>0</MMClips>
  <ScaleCrop>false</ScaleCrop>
  <HeadingPairs>
    <vt:vector size="6" baseType="variant">
      <vt:variant>
        <vt:lpstr>גופנים בשימוש</vt:lpstr>
      </vt:variant>
      <vt:variant>
        <vt:i4>6</vt:i4>
      </vt:variant>
      <vt:variant>
        <vt:lpstr>ערכת נושא</vt:lpstr>
      </vt:variant>
      <vt:variant>
        <vt:i4>3</vt:i4>
      </vt:variant>
      <vt:variant>
        <vt:lpstr>כותרות שקופיות</vt:lpstr>
      </vt:variant>
      <vt:variant>
        <vt:i4>1</vt:i4>
      </vt:variant>
    </vt:vector>
  </HeadingPairs>
  <TitlesOfParts>
    <vt:vector size="10" baseType="lpstr">
      <vt:lpstr>Arial</vt:lpstr>
      <vt:lpstr>Arial Black</vt:lpstr>
      <vt:lpstr>Calibri</vt:lpstr>
      <vt:lpstr>Cambria</vt:lpstr>
      <vt:lpstr>Times New Roman</vt:lpstr>
      <vt:lpstr>Trebuchet MS</vt:lpstr>
      <vt:lpstr>PosterPresentations.com-70CMx100CM</vt:lpstr>
      <vt:lpstr>Without Quick Guides</vt:lpstr>
      <vt:lpstr>Classic - Wide Center</vt:lpstr>
      <vt:lpstr>מצגת של PowerPoint‏</vt:lpstr>
    </vt:vector>
  </TitlesOfParts>
  <Company>Hewlett-Packard Company</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Presentation</dc:title>
  <dc:creator>CanterburyMedia</dc:creator>
  <dc:description>This template is the property of PosterPresentations.com. Call us if you need help with this poster template._x000d_
1-866-649-3004           _x000d_
 (c)PosterPresentations.com</dc:description>
  <cp:lastModifiedBy>עדן אליהו</cp:lastModifiedBy>
  <cp:revision>94</cp:revision>
  <dcterms:created xsi:type="dcterms:W3CDTF">2012-02-10T00:10:15Z</dcterms:created>
  <dcterms:modified xsi:type="dcterms:W3CDTF">2026-06-23T01:23:27Z</dcterms:modified>
</cp:coreProperties>
</file>