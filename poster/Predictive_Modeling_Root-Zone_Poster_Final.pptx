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1"/>
    <p:sldMasterId id="2147483660" r:id="rId2"/>
    <p:sldMasterId id="2147483653" r:id="rId3"/>
  </p:sldMasterIdLst>
  <p:notesMasterIdLst>
    <p:notesMasterId r:id="rId5"/>
  </p:notesMasterIdLst>
  <p:handoutMasterIdLst>
    <p:handoutMasterId r:id="rId6"/>
  </p:handoutMasterIdLst>
  <p:sldIdLst>
    <p:sldId id="257" r:id="rId4"/>
  </p:sldIdLst>
  <p:sldSz cx="25192038" cy="35999738"/>
  <p:notesSz cx="6858000" cy="9144000"/>
  <p:defaultTextStyle>
    <a:defPPr>
      <a:defRPr lang="en-US"/>
    </a:defPPr>
    <a:lvl1pPr marL="0" algn="l" defTabSz="3599776" rtl="0" eaLnBrk="1" latinLnBrk="0" hangingPunct="1">
      <a:defRPr sz="7100" kern="1200">
        <a:solidFill>
          <a:schemeClr val="tx1"/>
        </a:solidFill>
        <a:latin typeface="+mn-lt"/>
        <a:ea typeface="+mn-ea"/>
        <a:cs typeface="+mn-cs"/>
      </a:defRPr>
    </a:lvl1pPr>
    <a:lvl2pPr marL="1799889" algn="l" defTabSz="3599776" rtl="0" eaLnBrk="1" latinLnBrk="0" hangingPunct="1">
      <a:defRPr sz="7100" kern="1200">
        <a:solidFill>
          <a:schemeClr val="tx1"/>
        </a:solidFill>
        <a:latin typeface="+mn-lt"/>
        <a:ea typeface="+mn-ea"/>
        <a:cs typeface="+mn-cs"/>
      </a:defRPr>
    </a:lvl2pPr>
    <a:lvl3pPr marL="3599776" algn="l" defTabSz="3599776" rtl="0" eaLnBrk="1" latinLnBrk="0" hangingPunct="1">
      <a:defRPr sz="7100" kern="1200">
        <a:solidFill>
          <a:schemeClr val="tx1"/>
        </a:solidFill>
        <a:latin typeface="+mn-lt"/>
        <a:ea typeface="+mn-ea"/>
        <a:cs typeface="+mn-cs"/>
      </a:defRPr>
    </a:lvl3pPr>
    <a:lvl4pPr marL="5399664" algn="l" defTabSz="3599776" rtl="0" eaLnBrk="1" latinLnBrk="0" hangingPunct="1">
      <a:defRPr sz="7100" kern="1200">
        <a:solidFill>
          <a:schemeClr val="tx1"/>
        </a:solidFill>
        <a:latin typeface="+mn-lt"/>
        <a:ea typeface="+mn-ea"/>
        <a:cs typeface="+mn-cs"/>
      </a:defRPr>
    </a:lvl4pPr>
    <a:lvl5pPr marL="7199552" algn="l" defTabSz="3599776" rtl="0" eaLnBrk="1" latinLnBrk="0" hangingPunct="1">
      <a:defRPr sz="7100" kern="1200">
        <a:solidFill>
          <a:schemeClr val="tx1"/>
        </a:solidFill>
        <a:latin typeface="+mn-lt"/>
        <a:ea typeface="+mn-ea"/>
        <a:cs typeface="+mn-cs"/>
      </a:defRPr>
    </a:lvl5pPr>
    <a:lvl6pPr marL="8999441" algn="l" defTabSz="3599776" rtl="0" eaLnBrk="1" latinLnBrk="0" hangingPunct="1">
      <a:defRPr sz="7100" kern="1200">
        <a:solidFill>
          <a:schemeClr val="tx1"/>
        </a:solidFill>
        <a:latin typeface="+mn-lt"/>
        <a:ea typeface="+mn-ea"/>
        <a:cs typeface="+mn-cs"/>
      </a:defRPr>
    </a:lvl6pPr>
    <a:lvl7pPr marL="10799330" algn="l" defTabSz="3599776" rtl="0" eaLnBrk="1" latinLnBrk="0" hangingPunct="1">
      <a:defRPr sz="7100" kern="1200">
        <a:solidFill>
          <a:schemeClr val="tx1"/>
        </a:solidFill>
        <a:latin typeface="+mn-lt"/>
        <a:ea typeface="+mn-ea"/>
        <a:cs typeface="+mn-cs"/>
      </a:defRPr>
    </a:lvl7pPr>
    <a:lvl8pPr marL="12599217" algn="l" defTabSz="3599776" rtl="0" eaLnBrk="1" latinLnBrk="0" hangingPunct="1">
      <a:defRPr sz="7100" kern="1200">
        <a:solidFill>
          <a:schemeClr val="tx1"/>
        </a:solidFill>
        <a:latin typeface="+mn-lt"/>
        <a:ea typeface="+mn-ea"/>
        <a:cs typeface="+mn-cs"/>
      </a:defRPr>
    </a:lvl8pPr>
    <a:lvl9pPr marL="14399106" algn="l" defTabSz="3599776" rtl="0" eaLnBrk="1" latinLnBrk="0" hangingPunct="1">
      <a:defRPr sz="71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629">
          <p15:clr>
            <a:srgbClr val="A4A3A4"/>
          </p15:clr>
        </p15:guide>
        <p15:guide id="2" orient="horz" pos="315">
          <p15:clr>
            <a:srgbClr val="A4A3A4"/>
          </p15:clr>
        </p15:guide>
        <p15:guide id="3" orient="horz" pos="22047">
          <p15:clr>
            <a:srgbClr val="A4A3A4"/>
          </p15:clr>
        </p15:guide>
        <p15:guide id="4" orient="horz">
          <p15:clr>
            <a:srgbClr val="A4A3A4"/>
          </p15:clr>
        </p15:guide>
        <p15:guide id="5" pos="334">
          <p15:clr>
            <a:srgbClr val="A4A3A4"/>
          </p15:clr>
        </p15:guide>
        <p15:guide id="6" pos="15537">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A.KOTOULAS" initials="AK" lastIdx="2" clrIdx="0"/>
  <p:cmAuthor id="1" name="A.KOTOULAS" initials="HELP" lastIdx="1" clrIdx="1"/>
  <p:cmAuthor id="2" name="A.KOTOULAS" initials="HELP - " lastIdx="1" clrIdx="2"/>
  <p:cmAuthor id="3" name="PosterPresentations.com - 510.649.3001" initials="HELP - " lastIdx="1" clrIdx="3"/>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3F5FA"/>
    <a:srgbClr val="CDD2DE"/>
    <a:srgbClr val="E3E9E5"/>
    <a:srgbClr val="EAEAEA"/>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658" autoAdjust="0"/>
    <p:restoredTop sz="94694" autoAdjust="0"/>
  </p:normalViewPr>
  <p:slideViewPr>
    <p:cSldViewPr snapToGrid="0" snapToObjects="1" showGuides="1">
      <p:cViewPr>
        <p:scale>
          <a:sx n="50" d="100"/>
          <a:sy n="50" d="100"/>
        </p:scale>
        <p:origin x="120" y="-8011"/>
      </p:cViewPr>
      <p:guideLst>
        <p:guide orient="horz" pos="3629"/>
        <p:guide orient="horz" pos="315"/>
        <p:guide orient="horz" pos="22047"/>
        <p:guide orient="horz"/>
        <p:guide pos="334"/>
        <p:guide pos="15537"/>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snapToObjects="1" showGuides="1">
      <p:cViewPr varScale="1">
        <p:scale>
          <a:sx n="83" d="100"/>
          <a:sy n="83" d="100"/>
        </p:scale>
        <p:origin x="-2730" y="-84"/>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Master" Target="slideMasters/slideMaster3.xml"/><Relationship Id="rId7" Type="http://schemas.openxmlformats.org/officeDocument/2006/relationships/commentAuthors" Target="commentAuthor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handoutMaster" Target="handoutMasters/handoutMaster1.xml"/><Relationship Id="rId11" Type="http://schemas.openxmlformats.org/officeDocument/2006/relationships/tableStyles" Target="tableStyles.xml"/><Relationship Id="rId5" Type="http://schemas.openxmlformats.org/officeDocument/2006/relationships/notesMaster" Target="notesMasters/notesMaster1.xml"/><Relationship Id="rId10" Type="http://schemas.openxmlformats.org/officeDocument/2006/relationships/theme" Target="theme/theme1.xml"/><Relationship Id="rId4" Type="http://schemas.openxmlformats.org/officeDocument/2006/relationships/slide" Target="slides/slide1.xml"/><Relationship Id="rId9"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0158C5BC-9A70-462C-B28D-9600239EAC64}" type="datetimeFigureOut">
              <a:rPr lang="en-US" smtClean="0"/>
              <a:pPr/>
              <a:t>6/24/2026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79C131B7-05CA-4AEE-9267-6D0ED4DC84F3}" type="slidenum">
              <a:rPr lang="en-US" smtClean="0"/>
              <a:pPr/>
              <a:t>‹#›</a:t>
            </a:fld>
            <a:endParaRPr lang="en-US"/>
          </a:p>
        </p:txBody>
      </p:sp>
    </p:spTree>
    <p:extLst>
      <p:ext uri="{BB962C8B-B14F-4D97-AF65-F5344CB8AC3E}">
        <p14:creationId xmlns:p14="http://schemas.microsoft.com/office/powerpoint/2010/main" val="153300662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6CC2317-6751-4CD4-9995-8782DD78E936}" type="datetimeFigureOut">
              <a:rPr lang="en-US" smtClean="0"/>
              <a:pPr/>
              <a:t>6/24/2026</a:t>
            </a:fld>
            <a:endParaRPr lang="en-US" dirty="0"/>
          </a:p>
        </p:txBody>
      </p:sp>
      <p:sp>
        <p:nvSpPr>
          <p:cNvPr id="4" name="Slide Image Placeholder 3"/>
          <p:cNvSpPr>
            <a:spLocks noGrp="1" noRot="1" noChangeAspect="1"/>
          </p:cNvSpPr>
          <p:nvPr>
            <p:ph type="sldImg" idx="2"/>
          </p:nvPr>
        </p:nvSpPr>
        <p:spPr>
          <a:xfrm>
            <a:off x="2228850" y="685800"/>
            <a:ext cx="24003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6A1A87D-CAF7-4BDC-A0D3-C0DBEDE81619}" type="slidenum">
              <a:rPr lang="en-US" smtClean="0"/>
              <a:pPr/>
              <a:t>‹#›</a:t>
            </a:fld>
            <a:endParaRPr lang="en-US" dirty="0"/>
          </a:p>
        </p:txBody>
      </p:sp>
    </p:spTree>
    <p:extLst>
      <p:ext uri="{BB962C8B-B14F-4D97-AF65-F5344CB8AC3E}">
        <p14:creationId xmlns:p14="http://schemas.microsoft.com/office/powerpoint/2010/main" val="2675050545"/>
      </p:ext>
    </p:extLst>
  </p:cSld>
  <p:clrMap bg1="lt1" tx1="dk1" bg2="lt2" tx2="dk2" accent1="accent1" accent2="accent2" accent3="accent3" accent4="accent4" accent5="accent5" accent6="accent6" hlink="hlink" folHlink="folHlink"/>
  <p:notesStyle>
    <a:lvl1pPr marL="0" algn="l" defTabSz="3599776" rtl="0" eaLnBrk="1" latinLnBrk="0" hangingPunct="1">
      <a:defRPr sz="4800" kern="1200">
        <a:solidFill>
          <a:schemeClr val="tx1"/>
        </a:solidFill>
        <a:latin typeface="+mn-lt"/>
        <a:ea typeface="+mn-ea"/>
        <a:cs typeface="+mn-cs"/>
      </a:defRPr>
    </a:lvl1pPr>
    <a:lvl2pPr marL="1799889" algn="l" defTabSz="3599776" rtl="0" eaLnBrk="1" latinLnBrk="0" hangingPunct="1">
      <a:defRPr sz="4800" kern="1200">
        <a:solidFill>
          <a:schemeClr val="tx1"/>
        </a:solidFill>
        <a:latin typeface="+mn-lt"/>
        <a:ea typeface="+mn-ea"/>
        <a:cs typeface="+mn-cs"/>
      </a:defRPr>
    </a:lvl2pPr>
    <a:lvl3pPr marL="3599776" algn="l" defTabSz="3599776" rtl="0" eaLnBrk="1" latinLnBrk="0" hangingPunct="1">
      <a:defRPr sz="4800" kern="1200">
        <a:solidFill>
          <a:schemeClr val="tx1"/>
        </a:solidFill>
        <a:latin typeface="+mn-lt"/>
        <a:ea typeface="+mn-ea"/>
        <a:cs typeface="+mn-cs"/>
      </a:defRPr>
    </a:lvl3pPr>
    <a:lvl4pPr marL="5399664" algn="l" defTabSz="3599776" rtl="0" eaLnBrk="1" latinLnBrk="0" hangingPunct="1">
      <a:defRPr sz="4800" kern="1200">
        <a:solidFill>
          <a:schemeClr val="tx1"/>
        </a:solidFill>
        <a:latin typeface="+mn-lt"/>
        <a:ea typeface="+mn-ea"/>
        <a:cs typeface="+mn-cs"/>
      </a:defRPr>
    </a:lvl4pPr>
    <a:lvl5pPr marL="7199552" algn="l" defTabSz="3599776" rtl="0" eaLnBrk="1" latinLnBrk="0" hangingPunct="1">
      <a:defRPr sz="4800" kern="1200">
        <a:solidFill>
          <a:schemeClr val="tx1"/>
        </a:solidFill>
        <a:latin typeface="+mn-lt"/>
        <a:ea typeface="+mn-ea"/>
        <a:cs typeface="+mn-cs"/>
      </a:defRPr>
    </a:lvl5pPr>
    <a:lvl6pPr marL="8999441" algn="l" defTabSz="3599776" rtl="0" eaLnBrk="1" latinLnBrk="0" hangingPunct="1">
      <a:defRPr sz="4800" kern="1200">
        <a:solidFill>
          <a:schemeClr val="tx1"/>
        </a:solidFill>
        <a:latin typeface="+mn-lt"/>
        <a:ea typeface="+mn-ea"/>
        <a:cs typeface="+mn-cs"/>
      </a:defRPr>
    </a:lvl6pPr>
    <a:lvl7pPr marL="10799330" algn="l" defTabSz="3599776" rtl="0" eaLnBrk="1" latinLnBrk="0" hangingPunct="1">
      <a:defRPr sz="4800" kern="1200">
        <a:solidFill>
          <a:schemeClr val="tx1"/>
        </a:solidFill>
        <a:latin typeface="+mn-lt"/>
        <a:ea typeface="+mn-ea"/>
        <a:cs typeface="+mn-cs"/>
      </a:defRPr>
    </a:lvl7pPr>
    <a:lvl8pPr marL="12599217" algn="l" defTabSz="3599776" rtl="0" eaLnBrk="1" latinLnBrk="0" hangingPunct="1">
      <a:defRPr sz="4800" kern="1200">
        <a:solidFill>
          <a:schemeClr val="tx1"/>
        </a:solidFill>
        <a:latin typeface="+mn-lt"/>
        <a:ea typeface="+mn-ea"/>
        <a:cs typeface="+mn-cs"/>
      </a:defRPr>
    </a:lvl8pPr>
    <a:lvl9pPr marL="14399106" algn="l" defTabSz="3599776" rtl="0" eaLnBrk="1" latinLnBrk="0" hangingPunct="1">
      <a:defRPr sz="48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Standard 4 columns">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518974" y="6425827"/>
            <a:ext cx="11898341" cy="747972"/>
          </a:xfrm>
          <a:prstGeom prst="rect">
            <a:avLst/>
          </a:prstGeom>
        </p:spPr>
        <p:txBody>
          <a:bodyPr wrap="square" lIns="187489" tIns="187489" rIns="187489" bIns="187489" anchor="t" anchorCtr="0">
            <a:spAutoFit/>
          </a:bodyPr>
          <a:lstStyle>
            <a:lvl1pPr marL="0" indent="0">
              <a:buNone/>
              <a:defRPr sz="2400">
                <a:solidFill>
                  <a:schemeClr val="accent5">
                    <a:lumMod val="50000"/>
                  </a:schemeClr>
                </a:solidFill>
                <a:latin typeface="Times New Roman" panose="02020603050405020304" pitchFamily="18" charset="0"/>
                <a:cs typeface="Times New Roman" panose="02020603050405020304" pitchFamily="18" charset="0"/>
              </a:defRPr>
            </a:lvl1pPr>
            <a:lvl2pPr marL="1218674" indent="-468721">
              <a:defRPr sz="2100">
                <a:latin typeface="Trebuchet MS" pitchFamily="34" charset="0"/>
              </a:defRPr>
            </a:lvl2pPr>
            <a:lvl3pPr marL="1687395" indent="-468721">
              <a:defRPr sz="2100">
                <a:latin typeface="Trebuchet MS" pitchFamily="34" charset="0"/>
              </a:defRPr>
            </a:lvl3pPr>
            <a:lvl4pPr marL="2202988" indent="-515593">
              <a:defRPr sz="2100">
                <a:latin typeface="Trebuchet MS" pitchFamily="34" charset="0"/>
              </a:defRPr>
            </a:lvl4pPr>
            <a:lvl5pPr marL="2577965" indent="-374977">
              <a:defRPr sz="2100">
                <a:latin typeface="Trebuchet MS" pitchFamily="34" charset="0"/>
              </a:defRPr>
            </a:lvl5pPr>
          </a:lstStyle>
          <a:p>
            <a:pPr lvl="0"/>
            <a:r>
              <a:rPr lang="en-US" dirty="0"/>
              <a:t>Type in or paste your text here</a:t>
            </a:r>
          </a:p>
        </p:txBody>
      </p:sp>
      <p:sp>
        <p:nvSpPr>
          <p:cNvPr id="6" name="Text Placeholder 5"/>
          <p:cNvSpPr>
            <a:spLocks noGrp="1"/>
          </p:cNvSpPr>
          <p:nvPr>
            <p:ph type="body" sz="quarter" idx="11" hasCustomPrompt="1"/>
          </p:nvPr>
        </p:nvSpPr>
        <p:spPr>
          <a:xfrm>
            <a:off x="529393" y="5804361"/>
            <a:ext cx="11888949" cy="656336"/>
          </a:xfrm>
          <a:prstGeom prst="rect">
            <a:avLst/>
          </a:prstGeom>
          <a:noFill/>
        </p:spPr>
        <p:txBody>
          <a:bodyPr wrap="square" lIns="74996" tIns="74996" rIns="74996" bIns="74996" anchor="t" anchorCtr="0">
            <a:spAutoFit/>
          </a:bodyPr>
          <a:lstStyle>
            <a:lvl1pPr marL="0" indent="0" algn="ctr">
              <a:buNone/>
              <a:defRPr sz="3300" b="1" u="sng" baseline="0">
                <a:solidFill>
                  <a:schemeClr val="accent5">
                    <a:lumMod val="50000"/>
                  </a:schemeClr>
                </a:solidFill>
              </a:defRPr>
            </a:lvl1pPr>
          </a:lstStyle>
          <a:p>
            <a:pPr lvl="0"/>
            <a:r>
              <a:rPr lang="en-US" dirty="0"/>
              <a:t>(click to edit) INTRODUCTION or ABSTRACT</a:t>
            </a:r>
          </a:p>
        </p:txBody>
      </p:sp>
      <p:sp>
        <p:nvSpPr>
          <p:cNvPr id="20" name="Text Placeholder 5"/>
          <p:cNvSpPr>
            <a:spLocks noGrp="1"/>
          </p:cNvSpPr>
          <p:nvPr>
            <p:ph type="body" sz="quarter" idx="20" hasCustomPrompt="1"/>
          </p:nvPr>
        </p:nvSpPr>
        <p:spPr>
          <a:xfrm>
            <a:off x="529391" y="15588601"/>
            <a:ext cx="11891854" cy="656336"/>
          </a:xfrm>
          <a:prstGeom prst="rect">
            <a:avLst/>
          </a:prstGeom>
          <a:noFill/>
        </p:spPr>
        <p:txBody>
          <a:bodyPr wrap="square" lIns="74996" tIns="74996" rIns="74996" bIns="74996" anchor="t" anchorCtr="0">
            <a:spAutoFit/>
          </a:bodyPr>
          <a:lstStyle>
            <a:lvl1pPr marL="0" indent="0" algn="ctr">
              <a:buNone/>
              <a:defRPr sz="3300" b="1" u="sng" baseline="0">
                <a:solidFill>
                  <a:schemeClr val="accent5">
                    <a:lumMod val="50000"/>
                  </a:schemeClr>
                </a:solidFill>
              </a:defRPr>
            </a:lvl1pPr>
          </a:lstStyle>
          <a:p>
            <a:pPr lvl="0"/>
            <a:r>
              <a:rPr lang="en-US" dirty="0"/>
              <a:t>(click to edit)  OBJECTIVES</a:t>
            </a:r>
          </a:p>
        </p:txBody>
      </p:sp>
      <p:sp>
        <p:nvSpPr>
          <p:cNvPr id="25" name="Text Placeholder 5"/>
          <p:cNvSpPr>
            <a:spLocks noGrp="1"/>
          </p:cNvSpPr>
          <p:nvPr>
            <p:ph type="body" sz="quarter" idx="25" hasCustomPrompt="1"/>
          </p:nvPr>
        </p:nvSpPr>
        <p:spPr>
          <a:xfrm>
            <a:off x="12725245" y="5804361"/>
            <a:ext cx="11888795" cy="656336"/>
          </a:xfrm>
          <a:prstGeom prst="rect">
            <a:avLst/>
          </a:prstGeom>
          <a:noFill/>
        </p:spPr>
        <p:txBody>
          <a:bodyPr wrap="square" lIns="74996" tIns="74996" rIns="74996" bIns="74996" anchor="t" anchorCtr="0">
            <a:spAutoFit/>
          </a:bodyPr>
          <a:lstStyle>
            <a:lvl1pPr marL="0" indent="0" algn="ctr">
              <a:buNone/>
              <a:defRPr sz="3300" b="1" u="sng" baseline="0">
                <a:solidFill>
                  <a:schemeClr val="accent5">
                    <a:lumMod val="50000"/>
                  </a:schemeClr>
                </a:solidFill>
              </a:defRPr>
            </a:lvl1pPr>
          </a:lstStyle>
          <a:p>
            <a:pPr lvl="0"/>
            <a:r>
              <a:rPr lang="en-US" dirty="0"/>
              <a:t>(click to edit)  CONCLUSIONS</a:t>
            </a:r>
          </a:p>
        </p:txBody>
      </p:sp>
      <p:sp>
        <p:nvSpPr>
          <p:cNvPr id="26" name="Text Placeholder 3"/>
          <p:cNvSpPr>
            <a:spLocks noGrp="1"/>
          </p:cNvSpPr>
          <p:nvPr>
            <p:ph type="body" sz="quarter" idx="26" hasCustomPrompt="1"/>
          </p:nvPr>
        </p:nvSpPr>
        <p:spPr>
          <a:xfrm>
            <a:off x="12725245" y="6425827"/>
            <a:ext cx="11888795" cy="747972"/>
          </a:xfrm>
          <a:prstGeom prst="rect">
            <a:avLst/>
          </a:prstGeom>
        </p:spPr>
        <p:txBody>
          <a:bodyPr wrap="square" lIns="187489" tIns="187489" rIns="187489" bIns="187489" anchor="t" anchorCtr="0">
            <a:spAutoFit/>
          </a:bodyPr>
          <a:lstStyle>
            <a:lvl1pPr marL="0" indent="0">
              <a:buNone/>
              <a:defRPr sz="2400">
                <a:solidFill>
                  <a:schemeClr val="accent5">
                    <a:lumMod val="50000"/>
                  </a:schemeClr>
                </a:solidFill>
                <a:latin typeface="Times New Roman" panose="02020603050405020304" pitchFamily="18" charset="0"/>
                <a:cs typeface="Times New Roman" panose="02020603050405020304" pitchFamily="18" charset="0"/>
              </a:defRPr>
            </a:lvl1pPr>
            <a:lvl2pPr marL="1218674" indent="-468721">
              <a:defRPr sz="2100">
                <a:latin typeface="Trebuchet MS" pitchFamily="34" charset="0"/>
              </a:defRPr>
            </a:lvl2pPr>
            <a:lvl3pPr marL="1687395" indent="-468721">
              <a:defRPr sz="2100">
                <a:latin typeface="Trebuchet MS" pitchFamily="34" charset="0"/>
              </a:defRPr>
            </a:lvl3pPr>
            <a:lvl4pPr marL="2202988" indent="-515593">
              <a:defRPr sz="2100">
                <a:latin typeface="Trebuchet MS" pitchFamily="34" charset="0"/>
              </a:defRPr>
            </a:lvl4pPr>
            <a:lvl5pPr marL="2577965" indent="-374977">
              <a:defRPr sz="2100">
                <a:latin typeface="Trebuchet MS" pitchFamily="34" charset="0"/>
              </a:defRPr>
            </a:lvl5pPr>
          </a:lstStyle>
          <a:p>
            <a:pPr lvl="0"/>
            <a:r>
              <a:rPr lang="en-US" dirty="0"/>
              <a:t>Type in or paste your text here</a:t>
            </a:r>
          </a:p>
        </p:txBody>
      </p:sp>
      <p:sp>
        <p:nvSpPr>
          <p:cNvPr id="27" name="Text Placeholder 5"/>
          <p:cNvSpPr>
            <a:spLocks noGrp="1"/>
          </p:cNvSpPr>
          <p:nvPr>
            <p:ph type="body" sz="quarter" idx="27" hasCustomPrompt="1"/>
          </p:nvPr>
        </p:nvSpPr>
        <p:spPr>
          <a:xfrm>
            <a:off x="12725245" y="15607589"/>
            <a:ext cx="11885529" cy="656336"/>
          </a:xfrm>
          <a:prstGeom prst="rect">
            <a:avLst/>
          </a:prstGeom>
          <a:noFill/>
        </p:spPr>
        <p:txBody>
          <a:bodyPr wrap="square" lIns="74996" tIns="74996" rIns="74996" bIns="74996" anchor="t" anchorCtr="0">
            <a:spAutoFit/>
          </a:bodyPr>
          <a:lstStyle>
            <a:lvl1pPr marL="0" indent="0" algn="ctr">
              <a:buNone/>
              <a:defRPr sz="3300" b="1" u="sng" baseline="0">
                <a:solidFill>
                  <a:schemeClr val="accent5">
                    <a:lumMod val="50000"/>
                  </a:schemeClr>
                </a:solidFill>
              </a:defRPr>
            </a:lvl1pPr>
          </a:lstStyle>
          <a:p>
            <a:pPr lvl="0"/>
            <a:r>
              <a:rPr lang="en-US" dirty="0"/>
              <a:t>(click to edit)  REFERENCES</a:t>
            </a:r>
          </a:p>
        </p:txBody>
      </p:sp>
      <p:sp>
        <p:nvSpPr>
          <p:cNvPr id="28" name="Text Placeholder 3"/>
          <p:cNvSpPr>
            <a:spLocks noGrp="1"/>
          </p:cNvSpPr>
          <p:nvPr>
            <p:ph type="body" sz="quarter" idx="28" hasCustomPrompt="1"/>
          </p:nvPr>
        </p:nvSpPr>
        <p:spPr>
          <a:xfrm>
            <a:off x="12725245" y="16274772"/>
            <a:ext cx="11890085" cy="747972"/>
          </a:xfrm>
          <a:prstGeom prst="rect">
            <a:avLst/>
          </a:prstGeom>
        </p:spPr>
        <p:txBody>
          <a:bodyPr wrap="square" lIns="187489" tIns="187489" rIns="187489" bIns="187489" anchor="t" anchorCtr="0">
            <a:spAutoFit/>
          </a:bodyPr>
          <a:lstStyle>
            <a:lvl1pPr marL="0" indent="0">
              <a:buNone/>
              <a:defRPr sz="2400">
                <a:solidFill>
                  <a:schemeClr val="accent5">
                    <a:lumMod val="50000"/>
                  </a:schemeClr>
                </a:solidFill>
                <a:latin typeface="Times New Roman" panose="02020603050405020304" pitchFamily="18" charset="0"/>
                <a:cs typeface="Times New Roman" panose="02020603050405020304" pitchFamily="18" charset="0"/>
              </a:defRPr>
            </a:lvl1pPr>
            <a:lvl2pPr marL="1218674" indent="-468721">
              <a:defRPr sz="2100">
                <a:latin typeface="Trebuchet MS" pitchFamily="34" charset="0"/>
              </a:defRPr>
            </a:lvl2pPr>
            <a:lvl3pPr marL="1687395" indent="-468721">
              <a:defRPr sz="2100">
                <a:latin typeface="Trebuchet MS" pitchFamily="34" charset="0"/>
              </a:defRPr>
            </a:lvl3pPr>
            <a:lvl4pPr marL="2202988" indent="-515593">
              <a:defRPr sz="2100">
                <a:latin typeface="Trebuchet MS" pitchFamily="34" charset="0"/>
              </a:defRPr>
            </a:lvl4pPr>
            <a:lvl5pPr marL="2577965" indent="-374977">
              <a:defRPr sz="2100">
                <a:latin typeface="Trebuchet MS" pitchFamily="34" charset="0"/>
              </a:defRPr>
            </a:lvl5pPr>
          </a:lstStyle>
          <a:p>
            <a:pPr lvl="0"/>
            <a:r>
              <a:rPr lang="en-US" dirty="0"/>
              <a:t>Type in or paste your text here</a:t>
            </a:r>
          </a:p>
        </p:txBody>
      </p:sp>
      <p:sp>
        <p:nvSpPr>
          <p:cNvPr id="29" name="Text Placeholder 5"/>
          <p:cNvSpPr>
            <a:spLocks noGrp="1"/>
          </p:cNvSpPr>
          <p:nvPr>
            <p:ph type="body" sz="quarter" idx="29" hasCustomPrompt="1"/>
          </p:nvPr>
        </p:nvSpPr>
        <p:spPr>
          <a:xfrm>
            <a:off x="12725245" y="28083131"/>
            <a:ext cx="11879579" cy="656336"/>
          </a:xfrm>
          <a:prstGeom prst="rect">
            <a:avLst/>
          </a:prstGeom>
          <a:noFill/>
        </p:spPr>
        <p:txBody>
          <a:bodyPr wrap="square" lIns="74996" tIns="74996" rIns="74996" bIns="74996" anchor="t" anchorCtr="0">
            <a:spAutoFit/>
          </a:bodyPr>
          <a:lstStyle>
            <a:lvl1pPr marL="0" indent="0" algn="ctr">
              <a:buNone/>
              <a:defRPr sz="3300" b="1" u="sng" baseline="0">
                <a:solidFill>
                  <a:schemeClr val="accent5">
                    <a:lumMod val="50000"/>
                  </a:schemeClr>
                </a:solidFill>
              </a:defRPr>
            </a:lvl1pPr>
          </a:lstStyle>
          <a:p>
            <a:pPr lvl="0"/>
            <a:r>
              <a:rPr lang="en-US" dirty="0"/>
              <a:t>(click to edit)  ACKNOWLEDGEMENTS or  CONTACT</a:t>
            </a:r>
          </a:p>
        </p:txBody>
      </p:sp>
      <p:sp>
        <p:nvSpPr>
          <p:cNvPr id="30" name="Text Placeholder 3"/>
          <p:cNvSpPr>
            <a:spLocks noGrp="1"/>
          </p:cNvSpPr>
          <p:nvPr>
            <p:ph type="body" sz="quarter" idx="30" hasCustomPrompt="1"/>
          </p:nvPr>
        </p:nvSpPr>
        <p:spPr>
          <a:xfrm>
            <a:off x="12725245" y="28767135"/>
            <a:ext cx="11885529" cy="747972"/>
          </a:xfrm>
          <a:prstGeom prst="rect">
            <a:avLst/>
          </a:prstGeom>
        </p:spPr>
        <p:txBody>
          <a:bodyPr wrap="square" lIns="187489" tIns="187489" rIns="187489" bIns="187489" anchor="t" anchorCtr="0">
            <a:spAutoFit/>
          </a:bodyPr>
          <a:lstStyle>
            <a:lvl1pPr marL="0" indent="0">
              <a:buNone/>
              <a:defRPr sz="2400">
                <a:solidFill>
                  <a:schemeClr val="accent5">
                    <a:lumMod val="50000"/>
                  </a:schemeClr>
                </a:solidFill>
                <a:latin typeface="Times New Roman" panose="02020603050405020304" pitchFamily="18" charset="0"/>
                <a:cs typeface="Times New Roman" panose="02020603050405020304" pitchFamily="18" charset="0"/>
              </a:defRPr>
            </a:lvl1pPr>
            <a:lvl2pPr marL="1218674" indent="-468721">
              <a:defRPr sz="2100">
                <a:latin typeface="Trebuchet MS" pitchFamily="34" charset="0"/>
              </a:defRPr>
            </a:lvl2pPr>
            <a:lvl3pPr marL="1687395" indent="-468721">
              <a:defRPr sz="2100">
                <a:latin typeface="Trebuchet MS" pitchFamily="34" charset="0"/>
              </a:defRPr>
            </a:lvl3pPr>
            <a:lvl4pPr marL="2202988" indent="-515593">
              <a:defRPr sz="2100">
                <a:latin typeface="Trebuchet MS" pitchFamily="34" charset="0"/>
              </a:defRPr>
            </a:lvl4pPr>
            <a:lvl5pPr marL="2577965" indent="-374977">
              <a:defRPr sz="2100">
                <a:latin typeface="Trebuchet MS" pitchFamily="34" charset="0"/>
              </a:defRPr>
            </a:lvl5pPr>
          </a:lstStyle>
          <a:p>
            <a:pPr lvl="0"/>
            <a:r>
              <a:rPr lang="en-US" dirty="0"/>
              <a:t>Type in or paste your text here</a:t>
            </a:r>
          </a:p>
        </p:txBody>
      </p:sp>
      <p:sp>
        <p:nvSpPr>
          <p:cNvPr id="60" name="Text Placeholder 3"/>
          <p:cNvSpPr>
            <a:spLocks noGrp="1"/>
          </p:cNvSpPr>
          <p:nvPr>
            <p:ph type="body" sz="quarter" idx="96" hasCustomPrompt="1"/>
          </p:nvPr>
        </p:nvSpPr>
        <p:spPr>
          <a:xfrm>
            <a:off x="518974" y="16257349"/>
            <a:ext cx="11899368" cy="747972"/>
          </a:xfrm>
          <a:prstGeom prst="rect">
            <a:avLst/>
          </a:prstGeom>
        </p:spPr>
        <p:txBody>
          <a:bodyPr wrap="square" lIns="187489" tIns="187489" rIns="187489" bIns="187489" anchor="t" anchorCtr="0">
            <a:spAutoFit/>
          </a:bodyPr>
          <a:lstStyle>
            <a:lvl1pPr marL="0" indent="0">
              <a:buNone/>
              <a:defRPr sz="2400">
                <a:solidFill>
                  <a:schemeClr val="accent5">
                    <a:lumMod val="50000"/>
                  </a:schemeClr>
                </a:solidFill>
                <a:latin typeface="Times New Roman" panose="02020603050405020304" pitchFamily="18" charset="0"/>
                <a:cs typeface="Times New Roman" panose="02020603050405020304" pitchFamily="18" charset="0"/>
              </a:defRPr>
            </a:lvl1pPr>
            <a:lvl2pPr marL="1218674" indent="-468721">
              <a:defRPr sz="2100">
                <a:latin typeface="Trebuchet MS" pitchFamily="34" charset="0"/>
              </a:defRPr>
            </a:lvl2pPr>
            <a:lvl3pPr marL="1687395" indent="-468721">
              <a:defRPr sz="2100">
                <a:latin typeface="Trebuchet MS" pitchFamily="34" charset="0"/>
              </a:defRPr>
            </a:lvl3pPr>
            <a:lvl4pPr marL="2202988" indent="-515593">
              <a:defRPr sz="2100">
                <a:latin typeface="Trebuchet MS" pitchFamily="34" charset="0"/>
              </a:defRPr>
            </a:lvl4pPr>
            <a:lvl5pPr marL="2577965" indent="-374977">
              <a:defRPr sz="2100">
                <a:latin typeface="Trebuchet MS" pitchFamily="34" charset="0"/>
              </a:defRPr>
            </a:lvl5pPr>
          </a:lstStyle>
          <a:p>
            <a:pPr lvl="0"/>
            <a:r>
              <a:rPr lang="en-US" dirty="0"/>
              <a:t>Type in or paste your text here</a:t>
            </a:r>
          </a:p>
        </p:txBody>
      </p:sp>
      <p:sp>
        <p:nvSpPr>
          <p:cNvPr id="76" name="Text Placeholder 76"/>
          <p:cNvSpPr>
            <a:spLocks noGrp="1"/>
          </p:cNvSpPr>
          <p:nvPr>
            <p:ph type="body" sz="quarter" idx="150" hasCustomPrompt="1"/>
          </p:nvPr>
        </p:nvSpPr>
        <p:spPr>
          <a:xfrm>
            <a:off x="3219687" y="3498370"/>
            <a:ext cx="18752664" cy="1015663"/>
          </a:xfrm>
          <a:prstGeom prst="rect">
            <a:avLst/>
          </a:prstGeom>
        </p:spPr>
        <p:txBody>
          <a:bodyPr anchor="t" anchorCtr="0">
            <a:spAutoFit/>
          </a:bodyPr>
          <a:lstStyle>
            <a:lvl1pPr marL="0" indent="0" algn="ctr">
              <a:buFontTx/>
              <a:buNone/>
              <a:defRPr sz="6000">
                <a:solidFill>
                  <a:schemeClr val="accent5">
                    <a:lumMod val="50000"/>
                  </a:schemeClr>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affiliations</a:t>
            </a:r>
          </a:p>
        </p:txBody>
      </p:sp>
      <p:sp>
        <p:nvSpPr>
          <p:cNvPr id="79" name="Text Placeholder 76"/>
          <p:cNvSpPr>
            <a:spLocks noGrp="1"/>
          </p:cNvSpPr>
          <p:nvPr>
            <p:ph type="body" sz="quarter" idx="151" hasCustomPrompt="1"/>
          </p:nvPr>
        </p:nvSpPr>
        <p:spPr>
          <a:xfrm>
            <a:off x="3219687" y="2218210"/>
            <a:ext cx="18752664" cy="1446550"/>
          </a:xfrm>
          <a:prstGeom prst="rect">
            <a:avLst/>
          </a:prstGeom>
        </p:spPr>
        <p:txBody>
          <a:bodyPr anchor="t" anchorCtr="0">
            <a:spAutoFit/>
          </a:bodyPr>
          <a:lstStyle>
            <a:lvl1pPr marL="0" indent="0" algn="ctr">
              <a:buFontTx/>
              <a:buNone/>
              <a:defRPr sz="8800">
                <a:solidFill>
                  <a:schemeClr val="accent5">
                    <a:lumMod val="50000"/>
                  </a:schemeClr>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authors</a:t>
            </a:r>
          </a:p>
        </p:txBody>
      </p:sp>
      <p:sp>
        <p:nvSpPr>
          <p:cNvPr id="80" name="Text Placeholder 76"/>
          <p:cNvSpPr>
            <a:spLocks noGrp="1"/>
          </p:cNvSpPr>
          <p:nvPr>
            <p:ph type="body" sz="quarter" idx="153" hasCustomPrompt="1"/>
          </p:nvPr>
        </p:nvSpPr>
        <p:spPr>
          <a:xfrm>
            <a:off x="3219687" y="580236"/>
            <a:ext cx="18752664" cy="1446550"/>
          </a:xfrm>
          <a:prstGeom prst="rect">
            <a:avLst/>
          </a:prstGeom>
        </p:spPr>
        <p:txBody>
          <a:bodyPr anchor="t" anchorCtr="0">
            <a:spAutoFit/>
          </a:bodyPr>
          <a:lstStyle>
            <a:lvl1pPr marL="0" indent="0" algn="ctr">
              <a:buFontTx/>
              <a:buNone/>
              <a:defRPr sz="8800" b="1">
                <a:solidFill>
                  <a:schemeClr val="accent5">
                    <a:lumMod val="50000"/>
                  </a:schemeClr>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title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Without Quick Guides">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518974" y="6425827"/>
            <a:ext cx="11898341" cy="747972"/>
          </a:xfrm>
          <a:prstGeom prst="rect">
            <a:avLst/>
          </a:prstGeom>
        </p:spPr>
        <p:txBody>
          <a:bodyPr wrap="square" lIns="187489" tIns="187489" rIns="187489" bIns="187489" anchor="t" anchorCtr="0">
            <a:spAutoFit/>
          </a:bodyPr>
          <a:lstStyle>
            <a:lvl1pPr marL="0" indent="0">
              <a:buNone/>
              <a:defRPr sz="2400">
                <a:solidFill>
                  <a:schemeClr val="accent5">
                    <a:lumMod val="50000"/>
                  </a:schemeClr>
                </a:solidFill>
                <a:latin typeface="Times New Roman" panose="02020603050405020304" pitchFamily="18" charset="0"/>
                <a:cs typeface="Times New Roman" panose="02020603050405020304" pitchFamily="18" charset="0"/>
              </a:defRPr>
            </a:lvl1pPr>
            <a:lvl2pPr marL="1218674" indent="-468721">
              <a:defRPr sz="2100">
                <a:latin typeface="Trebuchet MS" pitchFamily="34" charset="0"/>
              </a:defRPr>
            </a:lvl2pPr>
            <a:lvl3pPr marL="1687395" indent="-468721">
              <a:defRPr sz="2100">
                <a:latin typeface="Trebuchet MS" pitchFamily="34" charset="0"/>
              </a:defRPr>
            </a:lvl3pPr>
            <a:lvl4pPr marL="2202988" indent="-515593">
              <a:defRPr sz="2100">
                <a:latin typeface="Trebuchet MS" pitchFamily="34" charset="0"/>
              </a:defRPr>
            </a:lvl4pPr>
            <a:lvl5pPr marL="2577965" indent="-374977">
              <a:defRPr sz="2100">
                <a:latin typeface="Trebuchet MS" pitchFamily="34" charset="0"/>
              </a:defRPr>
            </a:lvl5pPr>
          </a:lstStyle>
          <a:p>
            <a:pPr lvl="0"/>
            <a:r>
              <a:rPr lang="en-US" dirty="0"/>
              <a:t>Type in or paste your text here</a:t>
            </a:r>
          </a:p>
        </p:txBody>
      </p:sp>
      <p:sp>
        <p:nvSpPr>
          <p:cNvPr id="6" name="Text Placeholder 5"/>
          <p:cNvSpPr>
            <a:spLocks noGrp="1"/>
          </p:cNvSpPr>
          <p:nvPr>
            <p:ph type="body" sz="quarter" idx="11" hasCustomPrompt="1"/>
          </p:nvPr>
        </p:nvSpPr>
        <p:spPr>
          <a:xfrm>
            <a:off x="529393" y="5804361"/>
            <a:ext cx="11888949" cy="656336"/>
          </a:xfrm>
          <a:prstGeom prst="rect">
            <a:avLst/>
          </a:prstGeom>
          <a:noFill/>
        </p:spPr>
        <p:txBody>
          <a:bodyPr wrap="square" lIns="74996" tIns="74996" rIns="74996" bIns="74996" anchor="t" anchorCtr="0">
            <a:spAutoFit/>
          </a:bodyPr>
          <a:lstStyle>
            <a:lvl1pPr marL="0" indent="0" algn="ctr">
              <a:buNone/>
              <a:defRPr sz="3300" b="1" u="sng" baseline="0">
                <a:solidFill>
                  <a:schemeClr val="accent5">
                    <a:lumMod val="50000"/>
                  </a:schemeClr>
                </a:solidFill>
              </a:defRPr>
            </a:lvl1pPr>
          </a:lstStyle>
          <a:p>
            <a:pPr lvl="0"/>
            <a:r>
              <a:rPr lang="en-US" dirty="0"/>
              <a:t>(click to edit) INTRODUCTION or ABSTRACT</a:t>
            </a:r>
          </a:p>
        </p:txBody>
      </p:sp>
      <p:sp>
        <p:nvSpPr>
          <p:cNvPr id="20" name="Text Placeholder 5"/>
          <p:cNvSpPr>
            <a:spLocks noGrp="1"/>
          </p:cNvSpPr>
          <p:nvPr>
            <p:ph type="body" sz="quarter" idx="20" hasCustomPrompt="1"/>
          </p:nvPr>
        </p:nvSpPr>
        <p:spPr>
          <a:xfrm>
            <a:off x="529391" y="15588601"/>
            <a:ext cx="11891854" cy="656336"/>
          </a:xfrm>
          <a:prstGeom prst="rect">
            <a:avLst/>
          </a:prstGeom>
          <a:noFill/>
        </p:spPr>
        <p:txBody>
          <a:bodyPr wrap="square" lIns="74996" tIns="74996" rIns="74996" bIns="74996" anchor="t" anchorCtr="0">
            <a:spAutoFit/>
          </a:bodyPr>
          <a:lstStyle>
            <a:lvl1pPr marL="0" indent="0" algn="ctr">
              <a:buNone/>
              <a:defRPr sz="3300" b="1" u="sng" baseline="0">
                <a:solidFill>
                  <a:schemeClr val="accent5">
                    <a:lumMod val="50000"/>
                  </a:schemeClr>
                </a:solidFill>
              </a:defRPr>
            </a:lvl1pPr>
          </a:lstStyle>
          <a:p>
            <a:pPr lvl="0"/>
            <a:r>
              <a:rPr lang="en-US" dirty="0"/>
              <a:t>(click to edit)  OBJECTIVES</a:t>
            </a:r>
          </a:p>
        </p:txBody>
      </p:sp>
      <p:sp>
        <p:nvSpPr>
          <p:cNvPr id="25" name="Text Placeholder 5"/>
          <p:cNvSpPr>
            <a:spLocks noGrp="1"/>
          </p:cNvSpPr>
          <p:nvPr>
            <p:ph type="body" sz="quarter" idx="25" hasCustomPrompt="1"/>
          </p:nvPr>
        </p:nvSpPr>
        <p:spPr>
          <a:xfrm>
            <a:off x="12725245" y="5804361"/>
            <a:ext cx="11888795" cy="656336"/>
          </a:xfrm>
          <a:prstGeom prst="rect">
            <a:avLst/>
          </a:prstGeom>
          <a:noFill/>
        </p:spPr>
        <p:txBody>
          <a:bodyPr wrap="square" lIns="74996" tIns="74996" rIns="74996" bIns="74996" anchor="t" anchorCtr="0">
            <a:spAutoFit/>
          </a:bodyPr>
          <a:lstStyle>
            <a:lvl1pPr marL="0" indent="0" algn="ctr">
              <a:buNone/>
              <a:defRPr sz="3300" b="1" u="sng" baseline="0">
                <a:solidFill>
                  <a:schemeClr val="accent5">
                    <a:lumMod val="50000"/>
                  </a:schemeClr>
                </a:solidFill>
              </a:defRPr>
            </a:lvl1pPr>
          </a:lstStyle>
          <a:p>
            <a:pPr lvl="0"/>
            <a:r>
              <a:rPr lang="en-US" dirty="0"/>
              <a:t>(click to edit)  CONCLUSIONS</a:t>
            </a:r>
          </a:p>
        </p:txBody>
      </p:sp>
      <p:sp>
        <p:nvSpPr>
          <p:cNvPr id="26" name="Text Placeholder 3"/>
          <p:cNvSpPr>
            <a:spLocks noGrp="1"/>
          </p:cNvSpPr>
          <p:nvPr>
            <p:ph type="body" sz="quarter" idx="26" hasCustomPrompt="1"/>
          </p:nvPr>
        </p:nvSpPr>
        <p:spPr>
          <a:xfrm>
            <a:off x="12725245" y="6425827"/>
            <a:ext cx="11888795" cy="747972"/>
          </a:xfrm>
          <a:prstGeom prst="rect">
            <a:avLst/>
          </a:prstGeom>
        </p:spPr>
        <p:txBody>
          <a:bodyPr wrap="square" lIns="187489" tIns="187489" rIns="187489" bIns="187489" anchor="t" anchorCtr="0">
            <a:spAutoFit/>
          </a:bodyPr>
          <a:lstStyle>
            <a:lvl1pPr marL="0" indent="0">
              <a:buNone/>
              <a:defRPr sz="2400">
                <a:solidFill>
                  <a:schemeClr val="accent5">
                    <a:lumMod val="50000"/>
                  </a:schemeClr>
                </a:solidFill>
                <a:latin typeface="Times New Roman" panose="02020603050405020304" pitchFamily="18" charset="0"/>
                <a:cs typeface="Times New Roman" panose="02020603050405020304" pitchFamily="18" charset="0"/>
              </a:defRPr>
            </a:lvl1pPr>
            <a:lvl2pPr marL="1218674" indent="-468721">
              <a:defRPr sz="2100">
                <a:latin typeface="Trebuchet MS" pitchFamily="34" charset="0"/>
              </a:defRPr>
            </a:lvl2pPr>
            <a:lvl3pPr marL="1687395" indent="-468721">
              <a:defRPr sz="2100">
                <a:latin typeface="Trebuchet MS" pitchFamily="34" charset="0"/>
              </a:defRPr>
            </a:lvl3pPr>
            <a:lvl4pPr marL="2202988" indent="-515593">
              <a:defRPr sz="2100">
                <a:latin typeface="Trebuchet MS" pitchFamily="34" charset="0"/>
              </a:defRPr>
            </a:lvl4pPr>
            <a:lvl5pPr marL="2577965" indent="-374977">
              <a:defRPr sz="2100">
                <a:latin typeface="Trebuchet MS" pitchFamily="34" charset="0"/>
              </a:defRPr>
            </a:lvl5pPr>
          </a:lstStyle>
          <a:p>
            <a:pPr lvl="0"/>
            <a:r>
              <a:rPr lang="en-US" dirty="0"/>
              <a:t>Type in or paste your text here</a:t>
            </a:r>
          </a:p>
        </p:txBody>
      </p:sp>
      <p:sp>
        <p:nvSpPr>
          <p:cNvPr id="27" name="Text Placeholder 5"/>
          <p:cNvSpPr>
            <a:spLocks noGrp="1"/>
          </p:cNvSpPr>
          <p:nvPr>
            <p:ph type="body" sz="quarter" idx="27" hasCustomPrompt="1"/>
          </p:nvPr>
        </p:nvSpPr>
        <p:spPr>
          <a:xfrm>
            <a:off x="12725245" y="15607589"/>
            <a:ext cx="11885529" cy="656336"/>
          </a:xfrm>
          <a:prstGeom prst="rect">
            <a:avLst/>
          </a:prstGeom>
          <a:noFill/>
        </p:spPr>
        <p:txBody>
          <a:bodyPr wrap="square" lIns="74996" tIns="74996" rIns="74996" bIns="74996" anchor="t" anchorCtr="0">
            <a:spAutoFit/>
          </a:bodyPr>
          <a:lstStyle>
            <a:lvl1pPr marL="0" indent="0" algn="ctr">
              <a:buNone/>
              <a:defRPr sz="3300" b="1" u="sng" baseline="0">
                <a:solidFill>
                  <a:schemeClr val="accent5">
                    <a:lumMod val="50000"/>
                  </a:schemeClr>
                </a:solidFill>
              </a:defRPr>
            </a:lvl1pPr>
          </a:lstStyle>
          <a:p>
            <a:pPr lvl="0"/>
            <a:r>
              <a:rPr lang="en-US" dirty="0"/>
              <a:t>(click to edit)  REFERENCES</a:t>
            </a:r>
          </a:p>
        </p:txBody>
      </p:sp>
      <p:sp>
        <p:nvSpPr>
          <p:cNvPr id="28" name="Text Placeholder 3"/>
          <p:cNvSpPr>
            <a:spLocks noGrp="1"/>
          </p:cNvSpPr>
          <p:nvPr>
            <p:ph type="body" sz="quarter" idx="28" hasCustomPrompt="1"/>
          </p:nvPr>
        </p:nvSpPr>
        <p:spPr>
          <a:xfrm>
            <a:off x="12725245" y="16274772"/>
            <a:ext cx="11890085" cy="747972"/>
          </a:xfrm>
          <a:prstGeom prst="rect">
            <a:avLst/>
          </a:prstGeom>
        </p:spPr>
        <p:txBody>
          <a:bodyPr wrap="square" lIns="187489" tIns="187489" rIns="187489" bIns="187489" anchor="t" anchorCtr="0">
            <a:spAutoFit/>
          </a:bodyPr>
          <a:lstStyle>
            <a:lvl1pPr marL="0" indent="0">
              <a:buNone/>
              <a:defRPr sz="2400">
                <a:solidFill>
                  <a:schemeClr val="accent5">
                    <a:lumMod val="50000"/>
                  </a:schemeClr>
                </a:solidFill>
                <a:latin typeface="Times New Roman" panose="02020603050405020304" pitchFamily="18" charset="0"/>
                <a:cs typeface="Times New Roman" panose="02020603050405020304" pitchFamily="18" charset="0"/>
              </a:defRPr>
            </a:lvl1pPr>
            <a:lvl2pPr marL="1218674" indent="-468721">
              <a:defRPr sz="2100">
                <a:latin typeface="Trebuchet MS" pitchFamily="34" charset="0"/>
              </a:defRPr>
            </a:lvl2pPr>
            <a:lvl3pPr marL="1687395" indent="-468721">
              <a:defRPr sz="2100">
                <a:latin typeface="Trebuchet MS" pitchFamily="34" charset="0"/>
              </a:defRPr>
            </a:lvl3pPr>
            <a:lvl4pPr marL="2202988" indent="-515593">
              <a:defRPr sz="2100">
                <a:latin typeface="Trebuchet MS" pitchFamily="34" charset="0"/>
              </a:defRPr>
            </a:lvl4pPr>
            <a:lvl5pPr marL="2577965" indent="-374977">
              <a:defRPr sz="2100">
                <a:latin typeface="Trebuchet MS" pitchFamily="34" charset="0"/>
              </a:defRPr>
            </a:lvl5pPr>
          </a:lstStyle>
          <a:p>
            <a:pPr lvl="0"/>
            <a:r>
              <a:rPr lang="en-US" dirty="0"/>
              <a:t>Type in or paste your text here</a:t>
            </a:r>
          </a:p>
        </p:txBody>
      </p:sp>
      <p:sp>
        <p:nvSpPr>
          <p:cNvPr id="29" name="Text Placeholder 5"/>
          <p:cNvSpPr>
            <a:spLocks noGrp="1"/>
          </p:cNvSpPr>
          <p:nvPr>
            <p:ph type="body" sz="quarter" idx="29" hasCustomPrompt="1"/>
          </p:nvPr>
        </p:nvSpPr>
        <p:spPr>
          <a:xfrm>
            <a:off x="12725245" y="28083131"/>
            <a:ext cx="11879579" cy="656336"/>
          </a:xfrm>
          <a:prstGeom prst="rect">
            <a:avLst/>
          </a:prstGeom>
          <a:noFill/>
        </p:spPr>
        <p:txBody>
          <a:bodyPr wrap="square" lIns="74996" tIns="74996" rIns="74996" bIns="74996" anchor="t" anchorCtr="0">
            <a:spAutoFit/>
          </a:bodyPr>
          <a:lstStyle>
            <a:lvl1pPr marL="0" indent="0" algn="ctr">
              <a:buNone/>
              <a:defRPr sz="3300" b="1" u="sng" baseline="0">
                <a:solidFill>
                  <a:schemeClr val="accent5">
                    <a:lumMod val="50000"/>
                  </a:schemeClr>
                </a:solidFill>
              </a:defRPr>
            </a:lvl1pPr>
          </a:lstStyle>
          <a:p>
            <a:pPr lvl="0"/>
            <a:r>
              <a:rPr lang="en-US" dirty="0"/>
              <a:t>(click to edit)  ACKNOWLEDGEMENTS or  CONTACT</a:t>
            </a:r>
          </a:p>
        </p:txBody>
      </p:sp>
      <p:sp>
        <p:nvSpPr>
          <p:cNvPr id="30" name="Text Placeholder 3"/>
          <p:cNvSpPr>
            <a:spLocks noGrp="1"/>
          </p:cNvSpPr>
          <p:nvPr>
            <p:ph type="body" sz="quarter" idx="30" hasCustomPrompt="1"/>
          </p:nvPr>
        </p:nvSpPr>
        <p:spPr>
          <a:xfrm>
            <a:off x="12725245" y="28767135"/>
            <a:ext cx="11885529" cy="747972"/>
          </a:xfrm>
          <a:prstGeom prst="rect">
            <a:avLst/>
          </a:prstGeom>
        </p:spPr>
        <p:txBody>
          <a:bodyPr wrap="square" lIns="187489" tIns="187489" rIns="187489" bIns="187489" anchor="t" anchorCtr="0">
            <a:spAutoFit/>
          </a:bodyPr>
          <a:lstStyle>
            <a:lvl1pPr marL="0" indent="0">
              <a:buNone/>
              <a:defRPr sz="2400">
                <a:solidFill>
                  <a:schemeClr val="accent5">
                    <a:lumMod val="50000"/>
                  </a:schemeClr>
                </a:solidFill>
                <a:latin typeface="Times New Roman" panose="02020603050405020304" pitchFamily="18" charset="0"/>
                <a:cs typeface="Times New Roman" panose="02020603050405020304" pitchFamily="18" charset="0"/>
              </a:defRPr>
            </a:lvl1pPr>
            <a:lvl2pPr marL="1218674" indent="-468721">
              <a:defRPr sz="2100">
                <a:latin typeface="Trebuchet MS" pitchFamily="34" charset="0"/>
              </a:defRPr>
            </a:lvl2pPr>
            <a:lvl3pPr marL="1687395" indent="-468721">
              <a:defRPr sz="2100">
                <a:latin typeface="Trebuchet MS" pitchFamily="34" charset="0"/>
              </a:defRPr>
            </a:lvl3pPr>
            <a:lvl4pPr marL="2202988" indent="-515593">
              <a:defRPr sz="2100">
                <a:latin typeface="Trebuchet MS" pitchFamily="34" charset="0"/>
              </a:defRPr>
            </a:lvl4pPr>
            <a:lvl5pPr marL="2577965" indent="-374977">
              <a:defRPr sz="2100">
                <a:latin typeface="Trebuchet MS" pitchFamily="34" charset="0"/>
              </a:defRPr>
            </a:lvl5pPr>
          </a:lstStyle>
          <a:p>
            <a:pPr lvl="0"/>
            <a:r>
              <a:rPr lang="en-US" dirty="0"/>
              <a:t>Type in or paste your text here</a:t>
            </a:r>
          </a:p>
        </p:txBody>
      </p:sp>
      <p:sp>
        <p:nvSpPr>
          <p:cNvPr id="60" name="Text Placeholder 3"/>
          <p:cNvSpPr>
            <a:spLocks noGrp="1"/>
          </p:cNvSpPr>
          <p:nvPr>
            <p:ph type="body" sz="quarter" idx="96" hasCustomPrompt="1"/>
          </p:nvPr>
        </p:nvSpPr>
        <p:spPr>
          <a:xfrm>
            <a:off x="518974" y="16257349"/>
            <a:ext cx="11899368" cy="747972"/>
          </a:xfrm>
          <a:prstGeom prst="rect">
            <a:avLst/>
          </a:prstGeom>
        </p:spPr>
        <p:txBody>
          <a:bodyPr wrap="square" lIns="187489" tIns="187489" rIns="187489" bIns="187489" anchor="t" anchorCtr="0">
            <a:spAutoFit/>
          </a:bodyPr>
          <a:lstStyle>
            <a:lvl1pPr marL="0" indent="0">
              <a:buNone/>
              <a:defRPr sz="2400">
                <a:solidFill>
                  <a:schemeClr val="accent5">
                    <a:lumMod val="50000"/>
                  </a:schemeClr>
                </a:solidFill>
                <a:latin typeface="Times New Roman" panose="02020603050405020304" pitchFamily="18" charset="0"/>
                <a:cs typeface="Times New Roman" panose="02020603050405020304" pitchFamily="18" charset="0"/>
              </a:defRPr>
            </a:lvl1pPr>
            <a:lvl2pPr marL="1218674" indent="-468721">
              <a:defRPr sz="2100">
                <a:latin typeface="Trebuchet MS" pitchFamily="34" charset="0"/>
              </a:defRPr>
            </a:lvl2pPr>
            <a:lvl3pPr marL="1687395" indent="-468721">
              <a:defRPr sz="2100">
                <a:latin typeface="Trebuchet MS" pitchFamily="34" charset="0"/>
              </a:defRPr>
            </a:lvl3pPr>
            <a:lvl4pPr marL="2202988" indent="-515593">
              <a:defRPr sz="2100">
                <a:latin typeface="Trebuchet MS" pitchFamily="34" charset="0"/>
              </a:defRPr>
            </a:lvl4pPr>
            <a:lvl5pPr marL="2577965" indent="-374977">
              <a:defRPr sz="2100">
                <a:latin typeface="Trebuchet MS" pitchFamily="34" charset="0"/>
              </a:defRPr>
            </a:lvl5pPr>
          </a:lstStyle>
          <a:p>
            <a:pPr lvl="0"/>
            <a:r>
              <a:rPr lang="en-US" dirty="0"/>
              <a:t>Type in or paste your text here</a:t>
            </a:r>
          </a:p>
        </p:txBody>
      </p:sp>
      <p:sp>
        <p:nvSpPr>
          <p:cNvPr id="76" name="Text Placeholder 76"/>
          <p:cNvSpPr>
            <a:spLocks noGrp="1"/>
          </p:cNvSpPr>
          <p:nvPr>
            <p:ph type="body" sz="quarter" idx="150" hasCustomPrompt="1"/>
          </p:nvPr>
        </p:nvSpPr>
        <p:spPr>
          <a:xfrm>
            <a:off x="3219687" y="3498370"/>
            <a:ext cx="18752664" cy="1015663"/>
          </a:xfrm>
          <a:prstGeom prst="rect">
            <a:avLst/>
          </a:prstGeom>
        </p:spPr>
        <p:txBody>
          <a:bodyPr anchor="t" anchorCtr="0">
            <a:spAutoFit/>
          </a:bodyPr>
          <a:lstStyle>
            <a:lvl1pPr marL="0" indent="0" algn="ctr">
              <a:buFontTx/>
              <a:buNone/>
              <a:defRPr sz="6000">
                <a:solidFill>
                  <a:schemeClr val="accent5">
                    <a:lumMod val="50000"/>
                  </a:schemeClr>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affiliations</a:t>
            </a:r>
          </a:p>
        </p:txBody>
      </p:sp>
      <p:sp>
        <p:nvSpPr>
          <p:cNvPr id="79" name="Text Placeholder 76"/>
          <p:cNvSpPr>
            <a:spLocks noGrp="1"/>
          </p:cNvSpPr>
          <p:nvPr>
            <p:ph type="body" sz="quarter" idx="151" hasCustomPrompt="1"/>
          </p:nvPr>
        </p:nvSpPr>
        <p:spPr>
          <a:xfrm>
            <a:off x="3219687" y="2218210"/>
            <a:ext cx="18752664" cy="1446550"/>
          </a:xfrm>
          <a:prstGeom prst="rect">
            <a:avLst/>
          </a:prstGeom>
        </p:spPr>
        <p:txBody>
          <a:bodyPr anchor="t" anchorCtr="0">
            <a:spAutoFit/>
          </a:bodyPr>
          <a:lstStyle>
            <a:lvl1pPr marL="0" indent="0" algn="ctr">
              <a:buFontTx/>
              <a:buNone/>
              <a:defRPr sz="8800">
                <a:solidFill>
                  <a:schemeClr val="accent5">
                    <a:lumMod val="50000"/>
                  </a:schemeClr>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authors</a:t>
            </a:r>
          </a:p>
        </p:txBody>
      </p:sp>
      <p:sp>
        <p:nvSpPr>
          <p:cNvPr id="80" name="Text Placeholder 76"/>
          <p:cNvSpPr>
            <a:spLocks noGrp="1"/>
          </p:cNvSpPr>
          <p:nvPr>
            <p:ph type="body" sz="quarter" idx="153" hasCustomPrompt="1"/>
          </p:nvPr>
        </p:nvSpPr>
        <p:spPr>
          <a:xfrm>
            <a:off x="3219687" y="580236"/>
            <a:ext cx="18752664" cy="1446550"/>
          </a:xfrm>
          <a:prstGeom prst="rect">
            <a:avLst/>
          </a:prstGeom>
        </p:spPr>
        <p:txBody>
          <a:bodyPr anchor="t" anchorCtr="0">
            <a:spAutoFit/>
          </a:bodyPr>
          <a:lstStyle>
            <a:lvl1pPr marL="0" indent="0" algn="ctr">
              <a:buFontTx/>
              <a:buNone/>
              <a:defRPr sz="8800" b="1">
                <a:solidFill>
                  <a:schemeClr val="accent5">
                    <a:lumMod val="50000"/>
                  </a:schemeClr>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title</a:t>
            </a:r>
          </a:p>
        </p:txBody>
      </p:sp>
    </p:spTree>
    <p:extLst>
      <p:ext uri="{BB962C8B-B14F-4D97-AF65-F5344CB8AC3E}">
        <p14:creationId xmlns:p14="http://schemas.microsoft.com/office/powerpoint/2010/main" val="12706269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Wide center column">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518974" y="6508586"/>
            <a:ext cx="5772264" cy="747972"/>
          </a:xfrm>
          <a:prstGeom prst="rect">
            <a:avLst/>
          </a:prstGeom>
        </p:spPr>
        <p:txBody>
          <a:bodyPr wrap="square" lIns="187489" tIns="187489" rIns="187489" bIns="187489" anchor="t" anchorCtr="0">
            <a:spAutoFit/>
          </a:bodyPr>
          <a:lstStyle>
            <a:lvl1pPr marL="0" indent="0">
              <a:buNone/>
              <a:defRPr sz="2400">
                <a:solidFill>
                  <a:schemeClr val="accent5">
                    <a:lumMod val="50000"/>
                  </a:schemeClr>
                </a:solidFill>
                <a:latin typeface="Times New Roman" panose="02020603050405020304" pitchFamily="18" charset="0"/>
                <a:cs typeface="Times New Roman" panose="02020603050405020304" pitchFamily="18" charset="0"/>
              </a:defRPr>
            </a:lvl1pPr>
            <a:lvl2pPr marL="1218674" indent="-468721">
              <a:defRPr sz="2100">
                <a:latin typeface="Trebuchet MS" pitchFamily="34" charset="0"/>
              </a:defRPr>
            </a:lvl2pPr>
            <a:lvl3pPr marL="1687395" indent="-468721">
              <a:defRPr sz="2100">
                <a:latin typeface="Trebuchet MS" pitchFamily="34" charset="0"/>
              </a:defRPr>
            </a:lvl3pPr>
            <a:lvl4pPr marL="2202988" indent="-515593">
              <a:defRPr sz="2100">
                <a:latin typeface="Trebuchet MS" pitchFamily="34" charset="0"/>
              </a:defRPr>
            </a:lvl4pPr>
            <a:lvl5pPr marL="2577965" indent="-374977">
              <a:defRPr sz="2100">
                <a:latin typeface="Trebuchet MS" pitchFamily="34" charset="0"/>
              </a:defRPr>
            </a:lvl5pPr>
          </a:lstStyle>
          <a:p>
            <a:pPr lvl="0"/>
            <a:r>
              <a:rPr lang="en-US" dirty="0"/>
              <a:t>Enter your text here</a:t>
            </a:r>
          </a:p>
        </p:txBody>
      </p:sp>
      <p:sp>
        <p:nvSpPr>
          <p:cNvPr id="6" name="Text Placeholder 5"/>
          <p:cNvSpPr>
            <a:spLocks noGrp="1"/>
          </p:cNvSpPr>
          <p:nvPr>
            <p:ph type="body" sz="quarter" idx="11" hasCustomPrompt="1"/>
          </p:nvPr>
        </p:nvSpPr>
        <p:spPr>
          <a:xfrm>
            <a:off x="529393" y="5758641"/>
            <a:ext cx="5767709" cy="659288"/>
          </a:xfrm>
          <a:prstGeom prst="rect">
            <a:avLst/>
          </a:prstGeom>
          <a:noFill/>
        </p:spPr>
        <p:txBody>
          <a:bodyPr lIns="74996" tIns="74996" rIns="74996" bIns="74996" anchor="t" anchorCtr="0">
            <a:spAutoFit/>
          </a:bodyPr>
          <a:lstStyle>
            <a:lvl1pPr marL="0" indent="0" algn="ctr">
              <a:buNone/>
              <a:defRPr sz="3300" b="1" u="sng" baseline="0">
                <a:solidFill>
                  <a:schemeClr val="accent5">
                    <a:lumMod val="50000"/>
                  </a:schemeClr>
                </a:solidFill>
              </a:defRPr>
            </a:lvl1pPr>
          </a:lstStyle>
          <a:p>
            <a:pPr lvl="0"/>
            <a:r>
              <a:rPr lang="en-US" dirty="0"/>
              <a:t>(click to add) INTRODUCTION</a:t>
            </a:r>
          </a:p>
        </p:txBody>
      </p:sp>
      <p:sp>
        <p:nvSpPr>
          <p:cNvPr id="19" name="Text Placeholder 3"/>
          <p:cNvSpPr>
            <a:spLocks noGrp="1"/>
          </p:cNvSpPr>
          <p:nvPr>
            <p:ph type="body" sz="quarter" idx="19" hasCustomPrompt="1"/>
          </p:nvPr>
        </p:nvSpPr>
        <p:spPr>
          <a:xfrm>
            <a:off x="518060" y="16174952"/>
            <a:ext cx="5773175" cy="747972"/>
          </a:xfrm>
          <a:prstGeom prst="rect">
            <a:avLst/>
          </a:prstGeom>
        </p:spPr>
        <p:txBody>
          <a:bodyPr wrap="square" lIns="187489" tIns="187489" rIns="187489" bIns="187489" anchor="t" anchorCtr="0">
            <a:spAutoFit/>
          </a:bodyPr>
          <a:lstStyle>
            <a:lvl1pPr marL="0" indent="0">
              <a:buNone/>
              <a:defRPr sz="2400">
                <a:solidFill>
                  <a:schemeClr val="accent5">
                    <a:lumMod val="50000"/>
                  </a:schemeClr>
                </a:solidFill>
                <a:latin typeface="Times New Roman" panose="02020603050405020304" pitchFamily="18" charset="0"/>
                <a:cs typeface="Times New Roman" panose="02020603050405020304" pitchFamily="18" charset="0"/>
              </a:defRPr>
            </a:lvl1pPr>
            <a:lvl2pPr marL="1218674" indent="-468721">
              <a:defRPr sz="2100">
                <a:latin typeface="Trebuchet MS" pitchFamily="34" charset="0"/>
              </a:defRPr>
            </a:lvl2pPr>
            <a:lvl3pPr marL="1687395" indent="-468721">
              <a:defRPr sz="2100">
                <a:latin typeface="Trebuchet MS" pitchFamily="34" charset="0"/>
              </a:defRPr>
            </a:lvl3pPr>
            <a:lvl4pPr marL="2202988" indent="-515593">
              <a:defRPr sz="2100">
                <a:latin typeface="Trebuchet MS" pitchFamily="34" charset="0"/>
              </a:defRPr>
            </a:lvl4pPr>
            <a:lvl5pPr marL="2577965" indent="-374977">
              <a:defRPr sz="2100">
                <a:latin typeface="Trebuchet MS" pitchFamily="34" charset="0"/>
              </a:defRPr>
            </a:lvl5pPr>
          </a:lstStyle>
          <a:p>
            <a:pPr lvl="0"/>
            <a:r>
              <a:rPr lang="en-US" dirty="0"/>
              <a:t>Enter your text here</a:t>
            </a:r>
          </a:p>
        </p:txBody>
      </p:sp>
      <p:sp>
        <p:nvSpPr>
          <p:cNvPr id="20" name="Text Placeholder 5"/>
          <p:cNvSpPr>
            <a:spLocks noGrp="1"/>
          </p:cNvSpPr>
          <p:nvPr>
            <p:ph type="body" sz="quarter" idx="20" hasCustomPrompt="1"/>
          </p:nvPr>
        </p:nvSpPr>
        <p:spPr>
          <a:xfrm>
            <a:off x="529391" y="15542881"/>
            <a:ext cx="5768619" cy="656336"/>
          </a:xfrm>
          <a:prstGeom prst="rect">
            <a:avLst/>
          </a:prstGeom>
          <a:noFill/>
        </p:spPr>
        <p:txBody>
          <a:bodyPr wrap="square" lIns="74996" tIns="74996" rIns="74996" bIns="74996" anchor="t" anchorCtr="0">
            <a:spAutoFit/>
          </a:bodyPr>
          <a:lstStyle>
            <a:lvl1pPr marL="0" indent="0" algn="ctr">
              <a:buNone/>
              <a:defRPr sz="3300" b="1" u="sng" baseline="0">
                <a:solidFill>
                  <a:schemeClr val="accent5">
                    <a:lumMod val="50000"/>
                  </a:schemeClr>
                </a:solidFill>
              </a:defRPr>
            </a:lvl1pPr>
          </a:lstStyle>
          <a:p>
            <a:pPr lvl="0"/>
            <a:r>
              <a:rPr lang="en-US" dirty="0"/>
              <a:t>(click to add)  OBJECTIVES</a:t>
            </a:r>
          </a:p>
        </p:txBody>
      </p:sp>
      <p:sp>
        <p:nvSpPr>
          <p:cNvPr id="21" name="Text Placeholder 3"/>
          <p:cNvSpPr>
            <a:spLocks noGrp="1"/>
          </p:cNvSpPr>
          <p:nvPr>
            <p:ph type="body" sz="quarter" idx="21" hasCustomPrompt="1"/>
          </p:nvPr>
        </p:nvSpPr>
        <p:spPr>
          <a:xfrm>
            <a:off x="6650633" y="6508586"/>
            <a:ext cx="11892594" cy="747972"/>
          </a:xfrm>
          <a:prstGeom prst="rect">
            <a:avLst/>
          </a:prstGeom>
        </p:spPr>
        <p:txBody>
          <a:bodyPr wrap="square" lIns="187489" tIns="187489" rIns="187489" bIns="187489" anchor="t" anchorCtr="0">
            <a:spAutoFit/>
          </a:bodyPr>
          <a:lstStyle>
            <a:lvl1pPr marL="0" indent="0">
              <a:buNone/>
              <a:defRPr sz="2400">
                <a:solidFill>
                  <a:schemeClr val="accent5">
                    <a:lumMod val="50000"/>
                  </a:schemeClr>
                </a:solidFill>
                <a:latin typeface="Times New Roman" panose="02020603050405020304" pitchFamily="18" charset="0"/>
                <a:cs typeface="Times New Roman" panose="02020603050405020304" pitchFamily="18" charset="0"/>
              </a:defRPr>
            </a:lvl1pPr>
            <a:lvl2pPr marL="1218674" indent="-468721">
              <a:defRPr sz="2100">
                <a:latin typeface="Trebuchet MS" pitchFamily="34" charset="0"/>
              </a:defRPr>
            </a:lvl2pPr>
            <a:lvl3pPr marL="1687395" indent="-468721">
              <a:defRPr sz="2100">
                <a:latin typeface="Trebuchet MS" pitchFamily="34" charset="0"/>
              </a:defRPr>
            </a:lvl3pPr>
            <a:lvl4pPr marL="2202988" indent="-515593">
              <a:defRPr sz="2100">
                <a:latin typeface="Trebuchet MS" pitchFamily="34" charset="0"/>
              </a:defRPr>
            </a:lvl4pPr>
            <a:lvl5pPr marL="2577965" indent="-374977">
              <a:defRPr sz="2100">
                <a:latin typeface="Trebuchet MS" pitchFamily="34" charset="0"/>
              </a:defRPr>
            </a:lvl5pPr>
          </a:lstStyle>
          <a:p>
            <a:pPr lvl="0"/>
            <a:r>
              <a:rPr lang="en-US" dirty="0"/>
              <a:t>Enter your text here</a:t>
            </a:r>
          </a:p>
        </p:txBody>
      </p:sp>
      <p:sp>
        <p:nvSpPr>
          <p:cNvPr id="22" name="Text Placeholder 5"/>
          <p:cNvSpPr>
            <a:spLocks noGrp="1"/>
          </p:cNvSpPr>
          <p:nvPr>
            <p:ph type="body" sz="quarter" idx="22" hasCustomPrompt="1"/>
          </p:nvPr>
        </p:nvSpPr>
        <p:spPr>
          <a:xfrm>
            <a:off x="6650633" y="5758641"/>
            <a:ext cx="11892595" cy="656336"/>
          </a:xfrm>
          <a:prstGeom prst="rect">
            <a:avLst/>
          </a:prstGeom>
          <a:noFill/>
        </p:spPr>
        <p:txBody>
          <a:bodyPr wrap="square" lIns="74996" tIns="74996" rIns="74996" bIns="74996" anchor="t" anchorCtr="0">
            <a:spAutoFit/>
          </a:bodyPr>
          <a:lstStyle>
            <a:lvl1pPr marL="0" indent="0" algn="ctr">
              <a:buNone/>
              <a:defRPr sz="3300" b="1" u="sng" baseline="0">
                <a:solidFill>
                  <a:schemeClr val="accent5">
                    <a:lumMod val="50000"/>
                  </a:schemeClr>
                </a:solidFill>
              </a:defRPr>
            </a:lvl1pPr>
          </a:lstStyle>
          <a:p>
            <a:pPr lvl="0"/>
            <a:r>
              <a:rPr lang="en-US" dirty="0"/>
              <a:t>(header)  MATERIALS &amp; METHODS</a:t>
            </a:r>
          </a:p>
        </p:txBody>
      </p:sp>
      <p:sp>
        <p:nvSpPr>
          <p:cNvPr id="23" name="Text Placeholder 3"/>
          <p:cNvSpPr>
            <a:spLocks noGrp="1"/>
          </p:cNvSpPr>
          <p:nvPr>
            <p:ph type="body" sz="quarter" idx="23" hasCustomPrompt="1"/>
          </p:nvPr>
        </p:nvSpPr>
        <p:spPr>
          <a:xfrm>
            <a:off x="6650633" y="23714639"/>
            <a:ext cx="11892595" cy="747972"/>
          </a:xfrm>
          <a:prstGeom prst="rect">
            <a:avLst/>
          </a:prstGeom>
        </p:spPr>
        <p:txBody>
          <a:bodyPr wrap="square" lIns="187489" tIns="187489" rIns="187489" bIns="187489" anchor="t" anchorCtr="0">
            <a:spAutoFit/>
          </a:bodyPr>
          <a:lstStyle>
            <a:lvl1pPr marL="0" indent="0">
              <a:buNone/>
              <a:defRPr sz="2400">
                <a:solidFill>
                  <a:schemeClr val="accent5">
                    <a:lumMod val="50000"/>
                  </a:schemeClr>
                </a:solidFill>
                <a:latin typeface="Times New Roman" panose="02020603050405020304" pitchFamily="18" charset="0"/>
                <a:cs typeface="Times New Roman" panose="02020603050405020304" pitchFamily="18" charset="0"/>
              </a:defRPr>
            </a:lvl1pPr>
            <a:lvl2pPr marL="1218674" indent="-468721">
              <a:defRPr sz="2100">
                <a:latin typeface="Trebuchet MS" pitchFamily="34" charset="0"/>
              </a:defRPr>
            </a:lvl2pPr>
            <a:lvl3pPr marL="1687395" indent="-468721">
              <a:defRPr sz="2100">
                <a:latin typeface="Trebuchet MS" pitchFamily="34" charset="0"/>
              </a:defRPr>
            </a:lvl3pPr>
            <a:lvl4pPr marL="2202988" indent="-515593">
              <a:defRPr sz="2100">
                <a:latin typeface="Trebuchet MS" pitchFamily="34" charset="0"/>
              </a:defRPr>
            </a:lvl4pPr>
            <a:lvl5pPr marL="2577965" indent="-374977">
              <a:defRPr sz="2100">
                <a:latin typeface="Trebuchet MS" pitchFamily="34" charset="0"/>
              </a:defRPr>
            </a:lvl5pPr>
          </a:lstStyle>
          <a:p>
            <a:pPr lvl="0"/>
            <a:r>
              <a:rPr lang="en-US" dirty="0"/>
              <a:t>Enter your text here</a:t>
            </a:r>
          </a:p>
        </p:txBody>
      </p:sp>
      <p:sp>
        <p:nvSpPr>
          <p:cNvPr id="24" name="Text Placeholder 5"/>
          <p:cNvSpPr>
            <a:spLocks noGrp="1"/>
          </p:cNvSpPr>
          <p:nvPr>
            <p:ph type="body" sz="quarter" idx="24" hasCustomPrompt="1"/>
          </p:nvPr>
        </p:nvSpPr>
        <p:spPr>
          <a:xfrm>
            <a:off x="6650633" y="23047456"/>
            <a:ext cx="11892595" cy="656336"/>
          </a:xfrm>
          <a:prstGeom prst="rect">
            <a:avLst/>
          </a:prstGeom>
          <a:noFill/>
        </p:spPr>
        <p:txBody>
          <a:bodyPr wrap="square" lIns="74996" tIns="74996" rIns="74996" bIns="74996" anchor="t" anchorCtr="0">
            <a:spAutoFit/>
          </a:bodyPr>
          <a:lstStyle>
            <a:lvl1pPr marL="0" indent="0" algn="ctr">
              <a:buNone/>
              <a:defRPr sz="3300" b="1" u="sng" baseline="0">
                <a:solidFill>
                  <a:schemeClr val="accent5">
                    <a:lumMod val="50000"/>
                  </a:schemeClr>
                </a:solidFill>
              </a:defRPr>
            </a:lvl1pPr>
          </a:lstStyle>
          <a:p>
            <a:pPr lvl="0"/>
            <a:r>
              <a:rPr lang="en-US" dirty="0"/>
              <a:t>(click to add)  RESULTS</a:t>
            </a:r>
          </a:p>
        </p:txBody>
      </p:sp>
      <p:sp>
        <p:nvSpPr>
          <p:cNvPr id="25" name="Text Placeholder 5"/>
          <p:cNvSpPr>
            <a:spLocks noGrp="1"/>
          </p:cNvSpPr>
          <p:nvPr>
            <p:ph type="body" sz="quarter" idx="25" hasCustomPrompt="1"/>
          </p:nvPr>
        </p:nvSpPr>
        <p:spPr>
          <a:xfrm>
            <a:off x="18892159" y="5758641"/>
            <a:ext cx="5766642" cy="656336"/>
          </a:xfrm>
          <a:prstGeom prst="rect">
            <a:avLst/>
          </a:prstGeom>
          <a:noFill/>
        </p:spPr>
        <p:txBody>
          <a:bodyPr wrap="square" lIns="74996" tIns="74996" rIns="74996" bIns="74996" anchor="t" anchorCtr="0">
            <a:spAutoFit/>
          </a:bodyPr>
          <a:lstStyle>
            <a:lvl1pPr marL="0" indent="0" algn="ctr">
              <a:buNone/>
              <a:defRPr sz="3300" b="1" u="sng" baseline="0">
                <a:solidFill>
                  <a:schemeClr val="accent5">
                    <a:lumMod val="50000"/>
                  </a:schemeClr>
                </a:solidFill>
              </a:defRPr>
            </a:lvl1pPr>
          </a:lstStyle>
          <a:p>
            <a:pPr lvl="0"/>
            <a:r>
              <a:rPr lang="en-US" dirty="0"/>
              <a:t>(click to add) CONCLUSIONS</a:t>
            </a:r>
          </a:p>
        </p:txBody>
      </p:sp>
      <p:sp>
        <p:nvSpPr>
          <p:cNvPr id="26" name="Text Placeholder 3"/>
          <p:cNvSpPr>
            <a:spLocks noGrp="1"/>
          </p:cNvSpPr>
          <p:nvPr>
            <p:ph type="body" sz="quarter" idx="26" hasCustomPrompt="1"/>
          </p:nvPr>
        </p:nvSpPr>
        <p:spPr>
          <a:xfrm>
            <a:off x="18892159" y="6508586"/>
            <a:ext cx="5766642" cy="747972"/>
          </a:xfrm>
          <a:prstGeom prst="rect">
            <a:avLst/>
          </a:prstGeom>
        </p:spPr>
        <p:txBody>
          <a:bodyPr wrap="square" lIns="187489" tIns="187489" rIns="187489" bIns="187489" anchor="t" anchorCtr="0">
            <a:spAutoFit/>
          </a:bodyPr>
          <a:lstStyle>
            <a:lvl1pPr marL="0" indent="0">
              <a:buNone/>
              <a:defRPr sz="2400">
                <a:solidFill>
                  <a:schemeClr val="accent5">
                    <a:lumMod val="50000"/>
                  </a:schemeClr>
                </a:solidFill>
                <a:latin typeface="Times New Roman" panose="02020603050405020304" pitchFamily="18" charset="0"/>
                <a:cs typeface="Times New Roman" panose="02020603050405020304" pitchFamily="18" charset="0"/>
              </a:defRPr>
            </a:lvl1pPr>
            <a:lvl2pPr marL="1218674" indent="-468721">
              <a:defRPr sz="2100">
                <a:latin typeface="Trebuchet MS" pitchFamily="34" charset="0"/>
              </a:defRPr>
            </a:lvl2pPr>
            <a:lvl3pPr marL="1687395" indent="-468721">
              <a:defRPr sz="2100">
                <a:latin typeface="Trebuchet MS" pitchFamily="34" charset="0"/>
              </a:defRPr>
            </a:lvl3pPr>
            <a:lvl4pPr marL="2202988" indent="-515593">
              <a:defRPr sz="2100">
                <a:latin typeface="Trebuchet MS" pitchFamily="34" charset="0"/>
              </a:defRPr>
            </a:lvl4pPr>
            <a:lvl5pPr marL="2577965" indent="-374977">
              <a:defRPr sz="2100">
                <a:latin typeface="Trebuchet MS" pitchFamily="34" charset="0"/>
              </a:defRPr>
            </a:lvl5pPr>
          </a:lstStyle>
          <a:p>
            <a:pPr lvl="0"/>
            <a:r>
              <a:rPr lang="en-US" dirty="0"/>
              <a:t>Enter your text here</a:t>
            </a:r>
          </a:p>
        </p:txBody>
      </p:sp>
      <p:sp>
        <p:nvSpPr>
          <p:cNvPr id="27" name="Text Placeholder 5"/>
          <p:cNvSpPr>
            <a:spLocks noGrp="1"/>
          </p:cNvSpPr>
          <p:nvPr>
            <p:ph type="body" sz="quarter" idx="27" hasCustomPrompt="1"/>
          </p:nvPr>
        </p:nvSpPr>
        <p:spPr>
          <a:xfrm>
            <a:off x="18892159" y="15608744"/>
            <a:ext cx="5766642" cy="656336"/>
          </a:xfrm>
          <a:prstGeom prst="rect">
            <a:avLst/>
          </a:prstGeom>
          <a:noFill/>
        </p:spPr>
        <p:txBody>
          <a:bodyPr wrap="square" lIns="74996" tIns="74996" rIns="74996" bIns="74996" anchor="t" anchorCtr="0">
            <a:spAutoFit/>
          </a:bodyPr>
          <a:lstStyle>
            <a:lvl1pPr marL="0" indent="0" algn="ctr">
              <a:buNone/>
              <a:defRPr sz="3300" b="1" u="sng" baseline="0">
                <a:solidFill>
                  <a:schemeClr val="accent5">
                    <a:lumMod val="50000"/>
                  </a:schemeClr>
                </a:solidFill>
              </a:defRPr>
            </a:lvl1pPr>
          </a:lstStyle>
          <a:p>
            <a:pPr lvl="0"/>
            <a:r>
              <a:rPr lang="en-US" dirty="0"/>
              <a:t>(click to add) REFERENCES</a:t>
            </a:r>
          </a:p>
        </p:txBody>
      </p:sp>
      <p:sp>
        <p:nvSpPr>
          <p:cNvPr id="28" name="Text Placeholder 3"/>
          <p:cNvSpPr>
            <a:spLocks noGrp="1"/>
          </p:cNvSpPr>
          <p:nvPr>
            <p:ph type="body" sz="quarter" idx="28" hasCustomPrompt="1"/>
          </p:nvPr>
        </p:nvSpPr>
        <p:spPr>
          <a:xfrm>
            <a:off x="18913086" y="16275927"/>
            <a:ext cx="5724789" cy="747972"/>
          </a:xfrm>
          <a:prstGeom prst="rect">
            <a:avLst/>
          </a:prstGeom>
        </p:spPr>
        <p:txBody>
          <a:bodyPr wrap="square" lIns="187489" tIns="187489" rIns="187489" bIns="187489" anchor="t" anchorCtr="0">
            <a:spAutoFit/>
          </a:bodyPr>
          <a:lstStyle>
            <a:lvl1pPr marL="0" indent="0">
              <a:buNone/>
              <a:defRPr sz="2400">
                <a:solidFill>
                  <a:schemeClr val="accent5">
                    <a:lumMod val="50000"/>
                  </a:schemeClr>
                </a:solidFill>
                <a:latin typeface="Times New Roman" panose="02020603050405020304" pitchFamily="18" charset="0"/>
                <a:cs typeface="Times New Roman" panose="02020603050405020304" pitchFamily="18" charset="0"/>
              </a:defRPr>
            </a:lvl1pPr>
            <a:lvl2pPr marL="1218674" indent="-468721">
              <a:defRPr sz="2100">
                <a:latin typeface="Trebuchet MS" pitchFamily="34" charset="0"/>
              </a:defRPr>
            </a:lvl2pPr>
            <a:lvl3pPr marL="1687395" indent="-468721">
              <a:defRPr sz="2100">
                <a:latin typeface="Trebuchet MS" pitchFamily="34" charset="0"/>
              </a:defRPr>
            </a:lvl3pPr>
            <a:lvl4pPr marL="2202988" indent="-515593">
              <a:defRPr sz="2100">
                <a:latin typeface="Trebuchet MS" pitchFamily="34" charset="0"/>
              </a:defRPr>
            </a:lvl4pPr>
            <a:lvl5pPr marL="2577965" indent="-374977">
              <a:defRPr sz="2100">
                <a:latin typeface="Trebuchet MS" pitchFamily="34" charset="0"/>
              </a:defRPr>
            </a:lvl5pPr>
          </a:lstStyle>
          <a:p>
            <a:pPr lvl="0"/>
            <a:r>
              <a:rPr lang="en-US" dirty="0"/>
              <a:t>Enter your text here</a:t>
            </a:r>
          </a:p>
        </p:txBody>
      </p:sp>
      <p:sp>
        <p:nvSpPr>
          <p:cNvPr id="29" name="Text Placeholder 5"/>
          <p:cNvSpPr>
            <a:spLocks noGrp="1"/>
          </p:cNvSpPr>
          <p:nvPr>
            <p:ph type="body" sz="quarter" idx="29" hasCustomPrompt="1"/>
          </p:nvPr>
        </p:nvSpPr>
        <p:spPr>
          <a:xfrm>
            <a:off x="18892159" y="28580547"/>
            <a:ext cx="5766642" cy="659288"/>
          </a:xfrm>
          <a:prstGeom prst="rect">
            <a:avLst/>
          </a:prstGeom>
          <a:noFill/>
        </p:spPr>
        <p:txBody>
          <a:bodyPr wrap="square" lIns="74996" tIns="74996" rIns="74996" bIns="74996" anchor="t" anchorCtr="0">
            <a:spAutoFit/>
          </a:bodyPr>
          <a:lstStyle>
            <a:lvl1pPr marL="0" indent="0" algn="ctr">
              <a:buNone/>
              <a:defRPr sz="3300" b="1" u="sng" baseline="0">
                <a:solidFill>
                  <a:schemeClr val="accent5">
                    <a:lumMod val="50000"/>
                  </a:schemeClr>
                </a:solidFill>
              </a:defRPr>
            </a:lvl1pPr>
          </a:lstStyle>
          <a:p>
            <a:pPr lvl="0"/>
            <a:r>
              <a:rPr lang="en-US" dirty="0"/>
              <a:t>(click to add) CONTACT</a:t>
            </a:r>
          </a:p>
        </p:txBody>
      </p:sp>
      <p:sp>
        <p:nvSpPr>
          <p:cNvPr id="30" name="Text Placeholder 3"/>
          <p:cNvSpPr>
            <a:spLocks noGrp="1"/>
          </p:cNvSpPr>
          <p:nvPr>
            <p:ph type="body" sz="quarter" idx="30" hasCustomPrompt="1"/>
          </p:nvPr>
        </p:nvSpPr>
        <p:spPr>
          <a:xfrm>
            <a:off x="18890715" y="29330961"/>
            <a:ext cx="5769531" cy="747972"/>
          </a:xfrm>
          <a:prstGeom prst="rect">
            <a:avLst/>
          </a:prstGeom>
        </p:spPr>
        <p:txBody>
          <a:bodyPr wrap="square" lIns="187489" tIns="187489" rIns="187489" bIns="187489" anchor="t" anchorCtr="0">
            <a:spAutoFit/>
          </a:bodyPr>
          <a:lstStyle>
            <a:lvl1pPr marL="0" indent="0">
              <a:buNone/>
              <a:defRPr sz="2400">
                <a:solidFill>
                  <a:schemeClr val="accent5">
                    <a:lumMod val="50000"/>
                  </a:schemeClr>
                </a:solidFill>
                <a:latin typeface="Times New Roman" panose="02020603050405020304" pitchFamily="18" charset="0"/>
                <a:cs typeface="Times New Roman" panose="02020603050405020304" pitchFamily="18" charset="0"/>
              </a:defRPr>
            </a:lvl1pPr>
            <a:lvl2pPr marL="1218674" indent="-468721">
              <a:defRPr sz="2100">
                <a:latin typeface="Trebuchet MS" pitchFamily="34" charset="0"/>
              </a:defRPr>
            </a:lvl2pPr>
            <a:lvl3pPr marL="1687395" indent="-468721">
              <a:defRPr sz="2100">
                <a:latin typeface="Trebuchet MS" pitchFamily="34" charset="0"/>
              </a:defRPr>
            </a:lvl3pPr>
            <a:lvl4pPr marL="2202988" indent="-515593">
              <a:defRPr sz="2100">
                <a:latin typeface="Trebuchet MS" pitchFamily="34" charset="0"/>
              </a:defRPr>
            </a:lvl4pPr>
            <a:lvl5pPr marL="2577965" indent="-374977">
              <a:defRPr sz="2100">
                <a:latin typeface="Trebuchet MS" pitchFamily="34" charset="0"/>
              </a:defRPr>
            </a:lvl5pPr>
          </a:lstStyle>
          <a:p>
            <a:pPr lvl="0"/>
            <a:r>
              <a:rPr lang="en-US" dirty="0"/>
              <a:t>Enter your text here</a:t>
            </a:r>
          </a:p>
        </p:txBody>
      </p:sp>
      <p:sp>
        <p:nvSpPr>
          <p:cNvPr id="84" name="Text Placeholder 76"/>
          <p:cNvSpPr>
            <a:spLocks noGrp="1"/>
          </p:cNvSpPr>
          <p:nvPr>
            <p:ph type="body" sz="quarter" idx="150" hasCustomPrompt="1"/>
          </p:nvPr>
        </p:nvSpPr>
        <p:spPr>
          <a:xfrm>
            <a:off x="3219687" y="3498370"/>
            <a:ext cx="18752664" cy="1015663"/>
          </a:xfrm>
          <a:prstGeom prst="rect">
            <a:avLst/>
          </a:prstGeom>
        </p:spPr>
        <p:txBody>
          <a:bodyPr anchor="t" anchorCtr="0">
            <a:spAutoFit/>
          </a:bodyPr>
          <a:lstStyle>
            <a:lvl1pPr marL="0" indent="0" algn="ctr">
              <a:buFontTx/>
              <a:buNone/>
              <a:defRPr sz="6000">
                <a:solidFill>
                  <a:schemeClr val="accent5">
                    <a:lumMod val="50000"/>
                  </a:schemeClr>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affiliations</a:t>
            </a:r>
          </a:p>
        </p:txBody>
      </p:sp>
      <p:sp>
        <p:nvSpPr>
          <p:cNvPr id="85" name="Text Placeholder 76"/>
          <p:cNvSpPr>
            <a:spLocks noGrp="1"/>
          </p:cNvSpPr>
          <p:nvPr>
            <p:ph type="body" sz="quarter" idx="151" hasCustomPrompt="1"/>
          </p:nvPr>
        </p:nvSpPr>
        <p:spPr>
          <a:xfrm>
            <a:off x="3219687" y="2218210"/>
            <a:ext cx="18752664" cy="1446550"/>
          </a:xfrm>
          <a:prstGeom prst="rect">
            <a:avLst/>
          </a:prstGeom>
        </p:spPr>
        <p:txBody>
          <a:bodyPr anchor="t" anchorCtr="0">
            <a:spAutoFit/>
          </a:bodyPr>
          <a:lstStyle>
            <a:lvl1pPr marL="0" indent="0" algn="ctr">
              <a:buFontTx/>
              <a:buNone/>
              <a:defRPr sz="8800">
                <a:solidFill>
                  <a:schemeClr val="accent5">
                    <a:lumMod val="50000"/>
                  </a:schemeClr>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authors</a:t>
            </a:r>
          </a:p>
        </p:txBody>
      </p:sp>
      <p:sp>
        <p:nvSpPr>
          <p:cNvPr id="86" name="Text Placeholder 76"/>
          <p:cNvSpPr>
            <a:spLocks noGrp="1"/>
          </p:cNvSpPr>
          <p:nvPr>
            <p:ph type="body" sz="quarter" idx="178" hasCustomPrompt="1"/>
          </p:nvPr>
        </p:nvSpPr>
        <p:spPr>
          <a:xfrm>
            <a:off x="3219687" y="580236"/>
            <a:ext cx="18752664" cy="1446550"/>
          </a:xfrm>
          <a:prstGeom prst="rect">
            <a:avLst/>
          </a:prstGeom>
        </p:spPr>
        <p:txBody>
          <a:bodyPr anchor="t" anchorCtr="0">
            <a:spAutoFit/>
          </a:bodyPr>
          <a:lstStyle>
            <a:lvl1pPr marL="0" indent="0" algn="ctr">
              <a:buFontTx/>
              <a:buNone/>
              <a:defRPr sz="8800" b="1">
                <a:solidFill>
                  <a:schemeClr val="accent5">
                    <a:lumMod val="50000"/>
                  </a:schemeClr>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title</a:t>
            </a:r>
          </a:p>
        </p:txBody>
      </p:sp>
      <p:sp>
        <p:nvSpPr>
          <p:cNvPr id="31" name="TextBox 30"/>
          <p:cNvSpPr txBox="1"/>
          <p:nvPr userDrawn="1"/>
        </p:nvSpPr>
        <p:spPr>
          <a:xfrm>
            <a:off x="8186057" y="10798629"/>
            <a:ext cx="6357257" cy="461665"/>
          </a:xfrm>
          <a:prstGeom prst="rect">
            <a:avLst/>
          </a:prstGeom>
          <a:noFill/>
        </p:spPr>
        <p:txBody>
          <a:bodyPr wrap="square" rtlCol="0" anchor="t" anchorCtr="0">
            <a:spAutoFit/>
          </a:bodyPr>
          <a:lstStyle/>
          <a:p>
            <a:endParaRPr lang="en-US" sz="2400" dirty="0">
              <a:latin typeface="Times New Roman" panose="02020603050405020304" pitchFamily="18" charset="0"/>
              <a:cs typeface="Times New Roman" panose="02020603050405020304" pitchFamily="18"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1.png"/><Relationship Id="rId7" Type="http://schemas.openxmlformats.org/officeDocument/2006/relationships/hyperlink" Target="https://www.posterpresentations.com/how-to-change-the-research-poster-template-colors.html" TargetMode="External"/><Relationship Id="rId2"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 Id="rId9" Type="http://schemas.openxmlformats.org/officeDocument/2006/relationships/image" Target="../media/image6.png"/></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1.png"/><Relationship Id="rId7" Type="http://schemas.openxmlformats.org/officeDocument/2006/relationships/hyperlink" Target="https://www.posterpresentations.com/how-to-change-the-research-poster-template-colors.html" TargetMode="External"/><Relationship Id="rId2" Type="http://schemas.openxmlformats.org/officeDocument/2006/relationships/theme" Target="../theme/theme3.xml"/><Relationship Id="rId1" Type="http://schemas.openxmlformats.org/officeDocument/2006/relationships/slideLayout" Target="../slideLayouts/slideLayout3.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 Id="rId9" Type="http://schemas.openxmlformats.org/officeDocument/2006/relationships/image" Target="../media/image6.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36" name="Table 35">
            <a:extLst>
              <a:ext uri="{FF2B5EF4-FFF2-40B4-BE49-F238E27FC236}">
                <a16:creationId xmlns:a16="http://schemas.microsoft.com/office/drawing/2014/main" id="{6CA1A99B-ADFE-0946-BD42-BD5A646350D9}"/>
              </a:ext>
            </a:extLst>
          </p:cNvPr>
          <p:cNvGraphicFramePr>
            <a:graphicFrameLocks noGrp="1"/>
          </p:cNvGraphicFramePr>
          <p:nvPr userDrawn="1">
            <p:extLst>
              <p:ext uri="{D42A27DB-BD31-4B8C-83A1-F6EECF244321}">
                <p14:modId xmlns:p14="http://schemas.microsoft.com/office/powerpoint/2010/main" val="4020684293"/>
              </p:ext>
            </p:extLst>
          </p:nvPr>
        </p:nvGraphicFramePr>
        <p:xfrm>
          <a:off x="-10750964" y="37356"/>
          <a:ext cx="10290587" cy="35976294"/>
        </p:xfrm>
        <a:graphic>
          <a:graphicData uri="http://schemas.openxmlformats.org/drawingml/2006/table">
            <a:tbl>
              <a:tblPr firstRow="1" bandRow="1">
                <a:tableStyleId>{5C22544A-7EE6-4342-B048-85BDC9FD1C3A}</a:tableStyleId>
              </a:tblPr>
              <a:tblGrid>
                <a:gridCol w="4412520">
                  <a:extLst>
                    <a:ext uri="{9D8B030D-6E8A-4147-A177-3AD203B41FA5}">
                      <a16:colId xmlns:a16="http://schemas.microsoft.com/office/drawing/2014/main" val="20000"/>
                    </a:ext>
                  </a:extLst>
                </a:gridCol>
                <a:gridCol w="5878067">
                  <a:extLst>
                    <a:ext uri="{9D8B030D-6E8A-4147-A177-3AD203B41FA5}">
                      <a16:colId xmlns:a16="http://schemas.microsoft.com/office/drawing/2014/main" val="20001"/>
                    </a:ext>
                  </a:extLst>
                </a:gridCol>
              </a:tblGrid>
              <a:tr h="1392775">
                <a:tc gridSpan="2">
                  <a:txBody>
                    <a:bodyPr/>
                    <a:lstStyle/>
                    <a:p>
                      <a:pPr marL="0" marR="0" indent="0" algn="ctr" defTabSz="4388900" rtl="0" eaLnBrk="1" fontAlgn="auto" latinLnBrk="0" hangingPunct="1">
                        <a:lnSpc>
                          <a:spcPct val="100000"/>
                        </a:lnSpc>
                        <a:spcBef>
                          <a:spcPts val="0"/>
                        </a:spcBef>
                        <a:spcAft>
                          <a:spcPts val="0"/>
                        </a:spcAft>
                        <a:buClrTx/>
                        <a:buSzTx/>
                        <a:buFontTx/>
                        <a:buNone/>
                        <a:tabLst/>
                        <a:defRPr/>
                      </a:pPr>
                      <a:r>
                        <a:rPr lang="en-US" sz="4000" b="0" spc="600" dirty="0">
                          <a:solidFill>
                            <a:srgbClr val="1F3A4E"/>
                          </a:solidFill>
                          <a:latin typeface="Arial Black" panose="020B0A04020102020204" pitchFamily="34" charset="0"/>
                        </a:rPr>
                        <a:t>QUICK START GUIDE</a:t>
                      </a:r>
                      <a:br>
                        <a:rPr lang="en-US" sz="4000" b="0" spc="600" dirty="0">
                          <a:solidFill>
                            <a:srgbClr val="1F3A4E"/>
                          </a:solidFill>
                          <a:latin typeface="Arial Black" panose="020B0A04020102020204" pitchFamily="34" charset="0"/>
                        </a:rPr>
                      </a:br>
                      <a:r>
                        <a:rPr lang="en-US" sz="3200" b="1" spc="0" dirty="0">
                          <a:solidFill>
                            <a:srgbClr val="FF0000"/>
                          </a:solidFill>
                          <a:latin typeface="Trebuchet MS" pitchFamily="34" charset="0"/>
                        </a:rPr>
                        <a:t>(THIS SIDEBAR WILL NOT PRINT)</a:t>
                      </a:r>
                      <a:endParaRPr lang="en-US" sz="4000" b="1" spc="600" dirty="0">
                        <a:solidFill>
                          <a:schemeClr val="bg1"/>
                        </a:solidFill>
                        <a:latin typeface="Trebuchet MS" pitchFamily="34" charset="0"/>
                      </a:endParaRPr>
                    </a:p>
                  </a:txBody>
                  <a:tcPr marL="182880" marT="137160">
                    <a:solidFill>
                      <a:srgbClr val="FFC000"/>
                    </a:solidFill>
                  </a:tcPr>
                </a:tc>
                <a:tc hMerge="1">
                  <a:txBody>
                    <a:bodyPr/>
                    <a:lstStyle/>
                    <a:p>
                      <a:endParaRPr lang="en-US" dirty="0"/>
                    </a:p>
                  </a:txBody>
                  <a:tcPr/>
                </a:tc>
                <a:extLst>
                  <a:ext uri="{0D108BD9-81ED-4DB2-BD59-A6C34878D82A}">
                    <a16:rowId xmlns:a16="http://schemas.microsoft.com/office/drawing/2014/main" val="10000"/>
                  </a:ext>
                </a:extLst>
              </a:tr>
              <a:tr h="4281487">
                <a:tc gridSpan="2">
                  <a:txBody>
                    <a:bodyPr/>
                    <a:lstStyle/>
                    <a:p>
                      <a:pPr defTabSz="3765639"/>
                      <a:r>
                        <a:rPr lang="en-US" sz="2400" i="0" dirty="0">
                          <a:solidFill>
                            <a:srgbClr val="D9D9D9"/>
                          </a:solidFill>
                          <a:latin typeface="Arial"/>
                          <a:cs typeface="Arial"/>
                        </a:rPr>
                        <a:t>This PowerPoint template produces a </a:t>
                      </a:r>
                      <a:r>
                        <a:rPr lang="en-US" sz="2400" b="1" i="0" dirty="0">
                          <a:solidFill>
                            <a:srgbClr val="FFC000"/>
                          </a:solidFill>
                          <a:latin typeface="Arial"/>
                          <a:cs typeface="Arial"/>
                        </a:rPr>
                        <a:t>70x100cm</a:t>
                      </a:r>
                      <a:r>
                        <a:rPr lang="en-US" sz="2400" i="0" dirty="0">
                          <a:solidFill>
                            <a:srgbClr val="FFC000"/>
                          </a:solidFill>
                          <a:latin typeface="Arial"/>
                          <a:cs typeface="Arial"/>
                        </a:rPr>
                        <a:t> </a:t>
                      </a:r>
                      <a:r>
                        <a:rPr lang="en-US" sz="2400" i="0" dirty="0">
                          <a:solidFill>
                            <a:srgbClr val="D9D9D9"/>
                          </a:solidFill>
                          <a:latin typeface="Arial"/>
                          <a:cs typeface="Arial"/>
                        </a:rPr>
                        <a:t>presentation poster. You can use it to create your research poster by placing your title, subtitle, text, tables, charts and photos. </a:t>
                      </a:r>
                    </a:p>
                    <a:p>
                      <a:pPr defTabSz="3765639"/>
                      <a:endParaRPr lang="en-US" sz="2400" i="0" dirty="0">
                        <a:solidFill>
                          <a:srgbClr val="D9D9D9"/>
                        </a:solidFill>
                        <a:latin typeface="Arial"/>
                        <a:cs typeface="Arial"/>
                      </a:endParaRPr>
                    </a:p>
                    <a:p>
                      <a:pPr defTabSz="3765639"/>
                      <a:r>
                        <a:rPr lang="en-US" sz="2400" i="0" dirty="0">
                          <a:solidFill>
                            <a:srgbClr val="D9D9D9"/>
                          </a:solidFill>
                          <a:latin typeface="Arial"/>
                          <a:cs typeface="Arial"/>
                        </a:rPr>
                        <a:t>We provide a series of online tutorials that will guide you through the poster design process and answer your poster production questions. For complete template tutorials, go online to </a:t>
                      </a:r>
                      <a:r>
                        <a:rPr lang="en-US" sz="2400" i="0" dirty="0" err="1">
                          <a:solidFill>
                            <a:srgbClr val="FFC000"/>
                          </a:solidFill>
                          <a:latin typeface="Arial"/>
                          <a:cs typeface="Arial"/>
                        </a:rPr>
                        <a:t>PosterPresentations.com</a:t>
                      </a:r>
                      <a:r>
                        <a:rPr lang="en-US" sz="2400" i="0" dirty="0">
                          <a:solidFill>
                            <a:srgbClr val="D9D9D9"/>
                          </a:solidFill>
                          <a:latin typeface="Arial"/>
                          <a:cs typeface="Arial"/>
                        </a:rPr>
                        <a:t> and click on the  </a:t>
                      </a:r>
                      <a:r>
                        <a:rPr lang="en-US" sz="2400" i="0" dirty="0">
                          <a:solidFill>
                            <a:srgbClr val="FFC000"/>
                          </a:solidFill>
                          <a:latin typeface="Arial"/>
                          <a:cs typeface="Arial"/>
                        </a:rPr>
                        <a:t>HELP DESK</a:t>
                      </a:r>
                      <a:r>
                        <a:rPr lang="en-US" sz="2400" i="0" baseline="0" dirty="0">
                          <a:solidFill>
                            <a:srgbClr val="D9D9D9"/>
                          </a:solidFill>
                          <a:latin typeface="Arial"/>
                          <a:cs typeface="Arial"/>
                        </a:rPr>
                        <a:t> </a:t>
                      </a:r>
                      <a:r>
                        <a:rPr lang="en-US" sz="2400" i="0" dirty="0">
                          <a:solidFill>
                            <a:srgbClr val="D9D9D9"/>
                          </a:solidFill>
                          <a:latin typeface="Arial"/>
                          <a:cs typeface="Arial"/>
                        </a:rPr>
                        <a:t>tab.</a:t>
                      </a:r>
                    </a:p>
                    <a:p>
                      <a:pPr defTabSz="3765639"/>
                      <a:endParaRPr lang="en-US" sz="2400" i="0" dirty="0">
                        <a:solidFill>
                          <a:srgbClr val="D9D9D9"/>
                        </a:solidFill>
                        <a:latin typeface="Arial"/>
                        <a:cs typeface="Arial"/>
                      </a:endParaRPr>
                    </a:p>
                    <a:p>
                      <a:pPr defTabSz="3765639"/>
                      <a:r>
                        <a:rPr lang="en-US" sz="2400" i="0" dirty="0">
                          <a:solidFill>
                            <a:srgbClr val="D9D9D9"/>
                          </a:solidFill>
                          <a:latin typeface="Arial"/>
                          <a:cs typeface="Arial"/>
                        </a:rPr>
                        <a:t>To print your poster using our same-day professional printing service, go online to </a:t>
                      </a:r>
                      <a:r>
                        <a:rPr lang="en-US" sz="2400" i="0" dirty="0" err="1">
                          <a:solidFill>
                            <a:srgbClr val="FFC000"/>
                          </a:solidFill>
                          <a:latin typeface="Arial"/>
                          <a:cs typeface="Arial"/>
                        </a:rPr>
                        <a:t>PosterPresentations.com</a:t>
                      </a:r>
                      <a:r>
                        <a:rPr lang="en-US" sz="2400" i="0" dirty="0">
                          <a:solidFill>
                            <a:srgbClr val="D9D9D9"/>
                          </a:solidFill>
                          <a:latin typeface="Arial"/>
                          <a:cs typeface="Arial"/>
                        </a:rPr>
                        <a:t> and click on "</a:t>
                      </a:r>
                      <a:r>
                        <a:rPr lang="en-US" sz="2400" i="0" dirty="0">
                          <a:solidFill>
                            <a:srgbClr val="FFC000"/>
                          </a:solidFill>
                          <a:latin typeface="Arial"/>
                          <a:cs typeface="Arial"/>
                        </a:rPr>
                        <a:t>Order your poster</a:t>
                      </a:r>
                      <a:r>
                        <a:rPr lang="en-US" sz="2400" i="0" dirty="0">
                          <a:solidFill>
                            <a:srgbClr val="D9D9D9"/>
                          </a:solidFill>
                          <a:latin typeface="Arial"/>
                          <a:cs typeface="Arial"/>
                        </a:rPr>
                        <a:t>".</a:t>
                      </a:r>
                      <a:endParaRPr lang="en-US" sz="2400" b="1" dirty="0">
                        <a:solidFill>
                          <a:srgbClr val="D9D9D9"/>
                        </a:solidFill>
                        <a:latin typeface="Arial"/>
                        <a:cs typeface="Arial"/>
                      </a:endParaRPr>
                    </a:p>
                  </a:txBody>
                  <a:tcPr marL="182880" marT="137160">
                    <a:solidFill>
                      <a:srgbClr val="010101"/>
                    </a:solidFill>
                  </a:tcPr>
                </a:tc>
                <a:tc hMerge="1">
                  <a:txBody>
                    <a:bodyPr/>
                    <a:lstStyle/>
                    <a:p>
                      <a:pPr marL="0" indent="0" algn="l" defTabSz="114300"/>
                      <a:endParaRPr lang="en-US" sz="2400" b="0" baseline="0" dirty="0">
                        <a:solidFill>
                          <a:srgbClr val="FFC000"/>
                        </a:solidFill>
                        <a:latin typeface="Arial" panose="020B0604020202020204" pitchFamily="34" charset="0"/>
                        <a:cs typeface="Arial" panose="020B0604020202020204" pitchFamily="34" charset="0"/>
                      </a:endParaRPr>
                    </a:p>
                  </a:txBody>
                  <a:tcPr>
                    <a:solidFill>
                      <a:schemeClr val="tx1">
                        <a:lumMod val="95000"/>
                        <a:lumOff val="5000"/>
                      </a:schemeClr>
                    </a:solidFill>
                  </a:tcPr>
                </a:tc>
                <a:extLst>
                  <a:ext uri="{0D108BD9-81ED-4DB2-BD59-A6C34878D82A}">
                    <a16:rowId xmlns:a16="http://schemas.microsoft.com/office/drawing/2014/main" val="677555919"/>
                  </a:ext>
                </a:extLst>
              </a:tr>
              <a:tr h="5106834">
                <a:tc>
                  <a:txBody>
                    <a:bodyPr/>
                    <a:lstStyle/>
                    <a:p>
                      <a:pPr algn="ctr"/>
                      <a:endParaRPr lang="en-US" sz="2400" dirty="0">
                        <a:solidFill>
                          <a:srgbClr val="1F3A4E"/>
                        </a:solidFill>
                      </a:endParaRPr>
                    </a:p>
                    <a:p>
                      <a:pPr algn="ctr"/>
                      <a:endParaRPr lang="en-US" sz="2400" dirty="0">
                        <a:solidFill>
                          <a:srgbClr val="1F3A4E"/>
                        </a:solidFill>
                      </a:endParaRPr>
                    </a:p>
                    <a:p>
                      <a:pPr algn="ctr"/>
                      <a:r>
                        <a:rPr lang="en-US" sz="2400" dirty="0">
                          <a:solidFill>
                            <a:schemeClr val="bg1"/>
                          </a:solidFill>
                          <a:latin typeface="Arial" panose="020B0604020202020204" pitchFamily="34" charset="0"/>
                          <a:cs typeface="Arial" panose="020B0604020202020204" pitchFamily="34" charset="0"/>
                        </a:rPr>
                        <a:t>This is a template for a </a:t>
                      </a:r>
                    </a:p>
                    <a:p>
                      <a:pPr algn="ctr"/>
                      <a:r>
                        <a:rPr lang="en-US" sz="2400" dirty="0">
                          <a:solidFill>
                            <a:schemeClr val="bg1"/>
                          </a:solidFill>
                          <a:latin typeface="Arial" panose="020B0604020202020204" pitchFamily="34" charset="0"/>
                          <a:cs typeface="Arial" panose="020B0604020202020204" pitchFamily="34" charset="0"/>
                        </a:rPr>
                        <a:t>presentation poster</a:t>
                      </a:r>
                      <a:br>
                        <a:rPr lang="en-US" sz="2400" dirty="0">
                          <a:solidFill>
                            <a:schemeClr val="bg1"/>
                          </a:solidFill>
                          <a:latin typeface="Arial" panose="020B0604020202020204" pitchFamily="34" charset="0"/>
                          <a:cs typeface="Arial" panose="020B0604020202020204" pitchFamily="34" charset="0"/>
                        </a:rPr>
                      </a:br>
                      <a:r>
                        <a:rPr lang="en-US" sz="4000" b="1" dirty="0">
                          <a:solidFill>
                            <a:srgbClr val="FFC000"/>
                          </a:solidFill>
                          <a:latin typeface="Arial" panose="020B0604020202020204" pitchFamily="34" charset="0"/>
                          <a:cs typeface="Arial" panose="020B0604020202020204" pitchFamily="34" charset="0"/>
                        </a:rPr>
                        <a:t>70x100cm</a:t>
                      </a:r>
                      <a:br>
                        <a:rPr lang="en-US" sz="2400" dirty="0">
                          <a:solidFill>
                            <a:schemeClr val="bg1"/>
                          </a:solidFill>
                          <a:latin typeface="Arial" panose="020B0604020202020204" pitchFamily="34" charset="0"/>
                          <a:cs typeface="Arial" panose="020B0604020202020204" pitchFamily="34" charset="0"/>
                        </a:rPr>
                      </a:br>
                      <a:endParaRPr lang="en-US" sz="2400" dirty="0">
                        <a:solidFill>
                          <a:srgbClr val="1F3A4E"/>
                        </a:solidFill>
                      </a:endParaRPr>
                    </a:p>
                  </a:txBody>
                  <a:tcPr>
                    <a:solidFill>
                      <a:srgbClr val="010101"/>
                    </a:solidFill>
                  </a:tcPr>
                </a:tc>
                <a:tc>
                  <a:txBody>
                    <a:bodyPr/>
                    <a:lstStyle/>
                    <a:p>
                      <a:pPr marL="0" marR="0" indent="0" algn="l" defTabSz="4388900" rtl="0" eaLnBrk="1" fontAlgn="auto" latinLnBrk="0" hangingPunct="1">
                        <a:lnSpc>
                          <a:spcPct val="100000"/>
                        </a:lnSpc>
                        <a:spcBef>
                          <a:spcPts val="0"/>
                        </a:spcBef>
                        <a:spcAft>
                          <a:spcPts val="0"/>
                        </a:spcAft>
                        <a:buClrTx/>
                        <a:buSzTx/>
                        <a:buFontTx/>
                        <a:buNone/>
                        <a:tabLst/>
                        <a:defRPr/>
                      </a:pPr>
                      <a:r>
                        <a:rPr lang="en-US" sz="2800" b="1" baseline="0" dirty="0">
                          <a:solidFill>
                            <a:srgbClr val="FFC000"/>
                          </a:solidFill>
                          <a:latin typeface="Arial" panose="020B0604020202020204" pitchFamily="34" charset="0"/>
                          <a:cs typeface="Arial" panose="020B0604020202020204" pitchFamily="34" charset="0"/>
                        </a:rPr>
                        <a:t>Important:</a:t>
                      </a:r>
                      <a:br>
                        <a:rPr lang="en-US" sz="2800" b="1" baseline="0" dirty="0">
                          <a:solidFill>
                            <a:srgbClr val="FFC000"/>
                          </a:solidFill>
                          <a:latin typeface="Arial" panose="020B0604020202020204" pitchFamily="34" charset="0"/>
                          <a:cs typeface="Arial" panose="020B0604020202020204" pitchFamily="34" charset="0"/>
                        </a:rPr>
                      </a:br>
                      <a:r>
                        <a:rPr lang="en-US" sz="2800" b="1" baseline="0" dirty="0">
                          <a:solidFill>
                            <a:srgbClr val="FFC000"/>
                          </a:solidFill>
                          <a:latin typeface="Arial" panose="020B0604020202020204" pitchFamily="34" charset="0"/>
                          <a:cs typeface="Arial" panose="020B0604020202020204" pitchFamily="34" charset="0"/>
                        </a:rPr>
                        <a:t>Check the template size</a:t>
                      </a:r>
                      <a:br>
                        <a:rPr lang="en-US" sz="2400" b="0" baseline="0" dirty="0">
                          <a:solidFill>
                            <a:srgbClr val="FFC000"/>
                          </a:solidFill>
                          <a:latin typeface="Arial" panose="020B0604020202020204" pitchFamily="34" charset="0"/>
                          <a:cs typeface="Arial" panose="020B0604020202020204" pitchFamily="34" charset="0"/>
                        </a:rPr>
                      </a:br>
                      <a:r>
                        <a:rPr lang="en-US" sz="2400" b="0" baseline="0" dirty="0">
                          <a:solidFill>
                            <a:srgbClr val="D9D9D9"/>
                          </a:solidFill>
                          <a:latin typeface="Arial" panose="020B0604020202020204" pitchFamily="34" charset="0"/>
                          <a:cs typeface="Arial" panose="020B0604020202020204" pitchFamily="34" charset="0"/>
                        </a:rPr>
                        <a:t>Before you start working on your poster and to avoid printing problems check that you have downloaded and that you are using the correct size template for your poster presentation.</a:t>
                      </a:r>
                      <a:br>
                        <a:rPr lang="en-US" sz="2400" b="0" baseline="0" dirty="0">
                          <a:solidFill>
                            <a:srgbClr val="D9D9D9"/>
                          </a:solidFill>
                          <a:latin typeface="Arial" panose="020B0604020202020204" pitchFamily="34" charset="0"/>
                          <a:cs typeface="Arial" panose="020B0604020202020204" pitchFamily="34" charset="0"/>
                        </a:rPr>
                      </a:br>
                      <a:r>
                        <a:rPr lang="en-US" sz="2400" b="0" baseline="0" dirty="0">
                          <a:solidFill>
                            <a:srgbClr val="D9D9D9"/>
                          </a:solidFill>
                          <a:latin typeface="Arial" panose="020B0604020202020204" pitchFamily="34" charset="0"/>
                          <a:cs typeface="Arial" panose="020B0604020202020204" pitchFamily="34" charset="0"/>
                        </a:rPr>
                        <a:t>This template can also be printed at the following sizes without distortion and without any additional formatting:</a:t>
                      </a:r>
                      <a:br>
                        <a:rPr lang="en-US" sz="2400" b="0" baseline="0" dirty="0">
                          <a:solidFill>
                            <a:srgbClr val="D9D9D9"/>
                          </a:solidFill>
                          <a:latin typeface="Arial" panose="020B0604020202020204" pitchFamily="34" charset="0"/>
                          <a:cs typeface="Arial" panose="020B0604020202020204" pitchFamily="34" charset="0"/>
                        </a:rPr>
                      </a:br>
                      <a:r>
                        <a:rPr lang="en-US" sz="2400" b="0" baseline="0" dirty="0">
                          <a:solidFill>
                            <a:srgbClr val="FFC000"/>
                          </a:solidFill>
                          <a:latin typeface="Arial" panose="020B0604020202020204" pitchFamily="34" charset="0"/>
                          <a:cs typeface="Arial" panose="020B0604020202020204" pitchFamily="34" charset="0"/>
                        </a:rPr>
                        <a:t>100x143 cm</a:t>
                      </a:r>
                      <a:br>
                        <a:rPr lang="en-US" sz="2400" b="0" baseline="0" dirty="0">
                          <a:solidFill>
                            <a:srgbClr val="FFC000"/>
                          </a:solidFill>
                          <a:latin typeface="Arial" panose="020B0604020202020204" pitchFamily="34" charset="0"/>
                          <a:cs typeface="Arial" panose="020B0604020202020204" pitchFamily="34" charset="0"/>
                        </a:rPr>
                      </a:br>
                      <a:r>
                        <a:rPr lang="en-US" sz="2400" b="0" baseline="0" dirty="0">
                          <a:solidFill>
                            <a:srgbClr val="FFC000"/>
                          </a:solidFill>
                          <a:latin typeface="Arial" panose="020B0604020202020204" pitchFamily="34" charset="0"/>
                          <a:cs typeface="Arial" panose="020B0604020202020204" pitchFamily="34" charset="0"/>
                        </a:rPr>
                        <a:t>27.5x39.37 inches </a:t>
                      </a:r>
                    </a:p>
                  </a:txBody>
                  <a:tcPr marL="182880" marT="137160">
                    <a:solidFill>
                      <a:srgbClr val="010101"/>
                    </a:solidFill>
                  </a:tcPr>
                </a:tc>
                <a:extLst>
                  <a:ext uri="{0D108BD9-81ED-4DB2-BD59-A6C34878D82A}">
                    <a16:rowId xmlns:a16="http://schemas.microsoft.com/office/drawing/2014/main" val="10008"/>
                  </a:ext>
                </a:extLst>
              </a:tr>
              <a:tr h="5003666">
                <a:tc>
                  <a:txBody>
                    <a:bodyPr/>
                    <a:lstStyle/>
                    <a:p>
                      <a:endParaRPr lang="en-US" sz="2400" dirty="0">
                        <a:solidFill>
                          <a:srgbClr val="1F3A4E"/>
                        </a:solidFill>
                      </a:endParaRPr>
                    </a:p>
                  </a:txBody>
                  <a:tcPr>
                    <a:blipFill rotWithShape="1">
                      <a:blip r:embed="rId3"/>
                      <a:stretch>
                        <a:fillRect/>
                      </a:stretch>
                    </a:blipFill>
                  </a:tcPr>
                </a:tc>
                <a:tc>
                  <a:txBody>
                    <a:bodyPr/>
                    <a:lstStyle/>
                    <a:p>
                      <a:pPr algn="l"/>
                      <a:r>
                        <a:rPr lang="en-US" sz="2800" b="1" baseline="0" dirty="0">
                          <a:solidFill>
                            <a:srgbClr val="FFC000"/>
                          </a:solidFill>
                          <a:latin typeface="Arial" panose="020B0604020202020204" pitchFamily="34" charset="0"/>
                          <a:cs typeface="Arial" panose="020B0604020202020204" pitchFamily="34" charset="0"/>
                        </a:rPr>
                        <a:t>How to </a:t>
                      </a:r>
                      <a:r>
                        <a:rPr lang="en-US" sz="4400" b="1" baseline="0" dirty="0">
                          <a:solidFill>
                            <a:srgbClr val="FFC000"/>
                          </a:solidFill>
                          <a:latin typeface="Arial" panose="020B0604020202020204" pitchFamily="34" charset="0"/>
                          <a:cs typeface="Arial" panose="020B0604020202020204" pitchFamily="34" charset="0"/>
                        </a:rPr>
                        <a:t>Zoom in </a:t>
                      </a:r>
                      <a:r>
                        <a:rPr lang="en-US" sz="2800" b="1" baseline="0" dirty="0">
                          <a:solidFill>
                            <a:srgbClr val="FFC000"/>
                          </a:solidFill>
                          <a:latin typeface="Arial" panose="020B0604020202020204" pitchFamily="34" charset="0"/>
                          <a:cs typeface="Arial" panose="020B0604020202020204" pitchFamily="34" charset="0"/>
                        </a:rPr>
                        <a:t>and </a:t>
                      </a:r>
                      <a:r>
                        <a:rPr lang="en-US" sz="2000" b="1" baseline="0" dirty="0">
                          <a:solidFill>
                            <a:srgbClr val="FFC000"/>
                          </a:solidFill>
                          <a:latin typeface="Arial" panose="020B0604020202020204" pitchFamily="34" charset="0"/>
                          <a:cs typeface="Arial" panose="020B0604020202020204" pitchFamily="34" charset="0"/>
                        </a:rPr>
                        <a:t>out</a:t>
                      </a:r>
                      <a:endParaRPr lang="en-US" sz="2800" b="1" baseline="0" dirty="0">
                        <a:solidFill>
                          <a:srgbClr val="FFC000"/>
                        </a:solidFill>
                        <a:latin typeface="Arial" panose="020B0604020202020204" pitchFamily="34" charset="0"/>
                        <a:cs typeface="Arial" panose="020B0604020202020204" pitchFamily="34" charset="0"/>
                      </a:endParaRPr>
                    </a:p>
                    <a:p>
                      <a:pPr algn="l"/>
                      <a:r>
                        <a:rPr lang="en-US" sz="2400" b="0" baseline="0" dirty="0">
                          <a:solidFill>
                            <a:srgbClr val="D9D9D9"/>
                          </a:solidFill>
                          <a:latin typeface="Arial" panose="020B0604020202020204" pitchFamily="34" charset="0"/>
                          <a:cs typeface="Arial" panose="020B0604020202020204" pitchFamily="34" charset="0"/>
                        </a:rPr>
                        <a:t>Use the PowerPoint zoom tool to adjust the screen magnification to view comfortably. PowerPoint provides 2 ways to zoom: </a:t>
                      </a:r>
                      <a:br>
                        <a:rPr lang="en-US" sz="2400" b="0" baseline="0" dirty="0">
                          <a:solidFill>
                            <a:srgbClr val="D9D9D9"/>
                          </a:solidFill>
                          <a:latin typeface="Arial" panose="020B0604020202020204" pitchFamily="34" charset="0"/>
                          <a:cs typeface="Arial" panose="020B0604020202020204" pitchFamily="34" charset="0"/>
                        </a:rPr>
                      </a:br>
                      <a:r>
                        <a:rPr lang="en-US" sz="2400" b="0" baseline="0" dirty="0">
                          <a:solidFill>
                            <a:srgbClr val="FFC000"/>
                          </a:solidFill>
                          <a:latin typeface="Arial" panose="020B0604020202020204" pitchFamily="34" charset="0"/>
                          <a:cs typeface="Arial" panose="020B0604020202020204" pitchFamily="34" charset="0"/>
                        </a:rPr>
                        <a:t>1. </a:t>
                      </a:r>
                      <a:r>
                        <a:rPr lang="en-US" sz="2400" b="0" baseline="0" dirty="0">
                          <a:solidFill>
                            <a:srgbClr val="D9D9D9"/>
                          </a:solidFill>
                          <a:latin typeface="Arial" panose="020B0604020202020204" pitchFamily="34" charset="0"/>
                          <a:cs typeface="Arial" panose="020B0604020202020204" pitchFamily="34" charset="0"/>
                        </a:rPr>
                        <a:t>On the top menu bar click on the VIEW tab and then click on ZOOM. Choose the zoom percentage that works best for you. </a:t>
                      </a:r>
                      <a:br>
                        <a:rPr lang="en-US" sz="2400" b="0" baseline="0" dirty="0">
                          <a:solidFill>
                            <a:srgbClr val="D9D9D9"/>
                          </a:solidFill>
                          <a:latin typeface="Arial" panose="020B0604020202020204" pitchFamily="34" charset="0"/>
                          <a:cs typeface="Arial" panose="020B0604020202020204" pitchFamily="34" charset="0"/>
                        </a:rPr>
                      </a:br>
                      <a:r>
                        <a:rPr lang="en-US" sz="2400" b="0" baseline="0" dirty="0">
                          <a:solidFill>
                            <a:srgbClr val="FFC000"/>
                          </a:solidFill>
                          <a:latin typeface="Arial" panose="020B0604020202020204" pitchFamily="34" charset="0"/>
                          <a:cs typeface="Arial" panose="020B0604020202020204" pitchFamily="34" charset="0"/>
                        </a:rPr>
                        <a:t>2. </a:t>
                      </a:r>
                      <a:r>
                        <a:rPr lang="en-US" sz="2400" b="0" baseline="0" dirty="0">
                          <a:solidFill>
                            <a:srgbClr val="D9D9D9"/>
                          </a:solidFill>
                          <a:latin typeface="Arial" panose="020B0604020202020204" pitchFamily="34" charset="0"/>
                          <a:cs typeface="Arial" panose="020B0604020202020204" pitchFamily="34" charset="0"/>
                        </a:rPr>
                        <a:t>For better zoom flexibility, use the zoom slider at the bottom right of the window.</a:t>
                      </a:r>
                    </a:p>
                  </a:txBody>
                  <a:tcPr marL="182880" marT="137160">
                    <a:solidFill>
                      <a:srgbClr val="010101"/>
                    </a:solidFill>
                  </a:tcPr>
                </a:tc>
                <a:extLst>
                  <a:ext uri="{0D108BD9-81ED-4DB2-BD59-A6C34878D82A}">
                    <a16:rowId xmlns:a16="http://schemas.microsoft.com/office/drawing/2014/main" val="10001"/>
                  </a:ext>
                </a:extLst>
              </a:tr>
              <a:tr h="2372872">
                <a:tc gridSpan="2">
                  <a:txBody>
                    <a:bodyPr/>
                    <a:lstStyle/>
                    <a:p>
                      <a:pPr marL="0" marR="0" lvl="0" indent="0" algn="l" defTabSz="4388900" rtl="0" eaLnBrk="1" fontAlgn="auto" latinLnBrk="0" hangingPunct="1">
                        <a:lnSpc>
                          <a:spcPct val="100000"/>
                        </a:lnSpc>
                        <a:spcBef>
                          <a:spcPts val="0"/>
                        </a:spcBef>
                        <a:spcAft>
                          <a:spcPts val="0"/>
                        </a:spcAft>
                        <a:buClrTx/>
                        <a:buSzTx/>
                        <a:buFontTx/>
                        <a:buNone/>
                        <a:tabLst/>
                        <a:defRPr/>
                      </a:pPr>
                      <a:r>
                        <a:rPr lang="en-US" sz="2800" b="1" baseline="0" dirty="0">
                          <a:solidFill>
                            <a:srgbClr val="FFC000"/>
                          </a:solidFill>
                          <a:latin typeface="Arial" panose="020B0604020202020204" pitchFamily="34" charset="0"/>
                          <a:cs typeface="Arial" panose="020B0604020202020204" pitchFamily="34" charset="0"/>
                        </a:rPr>
                        <a:t>Ruler and Guides</a:t>
                      </a:r>
                      <a:br>
                        <a:rPr lang="en-US" sz="2400" b="0" baseline="0" dirty="0">
                          <a:solidFill>
                            <a:srgbClr val="FFC000"/>
                          </a:solidFill>
                          <a:latin typeface="Arial" panose="020B0604020202020204" pitchFamily="34" charset="0"/>
                          <a:cs typeface="Arial" panose="020B0604020202020204" pitchFamily="34" charset="0"/>
                        </a:rPr>
                      </a:br>
                      <a:r>
                        <a:rPr lang="en-US" sz="2400" b="0" baseline="0" dirty="0">
                          <a:solidFill>
                            <a:srgbClr val="D9D9D9"/>
                          </a:solidFill>
                          <a:latin typeface="Arial" panose="020B0604020202020204" pitchFamily="34" charset="0"/>
                          <a:cs typeface="Arial" panose="020B0604020202020204" pitchFamily="34" charset="0"/>
                        </a:rPr>
                        <a:t>The dotted lines on his poster template are guides.  The horizontal and vertical guides will help you align your poster elements accurately. Text boxes and other elements will ”snap” to the guides and stay within the boundaries of the columns. To hide the guides go to VIEW and uncheck the Guides box.</a:t>
                      </a:r>
                    </a:p>
                  </a:txBody>
                  <a:tcPr>
                    <a:solidFill>
                      <a:srgbClr val="010101"/>
                    </a:solidFill>
                  </a:tcPr>
                </a:tc>
                <a:tc hMerge="1">
                  <a:txBody>
                    <a:bodyPr/>
                    <a:lstStyle/>
                    <a:p>
                      <a:endParaRPr lang="en-US" sz="2400" b="0" baseline="0" dirty="0">
                        <a:solidFill>
                          <a:schemeClr val="bg1"/>
                        </a:solidFill>
                        <a:latin typeface="Arial" panose="020B0604020202020204" pitchFamily="34" charset="0"/>
                        <a:cs typeface="Arial" panose="020B0604020202020204" pitchFamily="34" charset="0"/>
                      </a:endParaRPr>
                    </a:p>
                  </a:txBody>
                  <a:tcPr marL="182880" marT="137160">
                    <a:solidFill>
                      <a:schemeClr val="tx1">
                        <a:lumMod val="95000"/>
                        <a:lumOff val="5000"/>
                      </a:schemeClr>
                    </a:solidFill>
                  </a:tcPr>
                </a:tc>
                <a:extLst>
                  <a:ext uri="{0D108BD9-81ED-4DB2-BD59-A6C34878D82A}">
                    <a16:rowId xmlns:a16="http://schemas.microsoft.com/office/drawing/2014/main" val="10002"/>
                  </a:ext>
                </a:extLst>
              </a:tr>
              <a:tr h="4694162">
                <a:tc>
                  <a:txBody>
                    <a:bodyPr/>
                    <a:lstStyle/>
                    <a:p>
                      <a:endParaRPr lang="en-US" sz="2400" dirty="0">
                        <a:solidFill>
                          <a:srgbClr val="1F3A4E"/>
                        </a:solidFill>
                      </a:endParaRPr>
                    </a:p>
                  </a:txBody>
                  <a:tcPr>
                    <a:blipFill rotWithShape="1">
                      <a:blip r:embed="rId4"/>
                      <a:stretch>
                        <a:fillRect/>
                      </a:stretch>
                    </a:blipFill>
                  </a:tcPr>
                </a:tc>
                <a:tc>
                  <a:txBody>
                    <a:bodyPr/>
                    <a:lstStyle/>
                    <a:p>
                      <a:pPr marL="0" lvl="1" indent="0" algn="l" defTabSz="114300"/>
                      <a:r>
                        <a:rPr lang="en-US" sz="2800" b="1" baseline="0" dirty="0">
                          <a:solidFill>
                            <a:srgbClr val="FFC000"/>
                          </a:solidFill>
                          <a:latin typeface="Arial" panose="020B0604020202020204" pitchFamily="34" charset="0"/>
                          <a:cs typeface="Arial" panose="020B0604020202020204" pitchFamily="34" charset="0"/>
                        </a:rPr>
                        <a:t>Headers and text containers</a:t>
                      </a:r>
                      <a:br>
                        <a:rPr lang="en-US" sz="2400" b="0" baseline="0" dirty="0">
                          <a:solidFill>
                            <a:schemeClr val="bg1"/>
                          </a:solidFill>
                          <a:latin typeface="Arial" panose="020B0604020202020204" pitchFamily="34" charset="0"/>
                          <a:cs typeface="Arial" panose="020B0604020202020204" pitchFamily="34" charset="0"/>
                        </a:rPr>
                      </a:br>
                      <a:r>
                        <a:rPr lang="en-US" sz="2400" b="0" baseline="0" dirty="0">
                          <a:solidFill>
                            <a:srgbClr val="D9D9D9"/>
                          </a:solidFill>
                          <a:latin typeface="Arial" panose="020B0604020202020204" pitchFamily="34" charset="0"/>
                          <a:cs typeface="Arial" panose="020B0604020202020204" pitchFamily="34" charset="0"/>
                        </a:rPr>
                        <a:t>Included in this template are commonly used section headers such as Abstract, Objectives, Methods, Results, etc. </a:t>
                      </a:r>
                      <a:br>
                        <a:rPr lang="en-US" sz="2400" b="0" baseline="0" dirty="0">
                          <a:solidFill>
                            <a:schemeClr val="bg1"/>
                          </a:solidFill>
                          <a:latin typeface="Arial" panose="020B0604020202020204" pitchFamily="34" charset="0"/>
                          <a:cs typeface="Arial" panose="020B0604020202020204" pitchFamily="34" charset="0"/>
                        </a:rPr>
                      </a:br>
                      <a:r>
                        <a:rPr lang="en-US" sz="2400" b="0" baseline="0" dirty="0">
                          <a:solidFill>
                            <a:srgbClr val="FFC000"/>
                          </a:solidFill>
                          <a:latin typeface="Arial" panose="020B0604020202020204" pitchFamily="34" charset="0"/>
                          <a:cs typeface="Arial" panose="020B0604020202020204" pitchFamily="34" charset="0"/>
                        </a:rPr>
                        <a:t>-</a:t>
                      </a:r>
                      <a:r>
                        <a:rPr lang="en-US" sz="2400" b="0" baseline="0" dirty="0">
                          <a:solidFill>
                            <a:schemeClr val="bg1"/>
                          </a:solidFill>
                          <a:latin typeface="Arial" panose="020B0604020202020204" pitchFamily="34" charset="0"/>
                          <a:cs typeface="Arial" panose="020B0604020202020204" pitchFamily="34" charset="0"/>
                        </a:rPr>
                        <a:t> </a:t>
                      </a:r>
                      <a:r>
                        <a:rPr lang="en-US" sz="2400" b="0" baseline="0" dirty="0">
                          <a:solidFill>
                            <a:srgbClr val="D9D9D9"/>
                          </a:solidFill>
                          <a:latin typeface="Arial" panose="020B0604020202020204" pitchFamily="34" charset="0"/>
                          <a:cs typeface="Arial" panose="020B0604020202020204" pitchFamily="34" charset="0"/>
                        </a:rPr>
                        <a:t>Click inside a section header to add its text. </a:t>
                      </a:r>
                      <a:br>
                        <a:rPr lang="en-US" sz="2400" b="0" baseline="0" dirty="0">
                          <a:solidFill>
                            <a:schemeClr val="bg1"/>
                          </a:solidFill>
                          <a:latin typeface="Arial" panose="020B0604020202020204" pitchFamily="34" charset="0"/>
                          <a:cs typeface="Arial" panose="020B0604020202020204" pitchFamily="34" charset="0"/>
                        </a:rPr>
                      </a:br>
                      <a:r>
                        <a:rPr lang="en-US" sz="2400" b="0" baseline="0" dirty="0">
                          <a:solidFill>
                            <a:srgbClr val="FFC000"/>
                          </a:solidFill>
                          <a:latin typeface="Arial" panose="020B0604020202020204" pitchFamily="34" charset="0"/>
                          <a:cs typeface="Arial" panose="020B0604020202020204" pitchFamily="34" charset="0"/>
                        </a:rPr>
                        <a:t>-</a:t>
                      </a:r>
                      <a:r>
                        <a:rPr lang="en-US" sz="2400" b="0" baseline="0" dirty="0">
                          <a:solidFill>
                            <a:schemeClr val="bg1"/>
                          </a:solidFill>
                          <a:latin typeface="Arial" panose="020B0604020202020204" pitchFamily="34" charset="0"/>
                          <a:cs typeface="Arial" panose="020B0604020202020204" pitchFamily="34" charset="0"/>
                        </a:rPr>
                        <a:t> </a:t>
                      </a:r>
                      <a:r>
                        <a:rPr lang="en-US" sz="2400" b="0" baseline="0" dirty="0">
                          <a:solidFill>
                            <a:srgbClr val="D9D9D9"/>
                          </a:solidFill>
                          <a:latin typeface="Arial" panose="020B0604020202020204" pitchFamily="34" charset="0"/>
                          <a:cs typeface="Arial" panose="020B0604020202020204" pitchFamily="34" charset="0"/>
                        </a:rPr>
                        <a:t>To add another header, click on edge of the section box so that it is outlined. Copy and paste it. </a:t>
                      </a:r>
                      <a:br>
                        <a:rPr lang="en-US" sz="2400" b="0" baseline="0" dirty="0">
                          <a:solidFill>
                            <a:schemeClr val="bg1"/>
                          </a:solidFill>
                          <a:latin typeface="Arial" panose="020B0604020202020204" pitchFamily="34" charset="0"/>
                          <a:cs typeface="Arial" panose="020B0604020202020204" pitchFamily="34" charset="0"/>
                        </a:rPr>
                      </a:br>
                      <a:r>
                        <a:rPr lang="en-US" sz="2400" b="0" baseline="0" dirty="0">
                          <a:solidFill>
                            <a:srgbClr val="FFC000"/>
                          </a:solidFill>
                          <a:latin typeface="Arial" panose="020B0604020202020204" pitchFamily="34" charset="0"/>
                          <a:cs typeface="Arial" panose="020B0604020202020204" pitchFamily="34" charset="0"/>
                        </a:rPr>
                        <a:t>-</a:t>
                      </a:r>
                      <a:r>
                        <a:rPr lang="en-US" sz="2400" b="0" baseline="0" dirty="0">
                          <a:solidFill>
                            <a:schemeClr val="bg1"/>
                          </a:solidFill>
                          <a:latin typeface="Arial" panose="020B0604020202020204" pitchFamily="34" charset="0"/>
                          <a:cs typeface="Arial" panose="020B0604020202020204" pitchFamily="34" charset="0"/>
                        </a:rPr>
                        <a:t> </a:t>
                      </a:r>
                      <a:r>
                        <a:rPr lang="en-US" sz="2400" b="0" baseline="0" dirty="0">
                          <a:solidFill>
                            <a:srgbClr val="D9D9D9"/>
                          </a:solidFill>
                          <a:latin typeface="Arial" panose="020B0604020202020204" pitchFamily="34" charset="0"/>
                          <a:cs typeface="Arial" panose="020B0604020202020204" pitchFamily="34" charset="0"/>
                        </a:rPr>
                        <a:t>To increase its size, click on the white circles and expand to the the desired size.</a:t>
                      </a:r>
                    </a:p>
                  </a:txBody>
                  <a:tcPr marL="182880" marT="137160">
                    <a:solidFill>
                      <a:srgbClr val="010101"/>
                    </a:solidFill>
                  </a:tcPr>
                </a:tc>
                <a:extLst>
                  <a:ext uri="{0D108BD9-81ED-4DB2-BD59-A6C34878D82A}">
                    <a16:rowId xmlns:a16="http://schemas.microsoft.com/office/drawing/2014/main" val="10003"/>
                  </a:ext>
                </a:extLst>
              </a:tr>
              <a:tr h="3817230">
                <a:tc gridSpan="2">
                  <a:txBody>
                    <a:bodyPr/>
                    <a:lstStyle/>
                    <a:p>
                      <a:r>
                        <a:rPr lang="en-US" sz="2800" b="1" dirty="0">
                          <a:solidFill>
                            <a:srgbClr val="FFC000"/>
                          </a:solidFill>
                          <a:latin typeface="Arial" panose="020B0604020202020204" pitchFamily="34" charset="0"/>
                          <a:cs typeface="Arial" panose="020B0604020202020204" pitchFamily="34" charset="0"/>
                        </a:rPr>
                        <a:t>Adding content to the poster</a:t>
                      </a:r>
                    </a:p>
                    <a:p>
                      <a:r>
                        <a:rPr lang="en-US" sz="2400" baseline="0" dirty="0">
                          <a:solidFill>
                            <a:srgbClr val="D9D9D9"/>
                          </a:solidFill>
                          <a:latin typeface="Arial" panose="020B0604020202020204" pitchFamily="34" charset="0"/>
                          <a:cs typeface="Arial" panose="020B0604020202020204" pitchFamily="34" charset="0"/>
                        </a:rPr>
                        <a:t>Start by adding your text to each section without spending too much time with formatting. Use the default font size even if your text extends beyond the bottom of the poster. Continue until you have added all your content including text, graphics, photos, etc. Once you finish adding your content you can go back and format your text as needed.</a:t>
                      </a:r>
                    </a:p>
                    <a:p>
                      <a:pPr marL="342900" indent="-342900">
                        <a:buFontTx/>
                        <a:buChar char="-"/>
                      </a:pPr>
                      <a:r>
                        <a:rPr lang="en-US" sz="2400" baseline="0" dirty="0">
                          <a:solidFill>
                            <a:srgbClr val="D9D9D9"/>
                          </a:solidFill>
                          <a:latin typeface="Arial" panose="020B0604020202020204" pitchFamily="34" charset="0"/>
                          <a:cs typeface="Arial" panose="020B0604020202020204" pitchFamily="34" charset="0"/>
                        </a:rPr>
                        <a:t>If you run out of room, try to reduce the size of your fonts and/or the size of your graphics. If there is a lot of empty space try to increase your font sizes and the size of your graphics. The font used for references can be smaller.</a:t>
                      </a:r>
                      <a:endParaRPr lang="en-US" sz="2400" dirty="0">
                        <a:solidFill>
                          <a:srgbClr val="D9D9D9"/>
                        </a:solidFill>
                        <a:latin typeface="Arial" panose="020B0604020202020204" pitchFamily="34" charset="0"/>
                        <a:cs typeface="Arial" panose="020B0604020202020204" pitchFamily="34" charset="0"/>
                      </a:endParaRPr>
                    </a:p>
                  </a:txBody>
                  <a:tcPr>
                    <a:solidFill>
                      <a:srgbClr val="010101"/>
                    </a:solidFill>
                  </a:tcPr>
                </a:tc>
                <a:tc hMerge="1">
                  <a:txBody>
                    <a:bodyPr/>
                    <a:lstStyle/>
                    <a:p>
                      <a:endParaRPr lang="en-US" sz="2400" dirty="0">
                        <a:solidFill>
                          <a:schemeClr val="bg1"/>
                        </a:solidFill>
                        <a:latin typeface="Arial" panose="020B0604020202020204" pitchFamily="34" charset="0"/>
                        <a:cs typeface="Arial" panose="020B0604020202020204" pitchFamily="34" charset="0"/>
                      </a:endParaRPr>
                    </a:p>
                  </a:txBody>
                  <a:tcPr marL="182880" marT="137160">
                    <a:solidFill>
                      <a:srgbClr val="010101"/>
                    </a:solidFill>
                  </a:tcPr>
                </a:tc>
                <a:extLst>
                  <a:ext uri="{0D108BD9-81ED-4DB2-BD59-A6C34878D82A}">
                    <a16:rowId xmlns:a16="http://schemas.microsoft.com/office/drawing/2014/main" val="10004"/>
                  </a:ext>
                </a:extLst>
              </a:tr>
              <a:tr h="2527626">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2800" b="1" noProof="0" dirty="0">
                          <a:solidFill>
                            <a:srgbClr val="FFC000"/>
                          </a:solidFill>
                          <a:latin typeface="Arial" panose="020B0604020202020204" pitchFamily="34" charset="0"/>
                          <a:cs typeface="Arial" panose="020B0604020202020204" pitchFamily="34" charset="0"/>
                        </a:rPr>
                        <a:t>Photos</a:t>
                      </a:r>
                    </a:p>
                    <a:p>
                      <a:pPr marL="0" marR="0" lvl="0" indent="0" algn="l" defTabSz="9779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D9D9D9"/>
                          </a:solidFill>
                          <a:effectLst/>
                          <a:uLnTx/>
                          <a:uFillTx/>
                          <a:latin typeface="Arial"/>
                          <a:ea typeface="+mn-ea"/>
                          <a:cs typeface="Arial"/>
                        </a:rPr>
                        <a:t>You can add photos by dragging and dropping from your desktop, copy and paste, or by going to INSERT &gt; PICTURES. Resize images proportionally by holding down the SHIFT key and dragging one of the white corner handles (dots). For a professional-looking poster, do not distort your images by stretching them disproportionally.</a:t>
                      </a:r>
                    </a:p>
                  </a:txBody>
                  <a:tcPr marL="182880" marT="137160">
                    <a:solidFill>
                      <a:srgbClr val="010101"/>
                    </a:solidFill>
                  </a:tcPr>
                </a:tc>
                <a:tc hMerge="1">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200" noProof="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0005"/>
                  </a:ext>
                </a:extLst>
              </a:tr>
              <a:tr h="2223088">
                <a:tc gridSpan="2">
                  <a:txBody>
                    <a:bodyPr/>
                    <a:lstStyle/>
                    <a:p>
                      <a:endParaRPr lang="en-US" sz="2400" dirty="0">
                        <a:solidFill>
                          <a:schemeClr val="bg1"/>
                        </a:solidFill>
                        <a:latin typeface="Arial" panose="020B0604020202020204" pitchFamily="34" charset="0"/>
                        <a:cs typeface="Arial" panose="020B0604020202020204" pitchFamily="34" charset="0"/>
                      </a:endParaRPr>
                    </a:p>
                  </a:txBody>
                  <a:tcPr marL="182880" marT="137160">
                    <a:blipFill rotWithShape="1">
                      <a:blip r:embed="rId5"/>
                      <a:stretch>
                        <a:fillRect/>
                      </a:stretch>
                    </a:blipFill>
                  </a:tcPr>
                </a:tc>
                <a:tc hMerge="1">
                  <a:txBody>
                    <a:bodyPr/>
                    <a:lstStyle/>
                    <a:p>
                      <a:endParaRPr lang="en-US" sz="2400" dirty="0">
                        <a:solidFill>
                          <a:srgbClr val="1F3A4E"/>
                        </a:solidFill>
                      </a:endParaRPr>
                    </a:p>
                  </a:txBody>
                  <a:tcPr/>
                </a:tc>
                <a:extLst>
                  <a:ext uri="{0D108BD9-81ED-4DB2-BD59-A6C34878D82A}">
                    <a16:rowId xmlns:a16="http://schemas.microsoft.com/office/drawing/2014/main" val="10006"/>
                  </a:ext>
                </a:extLst>
              </a:tr>
              <a:tr h="1466691">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2800" b="1" noProof="0" dirty="0">
                          <a:solidFill>
                            <a:srgbClr val="FFC000"/>
                          </a:solidFill>
                          <a:latin typeface="Arial"/>
                          <a:cs typeface="Arial"/>
                        </a:rPr>
                        <a:t>Quality check your graphics</a:t>
                      </a:r>
                    </a:p>
                    <a:p>
                      <a:pPr marL="0" marR="0" lvl="0" indent="0" algn="l" defTabSz="1518341" rtl="0" eaLnBrk="1" fontAlgn="auto" latinLnBrk="0" hangingPunct="1">
                        <a:lnSpc>
                          <a:spcPct val="100000"/>
                        </a:lnSpc>
                        <a:spcBef>
                          <a:spcPts val="0"/>
                        </a:spcBef>
                        <a:spcAft>
                          <a:spcPts val="0"/>
                        </a:spcAft>
                        <a:buClrTx/>
                        <a:buSzTx/>
                        <a:buFontTx/>
                        <a:buNone/>
                        <a:tabLst/>
                        <a:defRPr/>
                      </a:pPr>
                      <a:r>
                        <a:rPr lang="en-US" sz="2400" noProof="0" dirty="0">
                          <a:solidFill>
                            <a:srgbClr val="D9D9D9"/>
                          </a:solidFill>
                          <a:latin typeface="Arial"/>
                          <a:cs typeface="Arial"/>
                        </a:rPr>
                        <a:t>Zoom in and look at your images at 100%-200% magnification. If they look clear, they will print well. </a:t>
                      </a:r>
                    </a:p>
                  </a:txBody>
                  <a:tcPr marL="182880" marT="137160">
                    <a:solidFill>
                      <a:srgbClr val="010101"/>
                    </a:solidFill>
                  </a:tcPr>
                </a:tc>
                <a:tc hMerge="1">
                  <a:txBody>
                    <a:bodyPr/>
                    <a:lstStyle/>
                    <a:p>
                      <a:endParaRPr lang="en-US" sz="2400" dirty="0">
                        <a:solidFill>
                          <a:srgbClr val="1F3A4E"/>
                        </a:solidFill>
                      </a:endParaRPr>
                    </a:p>
                  </a:txBody>
                  <a:tcPr>
                    <a:solidFill>
                      <a:schemeClr val="tx1">
                        <a:lumMod val="95000"/>
                        <a:lumOff val="5000"/>
                      </a:schemeClr>
                    </a:solidFill>
                  </a:tcPr>
                </a:tc>
                <a:extLst>
                  <a:ext uri="{0D108BD9-81ED-4DB2-BD59-A6C34878D82A}">
                    <a16:rowId xmlns:a16="http://schemas.microsoft.com/office/drawing/2014/main" val="10007"/>
                  </a:ext>
                </a:extLst>
              </a:tr>
              <a:tr h="3089863">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400" noProof="0" dirty="0">
                        <a:solidFill>
                          <a:schemeClr val="bg1"/>
                        </a:solidFill>
                        <a:latin typeface="Arial"/>
                        <a:cs typeface="Arial"/>
                      </a:endParaRPr>
                    </a:p>
                  </a:txBody>
                  <a:tcPr marL="182880" marT="137160">
                    <a:blipFill rotWithShape="1">
                      <a:blip r:embed="rId6"/>
                      <a:stretch>
                        <a:fillRect/>
                      </a:stretch>
                    </a:blipFill>
                  </a:tcPr>
                </a:tc>
                <a:tc hMerge="1">
                  <a:txBody>
                    <a:bodyPr/>
                    <a:lstStyle/>
                    <a:p>
                      <a:endParaRPr lang="en-US"/>
                    </a:p>
                  </a:txBody>
                  <a:tcPr/>
                </a:tc>
                <a:extLst>
                  <a:ext uri="{0D108BD9-81ED-4DB2-BD59-A6C34878D82A}">
                    <a16:rowId xmlns:a16="http://schemas.microsoft.com/office/drawing/2014/main" val="10010"/>
                  </a:ext>
                </a:extLst>
              </a:tr>
            </a:tbl>
          </a:graphicData>
        </a:graphic>
      </p:graphicFrame>
      <p:grpSp>
        <p:nvGrpSpPr>
          <p:cNvPr id="9" name="Group 8">
            <a:extLst>
              <a:ext uri="{FF2B5EF4-FFF2-40B4-BE49-F238E27FC236}">
                <a16:creationId xmlns:a16="http://schemas.microsoft.com/office/drawing/2014/main" id="{08DEEC71-333C-EB4F-94EA-63CA80BD11AC}"/>
              </a:ext>
            </a:extLst>
          </p:cNvPr>
          <p:cNvGrpSpPr/>
          <p:nvPr userDrawn="1"/>
        </p:nvGrpSpPr>
        <p:grpSpPr>
          <a:xfrm>
            <a:off x="0" y="0"/>
            <a:ext cx="25192038" cy="36013650"/>
            <a:chOff x="-282256" y="-251209"/>
            <a:chExt cx="25648282" cy="36391624"/>
          </a:xfrm>
        </p:grpSpPr>
        <p:sp>
          <p:nvSpPr>
            <p:cNvPr id="10" name="Freeform 9">
              <a:extLst>
                <a:ext uri="{FF2B5EF4-FFF2-40B4-BE49-F238E27FC236}">
                  <a16:creationId xmlns:a16="http://schemas.microsoft.com/office/drawing/2014/main" id="{DACE849D-9518-E947-B822-CB297FE580F1}"/>
                </a:ext>
              </a:extLst>
            </p:cNvPr>
            <p:cNvSpPr/>
            <p:nvPr userDrawn="1"/>
          </p:nvSpPr>
          <p:spPr>
            <a:xfrm>
              <a:off x="-240584" y="-231258"/>
              <a:ext cx="25606610" cy="36371673"/>
            </a:xfrm>
            <a:custGeom>
              <a:avLst/>
              <a:gdLst>
                <a:gd name="connsiteX0" fmla="*/ 0 w 44005500"/>
                <a:gd name="connsiteY0" fmla="*/ 0 h 32956500"/>
                <a:gd name="connsiteX1" fmla="*/ 44005500 w 44005500"/>
                <a:gd name="connsiteY1" fmla="*/ 32956500 h 32956500"/>
                <a:gd name="connsiteX2" fmla="*/ 38100 w 44005500"/>
                <a:gd name="connsiteY2" fmla="*/ 32918400 h 32956500"/>
                <a:gd name="connsiteX3" fmla="*/ 0 w 44005500"/>
                <a:gd name="connsiteY3" fmla="*/ 0 h 32956500"/>
              </a:gdLst>
              <a:ahLst/>
              <a:cxnLst>
                <a:cxn ang="0">
                  <a:pos x="connsiteX0" y="connsiteY0"/>
                </a:cxn>
                <a:cxn ang="0">
                  <a:pos x="connsiteX1" y="connsiteY1"/>
                </a:cxn>
                <a:cxn ang="0">
                  <a:pos x="connsiteX2" y="connsiteY2"/>
                </a:cxn>
                <a:cxn ang="0">
                  <a:pos x="connsiteX3" y="connsiteY3"/>
                </a:cxn>
              </a:cxnLst>
              <a:rect l="l" t="t" r="r" b="b"/>
              <a:pathLst>
                <a:path w="44005500" h="32956500">
                  <a:moveTo>
                    <a:pt x="0" y="0"/>
                  </a:moveTo>
                  <a:lnTo>
                    <a:pt x="44005500" y="32956500"/>
                  </a:lnTo>
                  <a:lnTo>
                    <a:pt x="38100" y="32918400"/>
                  </a:lnTo>
                  <a:lnTo>
                    <a:pt x="0" y="0"/>
                  </a:lnTo>
                  <a:close/>
                </a:path>
              </a:pathLst>
            </a:custGeom>
            <a:gradFill>
              <a:gsLst>
                <a:gs pos="79000">
                  <a:schemeClr val="accent1">
                    <a:lumMod val="40000"/>
                    <a:lumOff val="60000"/>
                  </a:schemeClr>
                </a:gs>
                <a:gs pos="13000">
                  <a:schemeClr val="accent1">
                    <a:lumMod val="30000"/>
                    <a:lumOff val="7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Freeform 10">
              <a:extLst>
                <a:ext uri="{FF2B5EF4-FFF2-40B4-BE49-F238E27FC236}">
                  <a16:creationId xmlns:a16="http://schemas.microsoft.com/office/drawing/2014/main" id="{82ACFDD4-76B9-7B48-B709-EADB21739772}"/>
                </a:ext>
              </a:extLst>
            </p:cNvPr>
            <p:cNvSpPr/>
            <p:nvPr userDrawn="1"/>
          </p:nvSpPr>
          <p:spPr>
            <a:xfrm flipH="1" flipV="1">
              <a:off x="-240585" y="-231258"/>
              <a:ext cx="25606609" cy="36352958"/>
            </a:xfrm>
            <a:custGeom>
              <a:avLst/>
              <a:gdLst>
                <a:gd name="connsiteX0" fmla="*/ 0 w 44005500"/>
                <a:gd name="connsiteY0" fmla="*/ 0 h 32956500"/>
                <a:gd name="connsiteX1" fmla="*/ 44005500 w 44005500"/>
                <a:gd name="connsiteY1" fmla="*/ 32956500 h 32956500"/>
                <a:gd name="connsiteX2" fmla="*/ 38100 w 44005500"/>
                <a:gd name="connsiteY2" fmla="*/ 32918400 h 32956500"/>
                <a:gd name="connsiteX3" fmla="*/ 0 w 44005500"/>
                <a:gd name="connsiteY3" fmla="*/ 0 h 32956500"/>
              </a:gdLst>
              <a:ahLst/>
              <a:cxnLst>
                <a:cxn ang="0">
                  <a:pos x="connsiteX0" y="connsiteY0"/>
                </a:cxn>
                <a:cxn ang="0">
                  <a:pos x="connsiteX1" y="connsiteY1"/>
                </a:cxn>
                <a:cxn ang="0">
                  <a:pos x="connsiteX2" y="connsiteY2"/>
                </a:cxn>
                <a:cxn ang="0">
                  <a:pos x="connsiteX3" y="connsiteY3"/>
                </a:cxn>
              </a:cxnLst>
              <a:rect l="l" t="t" r="r" b="b"/>
              <a:pathLst>
                <a:path w="44005500" h="32956500">
                  <a:moveTo>
                    <a:pt x="0" y="0"/>
                  </a:moveTo>
                  <a:lnTo>
                    <a:pt x="44005500" y="32956500"/>
                  </a:lnTo>
                  <a:lnTo>
                    <a:pt x="38100" y="32918400"/>
                  </a:lnTo>
                  <a:lnTo>
                    <a:pt x="0" y="0"/>
                  </a:lnTo>
                  <a:close/>
                </a:path>
              </a:pathLst>
            </a:custGeom>
            <a:gradFill>
              <a:gsLst>
                <a:gs pos="41000">
                  <a:schemeClr val="bg2"/>
                </a:gs>
                <a:gs pos="100000">
                  <a:schemeClr val="accent1">
                    <a:lumMod val="30000"/>
                    <a:lumOff val="7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11">
              <a:extLst>
                <a:ext uri="{FF2B5EF4-FFF2-40B4-BE49-F238E27FC236}">
                  <a16:creationId xmlns:a16="http://schemas.microsoft.com/office/drawing/2014/main" id="{DFE4A334-6B3E-114C-A46F-86084BCD00CB}"/>
                </a:ext>
              </a:extLst>
            </p:cNvPr>
            <p:cNvSpPr/>
            <p:nvPr userDrawn="1"/>
          </p:nvSpPr>
          <p:spPr>
            <a:xfrm>
              <a:off x="-282256" y="-251209"/>
              <a:ext cx="25648281" cy="36391624"/>
            </a:xfrm>
            <a:custGeom>
              <a:avLst/>
              <a:gdLst>
                <a:gd name="connsiteX0" fmla="*/ 36576 w 39026592"/>
                <a:gd name="connsiteY0" fmla="*/ 0 h 30614112"/>
                <a:gd name="connsiteX1" fmla="*/ 15837408 w 39026592"/>
                <a:gd name="connsiteY1" fmla="*/ 30614112 h 30614112"/>
                <a:gd name="connsiteX2" fmla="*/ 39026592 w 39026592"/>
                <a:gd name="connsiteY2" fmla="*/ 13350240 h 30614112"/>
                <a:gd name="connsiteX3" fmla="*/ 0 w 39026592"/>
                <a:gd name="connsiteY3" fmla="*/ 73152 h 30614112"/>
                <a:gd name="connsiteX4" fmla="*/ 109728 w 39026592"/>
                <a:gd name="connsiteY4" fmla="*/ 146304 h 306141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026592" h="30614112">
                  <a:moveTo>
                    <a:pt x="36576" y="0"/>
                  </a:moveTo>
                  <a:lnTo>
                    <a:pt x="15837408" y="30614112"/>
                  </a:lnTo>
                  <a:lnTo>
                    <a:pt x="39026592" y="13350240"/>
                  </a:lnTo>
                  <a:lnTo>
                    <a:pt x="0" y="73152"/>
                  </a:lnTo>
                  <a:lnTo>
                    <a:pt x="109728" y="146304"/>
                  </a:lnTo>
                </a:path>
              </a:pathLst>
            </a:custGeom>
            <a:gradFill flip="none" rotWithShape="1">
              <a:gsLst>
                <a:gs pos="0">
                  <a:schemeClr val="bg1"/>
                </a:gs>
                <a:gs pos="76000">
                  <a:schemeClr val="accent1">
                    <a:lumMod val="30000"/>
                    <a:lumOff val="70000"/>
                    <a:alpha val="0"/>
                  </a:schemeClr>
                </a:gs>
              </a:gsLst>
              <a:path path="rect">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aphicFrame>
        <p:nvGraphicFramePr>
          <p:cNvPr id="14" name="Table 13">
            <a:extLst>
              <a:ext uri="{FF2B5EF4-FFF2-40B4-BE49-F238E27FC236}">
                <a16:creationId xmlns:a16="http://schemas.microsoft.com/office/drawing/2014/main" id="{1505E797-B9BB-BF41-8A6D-FBBD7110479D}"/>
              </a:ext>
            </a:extLst>
          </p:cNvPr>
          <p:cNvGraphicFramePr>
            <a:graphicFrameLocks noGrp="1"/>
          </p:cNvGraphicFramePr>
          <p:nvPr userDrawn="1">
            <p:extLst>
              <p:ext uri="{D42A27DB-BD31-4B8C-83A1-F6EECF244321}">
                <p14:modId xmlns:p14="http://schemas.microsoft.com/office/powerpoint/2010/main" val="1760322990"/>
              </p:ext>
            </p:extLst>
          </p:nvPr>
        </p:nvGraphicFramePr>
        <p:xfrm>
          <a:off x="25652414" y="37356"/>
          <a:ext cx="10290587" cy="35957775"/>
        </p:xfrm>
        <a:graphic>
          <a:graphicData uri="http://schemas.openxmlformats.org/drawingml/2006/table">
            <a:tbl>
              <a:tblPr firstRow="1" bandRow="1">
                <a:tableStyleId>{5C22544A-7EE6-4342-B048-85BDC9FD1C3A}</a:tableStyleId>
              </a:tblPr>
              <a:tblGrid>
                <a:gridCol w="4899938">
                  <a:extLst>
                    <a:ext uri="{9D8B030D-6E8A-4147-A177-3AD203B41FA5}">
                      <a16:colId xmlns:a16="http://schemas.microsoft.com/office/drawing/2014/main" val="20000"/>
                    </a:ext>
                  </a:extLst>
                </a:gridCol>
                <a:gridCol w="351173">
                  <a:extLst>
                    <a:ext uri="{9D8B030D-6E8A-4147-A177-3AD203B41FA5}">
                      <a16:colId xmlns:a16="http://schemas.microsoft.com/office/drawing/2014/main" val="764104496"/>
                    </a:ext>
                  </a:extLst>
                </a:gridCol>
                <a:gridCol w="5039476">
                  <a:extLst>
                    <a:ext uri="{9D8B030D-6E8A-4147-A177-3AD203B41FA5}">
                      <a16:colId xmlns:a16="http://schemas.microsoft.com/office/drawing/2014/main" val="4164475170"/>
                    </a:ext>
                  </a:extLst>
                </a:gridCol>
              </a:tblGrid>
              <a:tr h="1768730">
                <a:tc gridSpan="3">
                  <a:txBody>
                    <a:bodyPr/>
                    <a:lstStyle/>
                    <a:p>
                      <a:pPr marL="0" marR="0" indent="0" algn="ctr" defTabSz="4388900" rtl="0" eaLnBrk="1" fontAlgn="auto" latinLnBrk="0" hangingPunct="1">
                        <a:lnSpc>
                          <a:spcPct val="100000"/>
                        </a:lnSpc>
                        <a:spcBef>
                          <a:spcPts val="0"/>
                        </a:spcBef>
                        <a:spcAft>
                          <a:spcPts val="0"/>
                        </a:spcAft>
                        <a:buClrTx/>
                        <a:buSzTx/>
                        <a:buFontTx/>
                        <a:buNone/>
                        <a:tabLst/>
                        <a:defRPr/>
                      </a:pPr>
                      <a:r>
                        <a:rPr lang="en-US" sz="4000" b="0" spc="600" dirty="0">
                          <a:solidFill>
                            <a:srgbClr val="1F3A4E"/>
                          </a:solidFill>
                          <a:latin typeface="Arial Black" panose="020B0A04020102020204" pitchFamily="34" charset="0"/>
                        </a:rPr>
                        <a:t>QUICK START GUIDE</a:t>
                      </a:r>
                      <a:br>
                        <a:rPr lang="en-US" sz="4000" b="0" spc="600" dirty="0">
                          <a:solidFill>
                            <a:srgbClr val="1F3A4E"/>
                          </a:solidFill>
                          <a:latin typeface="Arial Black" panose="020B0A04020102020204" pitchFamily="34" charset="0"/>
                        </a:rPr>
                      </a:br>
                      <a:r>
                        <a:rPr lang="en-US" sz="3200" b="1" spc="0" dirty="0">
                          <a:solidFill>
                            <a:srgbClr val="FF0000"/>
                          </a:solidFill>
                          <a:latin typeface="Trebuchet MS" pitchFamily="34" charset="0"/>
                        </a:rPr>
                        <a:t>(THIS SIDEBAR WILL NOT PRINT)</a:t>
                      </a:r>
                      <a:endParaRPr lang="en-US" sz="4000" b="1" spc="600" dirty="0">
                        <a:solidFill>
                          <a:schemeClr val="bg1"/>
                        </a:solidFill>
                        <a:latin typeface="Trebuchet MS" pitchFamily="34" charset="0"/>
                      </a:endParaRPr>
                    </a:p>
                  </a:txBody>
                  <a:tcPr marL="182880" marT="137160">
                    <a:solidFill>
                      <a:srgbClr val="FFC000"/>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6906470">
                <a:tc gridSpan="3">
                  <a:txBody>
                    <a:bodyPr/>
                    <a:lstStyle/>
                    <a:p>
                      <a:pPr algn="l"/>
                      <a:r>
                        <a:rPr lang="en-US" sz="2800" b="1" baseline="0" dirty="0">
                          <a:solidFill>
                            <a:srgbClr val="FFC000"/>
                          </a:solidFill>
                          <a:latin typeface="Arial" panose="020B0604020202020204" pitchFamily="34" charset="0"/>
                          <a:cs typeface="Arial" panose="020B0604020202020204" pitchFamily="34" charset="0"/>
                        </a:rPr>
                        <a:t>How to change the template colors</a:t>
                      </a:r>
                    </a:p>
                    <a:p>
                      <a:pPr marL="0" indent="0" algn="l" defTabSz="114300"/>
                      <a:r>
                        <a:rPr lang="en-US" sz="2400" b="0" baseline="0" dirty="0">
                          <a:solidFill>
                            <a:srgbClr val="D9D9D9"/>
                          </a:solidFill>
                          <a:latin typeface="Arial" panose="020B0604020202020204" pitchFamily="34" charset="0"/>
                          <a:cs typeface="Arial" panose="020B0604020202020204" pitchFamily="34" charset="0"/>
                        </a:rPr>
                        <a:t>You can change the overall template color theme by clicking on the COLORS dropdown menu under the DESIGN tab. You can see a tutorial here: </a:t>
                      </a:r>
                      <a:r>
                        <a:rPr lang="en-US" sz="2400" dirty="0">
                          <a:solidFill>
                            <a:srgbClr val="FFC000"/>
                          </a:solidFill>
                          <a:hlinkClick r:id="rId7">
                            <a:extLst>
                              <a:ext uri="{A12FA001-AC4F-418D-AE19-62706E023703}">
                                <ahyp:hlinkClr xmlns:ahyp="http://schemas.microsoft.com/office/drawing/2018/hyperlinkcolor" val="tx"/>
                              </a:ext>
                            </a:extLst>
                          </a:hlinkClick>
                        </a:rPr>
                        <a:t>https://www.posterpresentations.com/how-to-change-the-research-poster-template-colors.html</a:t>
                      </a:r>
                      <a:endParaRPr lang="en-US" sz="2400" dirty="0">
                        <a:solidFill>
                          <a:srgbClr val="FFC000"/>
                        </a:solidFill>
                      </a:endParaRPr>
                    </a:p>
                    <a:p>
                      <a:pPr marL="0" indent="0" algn="l" defTabSz="114300"/>
                      <a:endParaRPr lang="en-US" sz="2400" b="0" baseline="0" dirty="0">
                        <a:solidFill>
                          <a:srgbClr val="D9D9D9"/>
                        </a:solidFill>
                        <a:latin typeface="Arial" panose="020B0604020202020204" pitchFamily="34" charset="0"/>
                        <a:cs typeface="Arial" panose="020B0604020202020204" pitchFamily="34" charset="0"/>
                      </a:endParaRPr>
                    </a:p>
                    <a:p>
                      <a:pPr marL="0" indent="0" algn="l" defTabSz="114300"/>
                      <a:r>
                        <a:rPr lang="en-US" sz="2400" b="0" baseline="0" dirty="0">
                          <a:solidFill>
                            <a:srgbClr val="D9D9D9"/>
                          </a:solidFill>
                          <a:latin typeface="Arial" panose="020B0604020202020204" pitchFamily="34" charset="0"/>
                          <a:cs typeface="Arial" panose="020B0604020202020204" pitchFamily="34" charset="0"/>
                        </a:rPr>
                        <a:t>You can also manually change the color of individual elements by going to VIEW &gt; SLIDE MASTER. On the left side of your screen select the background master where you can change the template background, column sizes, etc. </a:t>
                      </a:r>
                    </a:p>
                    <a:p>
                      <a:pPr marL="0" indent="0" algn="l" defTabSz="114300"/>
                      <a:endParaRPr lang="en-US" sz="2400" b="0" baseline="0" dirty="0">
                        <a:solidFill>
                          <a:srgbClr val="D9D9D9"/>
                        </a:solidFill>
                        <a:latin typeface="Arial" panose="020B0604020202020204" pitchFamily="34" charset="0"/>
                        <a:cs typeface="Arial" panose="020B0604020202020204" pitchFamily="34" charset="0"/>
                      </a:endParaRPr>
                    </a:p>
                    <a:p>
                      <a:pPr marL="0" indent="0" algn="l" defTabSz="114300"/>
                      <a:r>
                        <a:rPr lang="en-US" sz="2400" b="0" baseline="0" dirty="0">
                          <a:solidFill>
                            <a:srgbClr val="D9D9D9"/>
                          </a:solidFill>
                          <a:latin typeface="Arial" panose="020B0604020202020204" pitchFamily="34" charset="0"/>
                          <a:cs typeface="Arial" panose="020B0604020202020204" pitchFamily="34" charset="0"/>
                        </a:rPr>
                        <a:t>After you finish working on the SLIDE MASTER, it is important that you go to VIEW &gt; NORMAL to continue working on your poster. </a:t>
                      </a:r>
                    </a:p>
                  </a:txBody>
                  <a:tcPr marL="182880" marT="137160">
                    <a:solidFill>
                      <a:schemeClr val="tx1"/>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3733058">
                <a:tc gridSpan="3">
                  <a:txBody>
                    <a:bodyPr/>
                    <a:lstStyle/>
                    <a:p>
                      <a:r>
                        <a:rPr lang="en-US" sz="2800" b="1" dirty="0">
                          <a:solidFill>
                            <a:srgbClr val="FFC000"/>
                          </a:solidFill>
                          <a:latin typeface="Arial" panose="020B0604020202020204" pitchFamily="34" charset="0"/>
                          <a:cs typeface="Arial" panose="020B0604020202020204" pitchFamily="34" charset="0"/>
                        </a:rPr>
                        <a:t>How to change the column layout configuration</a:t>
                      </a:r>
                    </a:p>
                    <a:p>
                      <a:r>
                        <a:rPr lang="en-US" sz="2400" dirty="0">
                          <a:solidFill>
                            <a:srgbClr val="D9D9D9"/>
                          </a:solidFill>
                          <a:latin typeface="Arial" panose="020B0604020202020204" pitchFamily="34" charset="0"/>
                          <a:cs typeface="Arial" panose="020B0604020202020204" pitchFamily="34" charset="0"/>
                        </a:rPr>
                        <a:t>You can manually change the configuration on the columns by going to VIEW &gt; SLIDE MASTER. You can delete columns, resize them or modify them as needed for your layout. </a:t>
                      </a:r>
                    </a:p>
                    <a:p>
                      <a:pPr marL="0" marR="0" indent="0" algn="l" defTabSz="3765366" rtl="0" eaLnBrk="1" fontAlgn="auto" latinLnBrk="0" hangingPunct="1">
                        <a:lnSpc>
                          <a:spcPct val="100000"/>
                        </a:lnSpc>
                        <a:spcBef>
                          <a:spcPts val="0"/>
                        </a:spcBef>
                        <a:spcAft>
                          <a:spcPts val="0"/>
                        </a:spcAft>
                        <a:buClrTx/>
                        <a:buSzTx/>
                        <a:buFontTx/>
                        <a:buNone/>
                        <a:tabLst/>
                        <a:defRPr/>
                      </a:pPr>
                      <a:r>
                        <a:rPr lang="en-US" sz="2400" dirty="0">
                          <a:solidFill>
                            <a:srgbClr val="D9D9D9"/>
                          </a:solidFill>
                          <a:latin typeface="Arial" panose="020B0604020202020204" pitchFamily="34" charset="0"/>
                          <a:cs typeface="Arial" panose="020B0604020202020204" pitchFamily="34" charset="0"/>
                        </a:rPr>
                        <a:t>You can see a tutorial here: </a:t>
                      </a:r>
                      <a:r>
                        <a:rPr lang="en-US" sz="2400" u="sng" dirty="0">
                          <a:solidFill>
                            <a:srgbClr val="FFC000"/>
                          </a:solidFill>
                          <a:latin typeface="Arial" panose="020B0604020202020204" pitchFamily="34" charset="0"/>
                          <a:cs typeface="Arial" panose="020B0604020202020204" pitchFamily="34" charset="0"/>
                        </a:rPr>
                        <a:t>https://</a:t>
                      </a:r>
                      <a:r>
                        <a:rPr lang="en-US" sz="2400" u="sng" dirty="0" err="1">
                          <a:solidFill>
                            <a:srgbClr val="FFC000"/>
                          </a:solidFill>
                          <a:latin typeface="Arial" panose="020B0604020202020204" pitchFamily="34" charset="0"/>
                          <a:cs typeface="Arial" panose="020B0604020202020204" pitchFamily="34" charset="0"/>
                        </a:rPr>
                        <a:t>www.posterpresentations.com</a:t>
                      </a:r>
                      <a:r>
                        <a:rPr lang="en-US" sz="2400" u="sng" dirty="0">
                          <a:solidFill>
                            <a:srgbClr val="FFC000"/>
                          </a:solidFill>
                          <a:latin typeface="Arial" panose="020B0604020202020204" pitchFamily="34" charset="0"/>
                          <a:cs typeface="Arial" panose="020B0604020202020204" pitchFamily="34" charset="0"/>
                        </a:rPr>
                        <a:t>/how-to-change-the-column-</a:t>
                      </a:r>
                      <a:r>
                        <a:rPr lang="en-US" sz="2400" u="sng" dirty="0" err="1">
                          <a:solidFill>
                            <a:srgbClr val="FFC000"/>
                          </a:solidFill>
                          <a:latin typeface="Arial" panose="020B0604020202020204" pitchFamily="34" charset="0"/>
                          <a:cs typeface="Arial" panose="020B0604020202020204" pitchFamily="34" charset="0"/>
                        </a:rPr>
                        <a:t>configuration.html</a:t>
                      </a:r>
                      <a:endParaRPr lang="en-US" sz="5400" u="sng" dirty="0">
                        <a:solidFill>
                          <a:srgbClr val="FFC000"/>
                        </a:solidFill>
                      </a:endParaRPr>
                    </a:p>
                  </a:txBody>
                  <a:tcPr marL="182880" marT="137160">
                    <a:solidFill>
                      <a:schemeClr val="tx1"/>
                    </a:solidFill>
                  </a:tcPr>
                </a:tc>
                <a:tc hMerge="1">
                  <a:txBody>
                    <a:bodyPr/>
                    <a:lstStyle/>
                    <a:p>
                      <a:endParaRPr lang="en-US"/>
                    </a:p>
                  </a:txBody>
                  <a:tcPr/>
                </a:tc>
                <a:tc hMerge="1">
                  <a:txBody>
                    <a:bodyPr/>
                    <a:lstStyle/>
                    <a:p>
                      <a:endParaRPr lang="en-US" dirty="0"/>
                    </a:p>
                  </a:txBody>
                  <a:tcPr marL="182880" marT="137160">
                    <a:solidFill>
                      <a:srgbClr val="010101"/>
                    </a:solidFill>
                  </a:tcPr>
                </a:tc>
                <a:extLst>
                  <a:ext uri="{0D108BD9-81ED-4DB2-BD59-A6C34878D82A}">
                    <a16:rowId xmlns:a16="http://schemas.microsoft.com/office/drawing/2014/main" val="10004"/>
                  </a:ext>
                </a:extLst>
              </a:tr>
              <a:tr h="2023905">
                <a:tc>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400" noProof="0" dirty="0">
                        <a:solidFill>
                          <a:srgbClr val="D9D9D9"/>
                        </a:solidFill>
                        <a:latin typeface="Arial" panose="020B0604020202020204" pitchFamily="34" charset="0"/>
                        <a:cs typeface="Arial" panose="020B0604020202020204" pitchFamily="34" charset="0"/>
                      </a:endParaRPr>
                    </a:p>
                  </a:txBody>
                  <a:tcPr marL="182880" marT="137160">
                    <a:blipFill dpi="0" rotWithShape="1">
                      <a:blip r:embed="rId8">
                        <a:extLst>
                          <a:ext uri="{28A0092B-C50C-407E-A947-70E740481C1C}">
                            <a14:useLocalDpi xmlns:a14="http://schemas.microsoft.com/office/drawing/2010/main" val="0"/>
                          </a:ext>
                        </a:extLst>
                      </a:blip>
                      <a:srcRect/>
                      <a:stretch>
                        <a:fillRect/>
                      </a:stretch>
                    </a:blipFill>
                  </a:tcPr>
                </a:tc>
                <a:tc rowSpan="2"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2800" b="1" noProof="0" dirty="0">
                          <a:solidFill>
                            <a:srgbClr val="FFC000"/>
                          </a:solidFill>
                          <a:latin typeface="Arial" panose="020B0604020202020204" pitchFamily="34" charset="0"/>
                          <a:cs typeface="Arial" panose="020B0604020202020204" pitchFamily="34" charset="0"/>
                        </a:rPr>
                        <a:t>How to hide the QUICK START GUIDE bars from the sides of the template</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2400" noProof="0" dirty="0">
                          <a:solidFill>
                            <a:srgbClr val="D9D9D9"/>
                          </a:solidFill>
                          <a:latin typeface="Arial" panose="020B0604020202020204" pitchFamily="34" charset="0"/>
                          <a:cs typeface="Arial" panose="020B0604020202020204" pitchFamily="34" charset="0"/>
                        </a:rPr>
                        <a:t>The Quick Start</a:t>
                      </a:r>
                      <a:r>
                        <a:rPr lang="en-US" sz="2400" baseline="0" noProof="0" dirty="0">
                          <a:solidFill>
                            <a:srgbClr val="D9D9D9"/>
                          </a:solidFill>
                          <a:latin typeface="Arial" panose="020B0604020202020204" pitchFamily="34" charset="0"/>
                          <a:cs typeface="Arial" panose="020B0604020202020204" pitchFamily="34" charset="0"/>
                        </a:rPr>
                        <a:t> Guides</a:t>
                      </a:r>
                      <a:r>
                        <a:rPr lang="en-US" sz="2400" noProof="0" dirty="0">
                          <a:solidFill>
                            <a:srgbClr val="D9D9D9"/>
                          </a:solidFill>
                          <a:latin typeface="Arial" panose="020B0604020202020204" pitchFamily="34" charset="0"/>
                          <a:cs typeface="Arial" panose="020B0604020202020204" pitchFamily="34" charset="0"/>
                        </a:rPr>
                        <a:t> </a:t>
                      </a:r>
                      <a:r>
                        <a:rPr lang="en-US" sz="2400" u="sng" noProof="0" dirty="0">
                          <a:solidFill>
                            <a:srgbClr val="D9D9D9"/>
                          </a:solidFill>
                          <a:latin typeface="Arial" panose="020B0604020202020204" pitchFamily="34" charset="0"/>
                          <a:cs typeface="Arial" panose="020B0604020202020204" pitchFamily="34" charset="0"/>
                        </a:rPr>
                        <a:t>are outside the template’s printable area</a:t>
                      </a:r>
                      <a:r>
                        <a:rPr lang="en-US" sz="2400" noProof="0" dirty="0">
                          <a:solidFill>
                            <a:srgbClr val="D9D9D9"/>
                          </a:solidFill>
                          <a:latin typeface="Arial" panose="020B0604020202020204" pitchFamily="34" charset="0"/>
                          <a:cs typeface="Arial" panose="020B0604020202020204" pitchFamily="34" charset="0"/>
                        </a:rPr>
                        <a:t> and they will not be on the printed poster</a:t>
                      </a:r>
                      <a:r>
                        <a:rPr lang="en-US" sz="2400" baseline="0" noProof="0" dirty="0">
                          <a:solidFill>
                            <a:srgbClr val="D9D9D9"/>
                          </a:solidFill>
                          <a:latin typeface="Arial" panose="020B0604020202020204" pitchFamily="34" charset="0"/>
                          <a:cs typeface="Arial" panose="020B0604020202020204" pitchFamily="34" charset="0"/>
                        </a:rPr>
                        <a:t>. </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400" baseline="0" noProof="0" dirty="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2400" baseline="0" noProof="0" dirty="0">
                          <a:solidFill>
                            <a:srgbClr val="D9D9D9"/>
                          </a:solidFill>
                          <a:latin typeface="Arial" panose="020B0604020202020204" pitchFamily="34" charset="0"/>
                          <a:cs typeface="Arial" panose="020B0604020202020204" pitchFamily="34" charset="0"/>
                        </a:rPr>
                        <a:t>If you create a PDF file from your template, the guides will not be included.</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400" baseline="0" noProof="0" dirty="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2400" baseline="0" noProof="0" dirty="0">
                          <a:solidFill>
                            <a:srgbClr val="D9D9D9"/>
                          </a:solidFill>
                          <a:latin typeface="Arial" panose="020B0604020202020204" pitchFamily="34" charset="0"/>
                          <a:cs typeface="Arial" panose="020B0604020202020204" pitchFamily="34" charset="0"/>
                        </a:rPr>
                        <a:t>To hide the guides click on the </a:t>
                      </a:r>
                      <a:r>
                        <a:rPr lang="en-US" sz="2400" b="1" baseline="0" noProof="0" dirty="0">
                          <a:solidFill>
                            <a:srgbClr val="D9D9D9"/>
                          </a:solidFill>
                          <a:latin typeface="Arial" panose="020B0604020202020204" pitchFamily="34" charset="0"/>
                          <a:cs typeface="Arial" panose="020B0604020202020204" pitchFamily="34" charset="0"/>
                        </a:rPr>
                        <a:t>Home</a:t>
                      </a:r>
                      <a:r>
                        <a:rPr lang="en-US" sz="2400" baseline="0" noProof="0" dirty="0">
                          <a:solidFill>
                            <a:srgbClr val="D9D9D9"/>
                          </a:solidFill>
                          <a:latin typeface="Arial" panose="020B0604020202020204" pitchFamily="34" charset="0"/>
                          <a:cs typeface="Arial" panose="020B0604020202020204" pitchFamily="34" charset="0"/>
                        </a:rPr>
                        <a:t> tab (top of the screen) and then click on the </a:t>
                      </a:r>
                      <a:r>
                        <a:rPr lang="en-US" sz="2400" b="1" baseline="0" noProof="0" dirty="0">
                          <a:solidFill>
                            <a:srgbClr val="D9D9D9"/>
                          </a:solidFill>
                          <a:latin typeface="Arial" panose="020B0604020202020204" pitchFamily="34" charset="0"/>
                          <a:cs typeface="Arial" panose="020B0604020202020204" pitchFamily="34" charset="0"/>
                        </a:rPr>
                        <a:t>Layout</a:t>
                      </a:r>
                      <a:r>
                        <a:rPr lang="en-US" sz="2400" baseline="0" noProof="0" dirty="0">
                          <a:solidFill>
                            <a:srgbClr val="D9D9D9"/>
                          </a:solidFill>
                          <a:latin typeface="Arial" panose="020B0604020202020204" pitchFamily="34" charset="0"/>
                          <a:cs typeface="Arial" panose="020B0604020202020204" pitchFamily="34" charset="0"/>
                        </a:rPr>
                        <a:t> button below to see the available layouts. Choose the </a:t>
                      </a:r>
                      <a:r>
                        <a:rPr lang="en-US" sz="2400" b="1" baseline="0" noProof="0" dirty="0">
                          <a:solidFill>
                            <a:srgbClr val="D9D9D9"/>
                          </a:solidFill>
                          <a:latin typeface="Arial" panose="020B0604020202020204" pitchFamily="34" charset="0"/>
                          <a:cs typeface="Arial" panose="020B0604020202020204" pitchFamily="34" charset="0"/>
                        </a:rPr>
                        <a:t>Without Guides </a:t>
                      </a:r>
                      <a:r>
                        <a:rPr lang="en-US" sz="2400" b="0" baseline="0" noProof="0" dirty="0">
                          <a:solidFill>
                            <a:srgbClr val="D9D9D9"/>
                          </a:solidFill>
                          <a:latin typeface="Arial" panose="020B0604020202020204" pitchFamily="34" charset="0"/>
                          <a:cs typeface="Arial" panose="020B0604020202020204" pitchFamily="34" charset="0"/>
                        </a:rPr>
                        <a:t>layout</a:t>
                      </a:r>
                      <a:r>
                        <a:rPr lang="en-US" sz="2400" baseline="0" noProof="0" dirty="0">
                          <a:solidFill>
                            <a:srgbClr val="D9D9D9"/>
                          </a:solidFill>
                          <a:latin typeface="Arial" panose="020B0604020202020204" pitchFamily="34" charset="0"/>
                          <a:cs typeface="Arial" panose="020B0604020202020204" pitchFamily="34" charset="0"/>
                        </a:rPr>
                        <a:t>.</a:t>
                      </a:r>
                      <a:endParaRPr lang="en-US" sz="2400" noProof="0" dirty="0">
                        <a:solidFill>
                          <a:srgbClr val="D9D9D9"/>
                        </a:solidFill>
                        <a:latin typeface="Arial" panose="020B0604020202020204" pitchFamily="34" charset="0"/>
                        <a:cs typeface="Arial" panose="020B0604020202020204" pitchFamily="34" charset="0"/>
                      </a:endParaRPr>
                    </a:p>
                  </a:txBody>
                  <a:tcPr marL="182880" marT="137160">
                    <a:solidFill>
                      <a:srgbClr val="010101"/>
                    </a:solidFill>
                  </a:tcPr>
                </a:tc>
                <a:tc rowSpan="2" hMerge="1">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3200" b="1" noProof="0">
                          <a:solidFill>
                            <a:srgbClr val="FFC000"/>
                          </a:solidFill>
                          <a:latin typeface="Arial" panose="020B0604020202020204" pitchFamily="34" charset="0"/>
                          <a:cs typeface="Arial" panose="020B0604020202020204" pitchFamily="34" charset="0"/>
                        </a:rPr>
                        <a:t>How to hide the QUICK START GUIDE bars from the sides of the template</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2800" noProof="0">
                          <a:solidFill>
                            <a:srgbClr val="D9D9D9"/>
                          </a:solidFill>
                          <a:latin typeface="Arial" panose="020B0604020202020204" pitchFamily="34" charset="0"/>
                          <a:cs typeface="Arial" panose="020B0604020202020204" pitchFamily="34" charset="0"/>
                        </a:rPr>
                        <a:t>The Quick Start</a:t>
                      </a:r>
                      <a:r>
                        <a:rPr lang="en-US" sz="2800" baseline="0" noProof="0">
                          <a:solidFill>
                            <a:srgbClr val="D9D9D9"/>
                          </a:solidFill>
                          <a:latin typeface="Arial" panose="020B0604020202020204" pitchFamily="34" charset="0"/>
                          <a:cs typeface="Arial" panose="020B0604020202020204" pitchFamily="34" charset="0"/>
                        </a:rPr>
                        <a:t> Guides</a:t>
                      </a:r>
                      <a:r>
                        <a:rPr lang="en-US" sz="2800" noProof="0">
                          <a:solidFill>
                            <a:srgbClr val="D9D9D9"/>
                          </a:solidFill>
                          <a:latin typeface="Arial" panose="020B0604020202020204" pitchFamily="34" charset="0"/>
                          <a:cs typeface="Arial" panose="020B0604020202020204" pitchFamily="34" charset="0"/>
                        </a:rPr>
                        <a:t> </a:t>
                      </a:r>
                      <a:r>
                        <a:rPr lang="en-US" sz="2800" u="sng" noProof="0">
                          <a:solidFill>
                            <a:srgbClr val="D9D9D9"/>
                          </a:solidFill>
                          <a:latin typeface="Arial" panose="020B0604020202020204" pitchFamily="34" charset="0"/>
                          <a:cs typeface="Arial" panose="020B0604020202020204" pitchFamily="34" charset="0"/>
                        </a:rPr>
                        <a:t>are outside the template’s printable area</a:t>
                      </a:r>
                      <a:r>
                        <a:rPr lang="en-US" sz="2800" noProof="0">
                          <a:solidFill>
                            <a:srgbClr val="D9D9D9"/>
                          </a:solidFill>
                          <a:latin typeface="Arial" panose="020B0604020202020204" pitchFamily="34" charset="0"/>
                          <a:cs typeface="Arial" panose="020B0604020202020204" pitchFamily="34" charset="0"/>
                        </a:rPr>
                        <a:t> and they will not be on the printed poster</a:t>
                      </a:r>
                      <a:r>
                        <a:rPr lang="en-US" sz="2800" baseline="0" noProof="0">
                          <a:solidFill>
                            <a:srgbClr val="D9D9D9"/>
                          </a:solidFill>
                          <a:latin typeface="Arial" panose="020B0604020202020204" pitchFamily="34" charset="0"/>
                          <a:cs typeface="Arial" panose="020B0604020202020204" pitchFamily="34" charset="0"/>
                        </a:rPr>
                        <a:t>. </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800" baseline="0" noProof="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2800" baseline="0" noProof="0">
                          <a:solidFill>
                            <a:srgbClr val="D9D9D9"/>
                          </a:solidFill>
                          <a:latin typeface="Arial" panose="020B0604020202020204" pitchFamily="34" charset="0"/>
                          <a:cs typeface="Arial" panose="020B0604020202020204" pitchFamily="34" charset="0"/>
                        </a:rPr>
                        <a:t>If you create a PDF file from your template, the guides will not be included.</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800" baseline="0" noProof="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2800" baseline="0" noProof="0">
                          <a:solidFill>
                            <a:srgbClr val="D9D9D9"/>
                          </a:solidFill>
                          <a:latin typeface="Arial" panose="020B0604020202020204" pitchFamily="34" charset="0"/>
                          <a:cs typeface="Arial" panose="020B0604020202020204" pitchFamily="34" charset="0"/>
                        </a:rPr>
                        <a:t>To hide the guides click on the </a:t>
                      </a:r>
                      <a:r>
                        <a:rPr lang="en-US" sz="2800" b="1" baseline="0" noProof="0">
                          <a:solidFill>
                            <a:srgbClr val="D9D9D9"/>
                          </a:solidFill>
                          <a:latin typeface="Arial" panose="020B0604020202020204" pitchFamily="34" charset="0"/>
                          <a:cs typeface="Arial" panose="020B0604020202020204" pitchFamily="34" charset="0"/>
                        </a:rPr>
                        <a:t>Home</a:t>
                      </a:r>
                      <a:r>
                        <a:rPr lang="en-US" sz="2800" baseline="0" noProof="0">
                          <a:solidFill>
                            <a:srgbClr val="D9D9D9"/>
                          </a:solidFill>
                          <a:latin typeface="Arial" panose="020B0604020202020204" pitchFamily="34" charset="0"/>
                          <a:cs typeface="Arial" panose="020B0604020202020204" pitchFamily="34" charset="0"/>
                        </a:rPr>
                        <a:t> tab (top of the screen) and then click on the </a:t>
                      </a:r>
                      <a:r>
                        <a:rPr lang="en-US" sz="2800" b="1" baseline="0" noProof="0">
                          <a:solidFill>
                            <a:srgbClr val="D9D9D9"/>
                          </a:solidFill>
                          <a:latin typeface="Arial" panose="020B0604020202020204" pitchFamily="34" charset="0"/>
                          <a:cs typeface="Arial" panose="020B0604020202020204" pitchFamily="34" charset="0"/>
                        </a:rPr>
                        <a:t>Layout</a:t>
                      </a:r>
                      <a:r>
                        <a:rPr lang="en-US" sz="2800" baseline="0" noProof="0">
                          <a:solidFill>
                            <a:srgbClr val="D9D9D9"/>
                          </a:solidFill>
                          <a:latin typeface="Arial" panose="020B0604020202020204" pitchFamily="34" charset="0"/>
                          <a:cs typeface="Arial" panose="020B0604020202020204" pitchFamily="34" charset="0"/>
                        </a:rPr>
                        <a:t> button below to see the available layouts. Choose the </a:t>
                      </a:r>
                      <a:r>
                        <a:rPr lang="en-US" sz="2800" b="1" baseline="0" noProof="0">
                          <a:solidFill>
                            <a:srgbClr val="D9D9D9"/>
                          </a:solidFill>
                          <a:latin typeface="Arial" panose="020B0604020202020204" pitchFamily="34" charset="0"/>
                          <a:cs typeface="Arial" panose="020B0604020202020204" pitchFamily="34" charset="0"/>
                        </a:rPr>
                        <a:t>Without Guides </a:t>
                      </a:r>
                      <a:r>
                        <a:rPr lang="en-US" sz="2800" b="0" baseline="0" noProof="0">
                          <a:solidFill>
                            <a:srgbClr val="D9D9D9"/>
                          </a:solidFill>
                          <a:latin typeface="Arial" panose="020B0604020202020204" pitchFamily="34" charset="0"/>
                          <a:cs typeface="Arial" panose="020B0604020202020204" pitchFamily="34" charset="0"/>
                        </a:rPr>
                        <a:t>layout</a:t>
                      </a:r>
                      <a:r>
                        <a:rPr lang="en-US" sz="2800" baseline="0" noProof="0">
                          <a:solidFill>
                            <a:srgbClr val="D9D9D9"/>
                          </a:solidFill>
                          <a:latin typeface="Arial" panose="020B0604020202020204" pitchFamily="34" charset="0"/>
                          <a:cs typeface="Arial" panose="020B0604020202020204" pitchFamily="34" charset="0"/>
                        </a:rPr>
                        <a:t>.</a:t>
                      </a:r>
                      <a:endParaRPr lang="en-US" sz="2800" noProof="0" dirty="0">
                        <a:solidFill>
                          <a:srgbClr val="D9D9D9"/>
                        </a:solidFill>
                        <a:latin typeface="Arial" panose="020B0604020202020204" pitchFamily="34" charset="0"/>
                        <a:cs typeface="Arial" panose="020B0604020202020204" pitchFamily="34" charset="0"/>
                      </a:endParaRPr>
                    </a:p>
                  </a:txBody>
                  <a:tcPr marL="182880" marT="137160">
                    <a:solidFill>
                      <a:srgbClr val="010101"/>
                    </a:solidFill>
                  </a:tcPr>
                </a:tc>
                <a:extLst>
                  <a:ext uri="{0D108BD9-81ED-4DB2-BD59-A6C34878D82A}">
                    <a16:rowId xmlns:a16="http://schemas.microsoft.com/office/drawing/2014/main" val="10005"/>
                  </a:ext>
                </a:extLst>
              </a:tr>
              <a:tr h="6567070">
                <a:tc>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400" noProof="0" dirty="0">
                        <a:solidFill>
                          <a:srgbClr val="D9D9D9"/>
                        </a:solidFill>
                        <a:latin typeface="Arial" panose="020B0604020202020204" pitchFamily="34" charset="0"/>
                        <a:cs typeface="Arial" panose="020B0604020202020204" pitchFamily="34" charset="0"/>
                      </a:endParaRPr>
                    </a:p>
                  </a:txBody>
                  <a:tcPr marL="182880" marT="137160">
                    <a:solidFill>
                      <a:srgbClr val="010101"/>
                    </a:solidFill>
                  </a:tcPr>
                </a:tc>
                <a:tc gridSpan="2" vMerge="1">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800" noProof="0" dirty="0">
                        <a:solidFill>
                          <a:srgbClr val="D9D9D9"/>
                        </a:solidFill>
                        <a:latin typeface="Arial" panose="020B0604020202020204" pitchFamily="34" charset="0"/>
                        <a:cs typeface="Arial" panose="020B0604020202020204" pitchFamily="34" charset="0"/>
                      </a:endParaRPr>
                    </a:p>
                  </a:txBody>
                  <a:tcPr marL="182880" marT="137160">
                    <a:solidFill>
                      <a:srgbClr val="010101"/>
                    </a:solidFill>
                  </a:tcPr>
                </a:tc>
                <a:tc hMerge="1" vMerge="1">
                  <a:txBody>
                    <a:bodyPr/>
                    <a:lstStyle/>
                    <a:p>
                      <a:endParaRPr lang="en-US"/>
                    </a:p>
                  </a:txBody>
                  <a:tcPr/>
                </a:tc>
                <a:extLst>
                  <a:ext uri="{0D108BD9-81ED-4DB2-BD59-A6C34878D82A}">
                    <a16:rowId xmlns:a16="http://schemas.microsoft.com/office/drawing/2014/main" val="1766341567"/>
                  </a:ext>
                </a:extLst>
              </a:tr>
              <a:tr h="5578616">
                <a:tc>
                  <a:txBody>
                    <a:bodyPr/>
                    <a:lstStyle/>
                    <a:p>
                      <a:pPr rtl="0"/>
                      <a:r>
                        <a:rPr lang="en-US" sz="2800" b="1" dirty="0">
                          <a:solidFill>
                            <a:srgbClr val="FFC000"/>
                          </a:solidFill>
                          <a:latin typeface="Arial" panose="020B0604020202020204" pitchFamily="34" charset="0"/>
                          <a:cs typeface="Arial" panose="020B0604020202020204" pitchFamily="34" charset="0"/>
                        </a:rPr>
                        <a:t>How to</a:t>
                      </a:r>
                      <a:r>
                        <a:rPr lang="en-US" sz="2800" b="1" baseline="0" dirty="0">
                          <a:solidFill>
                            <a:srgbClr val="FFC000"/>
                          </a:solidFill>
                          <a:latin typeface="Arial" panose="020B0604020202020204" pitchFamily="34" charset="0"/>
                          <a:cs typeface="Arial" panose="020B0604020202020204" pitchFamily="34" charset="0"/>
                        </a:rPr>
                        <a:t> preview your poster prior to printing</a:t>
                      </a:r>
                      <a:endParaRPr lang="en-US" sz="2800" b="1" dirty="0">
                        <a:solidFill>
                          <a:srgbClr val="FFC000"/>
                        </a:solidFill>
                        <a:latin typeface="Arial" panose="020B0604020202020204" pitchFamily="34" charset="0"/>
                        <a:cs typeface="Arial" panose="020B0604020202020204" pitchFamily="34" charset="0"/>
                      </a:endParaRPr>
                    </a:p>
                    <a:p>
                      <a:pPr rtl="0"/>
                      <a:r>
                        <a:rPr lang="en-US" sz="2400" dirty="0">
                          <a:solidFill>
                            <a:srgbClr val="D9D9D9"/>
                          </a:solidFill>
                          <a:latin typeface="Arial" panose="020B0604020202020204" pitchFamily="34" charset="0"/>
                          <a:cs typeface="Arial" panose="020B0604020202020204" pitchFamily="34" charset="0"/>
                        </a:rPr>
                        <a:t>You can preview your poster at any time by pressing the </a:t>
                      </a:r>
                      <a:r>
                        <a:rPr lang="en-US" sz="2400" dirty="0">
                          <a:solidFill>
                            <a:srgbClr val="FFC000"/>
                          </a:solidFill>
                          <a:latin typeface="Arial" panose="020B0604020202020204" pitchFamily="34" charset="0"/>
                          <a:cs typeface="Arial" panose="020B0604020202020204" pitchFamily="34" charset="0"/>
                        </a:rPr>
                        <a:t>F5 key</a:t>
                      </a:r>
                      <a:r>
                        <a:rPr lang="en-US" sz="2400" dirty="0">
                          <a:solidFill>
                            <a:srgbClr val="D9D9D9"/>
                          </a:solidFill>
                          <a:latin typeface="Arial" panose="020B0604020202020204" pitchFamily="34" charset="0"/>
                          <a:cs typeface="Arial" panose="020B0604020202020204" pitchFamily="34" charset="0"/>
                        </a:rPr>
                        <a:t> on your keyboard. You will see on the screen what's on your poster and how it should look when printed. Press the </a:t>
                      </a:r>
                      <a:r>
                        <a:rPr lang="en-US" sz="2400" dirty="0">
                          <a:solidFill>
                            <a:srgbClr val="FFC000"/>
                          </a:solidFill>
                          <a:latin typeface="Arial" panose="020B0604020202020204" pitchFamily="34" charset="0"/>
                          <a:cs typeface="Arial" panose="020B0604020202020204" pitchFamily="34" charset="0"/>
                        </a:rPr>
                        <a:t>ESC key </a:t>
                      </a:r>
                      <a:r>
                        <a:rPr lang="en-US" sz="2400" dirty="0">
                          <a:solidFill>
                            <a:srgbClr val="D9D9D9"/>
                          </a:solidFill>
                          <a:latin typeface="Arial" panose="020B0604020202020204" pitchFamily="34" charset="0"/>
                          <a:cs typeface="Arial" panose="020B0604020202020204" pitchFamily="34" charset="0"/>
                        </a:rPr>
                        <a:t>to exit Preview.</a:t>
                      </a:r>
                    </a:p>
                  </a:txBody>
                  <a:tcPr marL="182880" marT="137160">
                    <a:solidFill>
                      <a:srgbClr val="010101"/>
                    </a:solidFill>
                  </a:tcPr>
                </a:tc>
                <a:tc gridSpan="2">
                  <a:txBody>
                    <a:bodyPr/>
                    <a:lstStyle/>
                    <a:p>
                      <a:pPr rtl="0"/>
                      <a:r>
                        <a:rPr lang="en-US" sz="11500" b="1" dirty="0">
                          <a:solidFill>
                            <a:srgbClr val="D9D9D9"/>
                          </a:solidFill>
                          <a:latin typeface="Arial" panose="020B0604020202020204" pitchFamily="34" charset="0"/>
                          <a:cs typeface="Arial" panose="020B0604020202020204" pitchFamily="34" charset="0"/>
                        </a:rPr>
                        <a:t>F5</a:t>
                      </a:r>
                      <a:r>
                        <a:rPr lang="en-US" sz="2400" baseline="0" dirty="0">
                          <a:solidFill>
                            <a:srgbClr val="D9D9D9"/>
                          </a:solidFill>
                          <a:latin typeface="Arial" panose="020B0604020202020204" pitchFamily="34" charset="0"/>
                          <a:cs typeface="Arial" panose="020B0604020202020204" pitchFamily="34" charset="0"/>
                        </a:rPr>
                        <a:t> </a:t>
                      </a:r>
                      <a:endParaRPr lang="en-US" sz="2400" dirty="0">
                        <a:solidFill>
                          <a:srgbClr val="D9D9D9"/>
                        </a:solidFill>
                        <a:latin typeface="Arial" panose="020B0604020202020204" pitchFamily="34" charset="0"/>
                        <a:cs typeface="Arial" panose="020B0604020202020204" pitchFamily="34" charset="0"/>
                      </a:endParaRPr>
                    </a:p>
                  </a:txBody>
                  <a:tcPr marL="182880" marT="137160">
                    <a:solidFill>
                      <a:schemeClr val="tx1">
                        <a:lumMod val="95000"/>
                        <a:lumOff val="5000"/>
                      </a:schemeClr>
                    </a:solidFill>
                  </a:tcPr>
                </a:tc>
                <a:tc hMerge="1">
                  <a:txBody>
                    <a:bodyPr/>
                    <a:lstStyle/>
                    <a:p>
                      <a:pPr algn="ctr"/>
                      <a:r>
                        <a:rPr lang="en-US" sz="13800" b="1" dirty="0">
                          <a:solidFill>
                            <a:srgbClr val="D9D9D9"/>
                          </a:solidFill>
                          <a:latin typeface="Arial" panose="020B0604020202020204" pitchFamily="34" charset="0"/>
                          <a:cs typeface="Arial" panose="020B0604020202020204" pitchFamily="34" charset="0"/>
                        </a:rPr>
                        <a:t>F5</a:t>
                      </a:r>
                      <a:r>
                        <a:rPr lang="en-US" sz="2800" baseline="0" dirty="0">
                          <a:solidFill>
                            <a:srgbClr val="D9D9D9"/>
                          </a:solidFill>
                          <a:latin typeface="Arial" panose="020B0604020202020204" pitchFamily="34" charset="0"/>
                          <a:cs typeface="Arial" panose="020B0604020202020204" pitchFamily="34" charset="0"/>
                        </a:rPr>
                        <a:t> </a:t>
                      </a:r>
                      <a:endParaRPr lang="en-US" sz="6000" dirty="0"/>
                    </a:p>
                  </a:txBody>
                  <a:tcPr marL="182880" marT="137160" anchor="ctr">
                    <a:solidFill>
                      <a:schemeClr val="tx1">
                        <a:lumMod val="95000"/>
                        <a:lumOff val="5000"/>
                      </a:schemeClr>
                    </a:solidFill>
                  </a:tcPr>
                </a:tc>
                <a:extLst>
                  <a:ext uri="{0D108BD9-81ED-4DB2-BD59-A6C34878D82A}">
                    <a16:rowId xmlns:a16="http://schemas.microsoft.com/office/drawing/2014/main" val="10006"/>
                  </a:ext>
                </a:extLst>
              </a:tr>
              <a:tr h="6401119">
                <a:tc gridSpan="3">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2800" b="1" noProof="0" dirty="0">
                          <a:solidFill>
                            <a:srgbClr val="FFC000"/>
                          </a:solidFill>
                          <a:latin typeface="Arial"/>
                          <a:cs typeface="Arial"/>
                        </a:rPr>
                        <a:t>How to print your poster</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2400" noProof="0" dirty="0">
                          <a:solidFill>
                            <a:srgbClr val="D9D9D9"/>
                          </a:solidFill>
                          <a:latin typeface="Arial"/>
                          <a:cs typeface="Arial"/>
                        </a:rPr>
                        <a:t>When you are ready to have your poster printed go online to </a:t>
                      </a:r>
                      <a:r>
                        <a:rPr lang="en-US" sz="2400" noProof="0" dirty="0" err="1">
                          <a:solidFill>
                            <a:srgbClr val="FFC000"/>
                          </a:solidFill>
                          <a:latin typeface="Arial"/>
                          <a:cs typeface="Arial"/>
                        </a:rPr>
                        <a:t>PosterPresentations.com</a:t>
                      </a:r>
                      <a:r>
                        <a:rPr lang="en-US" sz="2400" noProof="0" dirty="0">
                          <a:solidFill>
                            <a:srgbClr val="D9D9D9"/>
                          </a:solidFill>
                          <a:latin typeface="Arial"/>
                          <a:cs typeface="Arial"/>
                        </a:rPr>
                        <a:t> and click on the "</a:t>
                      </a:r>
                      <a:r>
                        <a:rPr lang="en-US" sz="2400" noProof="0" dirty="0">
                          <a:solidFill>
                            <a:srgbClr val="FFC000"/>
                          </a:solidFill>
                          <a:latin typeface="Arial"/>
                          <a:cs typeface="Arial"/>
                        </a:rPr>
                        <a:t>Order Your Poster</a:t>
                      </a:r>
                      <a:r>
                        <a:rPr lang="en-US" sz="2400" noProof="0" dirty="0">
                          <a:solidFill>
                            <a:srgbClr val="D9D9D9"/>
                          </a:solidFill>
                          <a:latin typeface="Arial"/>
                          <a:cs typeface="Arial"/>
                        </a:rPr>
                        <a:t>" button. You can have your poster printed on professional papers, fabric for easy traveling and a variety of other materials. </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2400" noProof="0" dirty="0">
                          <a:solidFill>
                            <a:srgbClr val="D9D9D9"/>
                          </a:solidFill>
                          <a:latin typeface="Arial"/>
                          <a:cs typeface="Arial"/>
                        </a:rPr>
                        <a:t>If you submit a PowerPoint document, you will be receiving a PDF proof for your approval prior to printing. If your order is placed and paid for before noon (Pacific time) Monday-Friday, your order will ship out that same day. FedEx Next day, Second day, Third day, and Free Ground services are offered. </a:t>
                      </a:r>
                    </a:p>
                    <a:p>
                      <a:pPr marL="0" marR="0" lvl="0" indent="0" algn="l" defTabSz="114300" rtl="0" eaLnBrk="1" fontAlgn="auto" latinLnBrk="0" hangingPunct="1">
                        <a:lnSpc>
                          <a:spcPct val="100000"/>
                        </a:lnSpc>
                        <a:spcBef>
                          <a:spcPts val="0"/>
                        </a:spcBef>
                        <a:spcAft>
                          <a:spcPts val="0"/>
                        </a:spcAft>
                        <a:buClrTx/>
                        <a:buSzTx/>
                        <a:buFontTx/>
                        <a:buNone/>
                        <a:tabLst/>
                        <a:defRPr/>
                      </a:pPr>
                      <a:br>
                        <a:rPr lang="en-US" sz="2400" noProof="0" dirty="0">
                          <a:solidFill>
                            <a:srgbClr val="D9D9D9"/>
                          </a:solidFill>
                          <a:latin typeface="Arial"/>
                          <a:cs typeface="Arial"/>
                        </a:rPr>
                      </a:br>
                      <a:r>
                        <a:rPr lang="en-US" sz="2400" noProof="0" dirty="0">
                          <a:solidFill>
                            <a:srgbClr val="D9D9D9"/>
                          </a:solidFill>
                          <a:latin typeface="Arial"/>
                          <a:cs typeface="Arial"/>
                        </a:rPr>
                        <a:t>Go to </a:t>
                      </a:r>
                      <a:r>
                        <a:rPr lang="en-US" sz="2400" noProof="0" dirty="0" err="1">
                          <a:solidFill>
                            <a:srgbClr val="FFC000"/>
                          </a:solidFill>
                          <a:latin typeface="Arial"/>
                          <a:cs typeface="Arial"/>
                        </a:rPr>
                        <a:t>PosterPresentations.com</a:t>
                      </a:r>
                      <a:r>
                        <a:rPr lang="en-US" sz="2400" noProof="0" dirty="0">
                          <a:solidFill>
                            <a:srgbClr val="D9D9D9"/>
                          </a:solidFill>
                          <a:latin typeface="Arial"/>
                          <a:cs typeface="Arial"/>
                        </a:rPr>
                        <a:t> for more information.</a:t>
                      </a:r>
                    </a:p>
                  </a:txBody>
                  <a:tcPr marL="182880" marT="137160">
                    <a:solidFill>
                      <a:srgbClr val="010101"/>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7"/>
                  </a:ext>
                </a:extLst>
              </a:tr>
              <a:tr h="1262579">
                <a:tc gridSpan="3">
                  <a:txBody>
                    <a:bodyPr/>
                    <a:lstStyle/>
                    <a:p>
                      <a:endParaRPr lang="en-US" sz="2400" dirty="0">
                        <a:solidFill>
                          <a:srgbClr val="1F3A4E"/>
                        </a:solidFill>
                      </a:endParaRPr>
                    </a:p>
                  </a:txBody>
                  <a:tcPr marL="182880" marT="137160">
                    <a:blipFill dpi="0" rotWithShape="1">
                      <a:blip r:embed="rId9">
                        <a:extLst>
                          <a:ext uri="{28A0092B-C50C-407E-A947-70E740481C1C}">
                            <a14:useLocalDpi xmlns:a14="http://schemas.microsoft.com/office/drawing/2010/main" val="0"/>
                          </a:ext>
                        </a:extLst>
                      </a:blip>
                      <a:srcRect/>
                      <a:stretch>
                        <a:fillRect/>
                      </a:stretch>
                    </a:blip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8"/>
                  </a:ext>
                </a:extLst>
              </a:tr>
              <a:tr h="1716228">
                <a:tc gridSpan="2">
                  <a:txBody>
                    <a:bodyPr/>
                    <a:lstStyle/>
                    <a:p>
                      <a:pPr>
                        <a:lnSpc>
                          <a:spcPts val="2600"/>
                        </a:lnSpc>
                      </a:pPr>
                      <a:r>
                        <a:rPr lang="en-US" sz="2000" dirty="0">
                          <a:solidFill>
                            <a:schemeClr val="bg1">
                              <a:lumMod val="85000"/>
                            </a:schemeClr>
                          </a:solidFill>
                          <a:latin typeface="Arial"/>
                          <a:cs typeface="Arial"/>
                        </a:rPr>
                        <a:t>© 2019</a:t>
                      </a:r>
                      <a:r>
                        <a:rPr lang="en-US" sz="2000" baseline="0" dirty="0">
                          <a:solidFill>
                            <a:schemeClr val="bg1">
                              <a:lumMod val="85000"/>
                            </a:schemeClr>
                          </a:solidFill>
                          <a:latin typeface="Arial"/>
                          <a:cs typeface="Arial"/>
                        </a:rPr>
                        <a:t> </a:t>
                      </a:r>
                      <a:r>
                        <a:rPr lang="en-US" sz="2000" dirty="0" err="1">
                          <a:solidFill>
                            <a:schemeClr val="bg1">
                              <a:lumMod val="85000"/>
                            </a:schemeClr>
                          </a:solidFill>
                          <a:latin typeface="Arial"/>
                          <a:cs typeface="Arial"/>
                        </a:rPr>
                        <a:t>PosterPresentations.com</a:t>
                      </a:r>
                      <a:br>
                        <a:rPr lang="en-US" sz="2000" dirty="0">
                          <a:solidFill>
                            <a:schemeClr val="bg1">
                              <a:lumMod val="85000"/>
                            </a:schemeClr>
                          </a:solidFill>
                          <a:latin typeface="Arial"/>
                          <a:cs typeface="Arial"/>
                        </a:rPr>
                      </a:br>
                      <a:r>
                        <a:rPr lang="en-US" sz="2000" dirty="0">
                          <a:solidFill>
                            <a:schemeClr val="bg1">
                              <a:lumMod val="85000"/>
                            </a:schemeClr>
                          </a:solidFill>
                          <a:latin typeface="Arial"/>
                          <a:cs typeface="Arial"/>
                        </a:rPr>
                        <a:t>2117 Fourth Street ,</a:t>
                      </a:r>
                      <a:r>
                        <a:rPr lang="en-US" sz="2000" baseline="0" dirty="0">
                          <a:solidFill>
                            <a:schemeClr val="bg1">
                              <a:lumMod val="85000"/>
                            </a:schemeClr>
                          </a:solidFill>
                          <a:latin typeface="Arial"/>
                          <a:cs typeface="Arial"/>
                        </a:rPr>
                        <a:t> STE C        </a:t>
                      </a:r>
                    </a:p>
                    <a:p>
                      <a:pPr>
                        <a:lnSpc>
                          <a:spcPts val="2600"/>
                        </a:lnSpc>
                      </a:pPr>
                      <a:r>
                        <a:rPr lang="en-US" sz="2000" baseline="0" dirty="0">
                          <a:solidFill>
                            <a:schemeClr val="bg1">
                              <a:lumMod val="85000"/>
                            </a:schemeClr>
                          </a:solidFill>
                          <a:latin typeface="Arial"/>
                          <a:cs typeface="Arial"/>
                        </a:rPr>
                        <a:t>Berkeley CA 94710 USA</a:t>
                      </a:r>
                      <a:endParaRPr lang="en-US" sz="2000" dirty="0">
                        <a:solidFill>
                          <a:schemeClr val="bg1">
                            <a:lumMod val="85000"/>
                          </a:schemeClr>
                        </a:solidFill>
                        <a:latin typeface="Arial"/>
                        <a:cs typeface="Arial"/>
                      </a:endParaRPr>
                    </a:p>
                  </a:txBody>
                  <a:tcPr marL="182880" marT="137160">
                    <a:solidFill>
                      <a:srgbClr val="010101"/>
                    </a:solidFill>
                  </a:tcPr>
                </a:tc>
                <a:tc hMerge="1">
                  <a:txBody>
                    <a:bodyPr/>
                    <a:lstStyle/>
                    <a:p>
                      <a:pPr>
                        <a:lnSpc>
                          <a:spcPts val="2600"/>
                        </a:lnSpc>
                      </a:pPr>
                      <a:endParaRPr lang="en-US" sz="2400" dirty="0">
                        <a:solidFill>
                          <a:schemeClr val="bg1">
                            <a:lumMod val="85000"/>
                          </a:schemeClr>
                        </a:solidFill>
                        <a:latin typeface="Arial"/>
                        <a:cs typeface="Arial"/>
                      </a:endParaRPr>
                    </a:p>
                  </a:txBody>
                  <a:tcPr marL="182880" marT="137160">
                    <a:solidFill>
                      <a:srgbClr val="010101"/>
                    </a:solidFill>
                  </a:tcPr>
                </a:tc>
                <a:tc>
                  <a:txBody>
                    <a:bodyPr/>
                    <a:lstStyle/>
                    <a:p>
                      <a:pPr marL="0" marR="0" indent="0" algn="l" defTabSz="4388900" rtl="0" eaLnBrk="1" fontAlgn="auto" latinLnBrk="0" hangingPunct="1">
                        <a:lnSpc>
                          <a:spcPct val="100000"/>
                        </a:lnSpc>
                        <a:spcBef>
                          <a:spcPts val="0"/>
                        </a:spcBef>
                        <a:spcAft>
                          <a:spcPts val="0"/>
                        </a:spcAft>
                        <a:buClrTx/>
                        <a:buSzTx/>
                        <a:buFontTx/>
                        <a:buNone/>
                        <a:tabLst/>
                        <a:defRPr/>
                      </a:pPr>
                      <a:r>
                        <a:rPr lang="en-US" sz="2400" b="1" dirty="0">
                          <a:solidFill>
                            <a:srgbClr val="D0D0D0"/>
                          </a:solidFill>
                          <a:latin typeface="Arial"/>
                          <a:cs typeface="Arial"/>
                        </a:rPr>
                        <a:t>For complete tutorials</a:t>
                      </a:r>
                      <a:r>
                        <a:rPr lang="en-US" sz="2400" b="1" baseline="0" dirty="0">
                          <a:solidFill>
                            <a:srgbClr val="D0D0D0"/>
                          </a:solidFill>
                          <a:latin typeface="Arial"/>
                          <a:cs typeface="Arial"/>
                        </a:rPr>
                        <a:t> visit:</a:t>
                      </a:r>
                    </a:p>
                    <a:p>
                      <a:pPr marL="0" marR="0" indent="0" algn="l" defTabSz="4388900" rtl="0" eaLnBrk="1" fontAlgn="auto" latinLnBrk="0" hangingPunct="1">
                        <a:lnSpc>
                          <a:spcPct val="100000"/>
                        </a:lnSpc>
                        <a:spcBef>
                          <a:spcPts val="0"/>
                        </a:spcBef>
                        <a:spcAft>
                          <a:spcPts val="0"/>
                        </a:spcAft>
                        <a:buClrTx/>
                        <a:buSzTx/>
                        <a:buFontTx/>
                        <a:buNone/>
                        <a:tabLst/>
                        <a:defRPr/>
                      </a:pPr>
                      <a:r>
                        <a:rPr lang="en-US" sz="1800" b="1" dirty="0">
                          <a:solidFill>
                            <a:srgbClr val="FFC000"/>
                          </a:solidFill>
                          <a:latin typeface="Arial"/>
                          <a:cs typeface="Arial"/>
                        </a:rPr>
                        <a:t>https://</a:t>
                      </a:r>
                      <a:r>
                        <a:rPr lang="en-US" sz="1800" b="1" dirty="0" err="1">
                          <a:solidFill>
                            <a:srgbClr val="FFC000"/>
                          </a:solidFill>
                          <a:latin typeface="Arial"/>
                          <a:cs typeface="Arial"/>
                        </a:rPr>
                        <a:t>www.posterpresentations.com</a:t>
                      </a:r>
                      <a:r>
                        <a:rPr lang="en-US" sz="1800" b="1" dirty="0">
                          <a:solidFill>
                            <a:srgbClr val="FFC000"/>
                          </a:solidFill>
                          <a:latin typeface="Arial"/>
                          <a:cs typeface="Arial"/>
                        </a:rPr>
                        <a:t>/</a:t>
                      </a:r>
                      <a:r>
                        <a:rPr lang="en-US" sz="1800" b="1" dirty="0" err="1">
                          <a:solidFill>
                            <a:srgbClr val="FFC000"/>
                          </a:solidFill>
                          <a:latin typeface="Arial"/>
                          <a:cs typeface="Arial"/>
                        </a:rPr>
                        <a:t>helpdesk.html</a:t>
                      </a:r>
                      <a:endParaRPr lang="en-US" sz="13800" dirty="0"/>
                    </a:p>
                  </a:txBody>
                  <a:tcPr marL="182880" marT="137160">
                    <a:solidFill>
                      <a:srgbClr val="010101"/>
                    </a:solidFill>
                  </a:tcPr>
                </a:tc>
                <a:extLst>
                  <a:ext uri="{0D108BD9-81ED-4DB2-BD59-A6C34878D82A}">
                    <a16:rowId xmlns:a16="http://schemas.microsoft.com/office/drawing/2014/main" val="10009"/>
                  </a:ext>
                </a:extLst>
              </a:tr>
            </a:tbl>
          </a:graphicData>
        </a:graphic>
      </p:graphicFrame>
    </p:spTree>
  </p:cSld>
  <p:clrMap bg1="lt1" tx1="dk1" bg2="lt2" tx2="dk2" accent1="accent1" accent2="accent2" accent3="accent3" accent4="accent4" accent5="accent5" accent6="accent6" hlink="hlink" folHlink="folHlink"/>
  <p:sldLayoutIdLst>
    <p:sldLayoutId id="2147483659" r:id="rId1"/>
  </p:sldLayoutIdLst>
  <p:txStyles>
    <p:titleStyle>
      <a:lvl1pPr algn="ctr" defTabSz="3599776" rtl="0" eaLnBrk="1" latinLnBrk="0" hangingPunct="1">
        <a:spcBef>
          <a:spcPct val="0"/>
        </a:spcBef>
        <a:buNone/>
        <a:defRPr sz="7200" kern="1200">
          <a:solidFill>
            <a:schemeClr val="bg1"/>
          </a:solidFill>
          <a:latin typeface="Trebuchet MS" pitchFamily="34" charset="0"/>
          <a:ea typeface="+mj-ea"/>
          <a:cs typeface="+mj-cs"/>
        </a:defRPr>
      </a:lvl1pPr>
    </p:titleStyle>
    <p:bodyStyle>
      <a:lvl1pPr marL="1349916" indent="-1349916" algn="l" defTabSz="3599776" rtl="0" eaLnBrk="1" latinLnBrk="0" hangingPunct="1">
        <a:spcBef>
          <a:spcPct val="20000"/>
        </a:spcBef>
        <a:buFont typeface="Arial" pitchFamily="34" charset="0"/>
        <a:buChar char="•"/>
        <a:defRPr sz="12600" kern="1200">
          <a:solidFill>
            <a:schemeClr val="tx1"/>
          </a:solidFill>
          <a:latin typeface="+mn-lt"/>
          <a:ea typeface="+mn-ea"/>
          <a:cs typeface="+mn-cs"/>
        </a:defRPr>
      </a:lvl1pPr>
      <a:lvl2pPr marL="2924818" indent="-1124930" algn="l" defTabSz="3599776" rtl="0" eaLnBrk="1" latinLnBrk="0" hangingPunct="1">
        <a:spcBef>
          <a:spcPct val="20000"/>
        </a:spcBef>
        <a:buFont typeface="Arial" pitchFamily="34" charset="0"/>
        <a:buChar char="–"/>
        <a:defRPr sz="11100" kern="1200">
          <a:solidFill>
            <a:schemeClr val="tx1"/>
          </a:solidFill>
          <a:latin typeface="+mn-lt"/>
          <a:ea typeface="+mn-ea"/>
          <a:cs typeface="+mn-cs"/>
        </a:defRPr>
      </a:lvl2pPr>
      <a:lvl3pPr marL="4499721" indent="-899945" algn="l" defTabSz="3599776" rtl="0" eaLnBrk="1" latinLnBrk="0" hangingPunct="1">
        <a:spcBef>
          <a:spcPct val="20000"/>
        </a:spcBef>
        <a:buFont typeface="Arial" pitchFamily="34" charset="0"/>
        <a:buChar char="•"/>
        <a:defRPr sz="9500" kern="1200">
          <a:solidFill>
            <a:schemeClr val="tx1"/>
          </a:solidFill>
          <a:latin typeface="+mn-lt"/>
          <a:ea typeface="+mn-ea"/>
          <a:cs typeface="+mn-cs"/>
        </a:defRPr>
      </a:lvl3pPr>
      <a:lvl4pPr marL="6299609" indent="-899945" algn="l" defTabSz="3599776" rtl="0" eaLnBrk="1" latinLnBrk="0" hangingPunct="1">
        <a:spcBef>
          <a:spcPct val="20000"/>
        </a:spcBef>
        <a:buFont typeface="Arial" pitchFamily="34" charset="0"/>
        <a:buChar char="–"/>
        <a:defRPr sz="7900" kern="1200">
          <a:solidFill>
            <a:schemeClr val="tx1"/>
          </a:solidFill>
          <a:latin typeface="+mn-lt"/>
          <a:ea typeface="+mn-ea"/>
          <a:cs typeface="+mn-cs"/>
        </a:defRPr>
      </a:lvl4pPr>
      <a:lvl5pPr marL="8099496" indent="-899945" algn="l" defTabSz="3599776" rtl="0" eaLnBrk="1" latinLnBrk="0" hangingPunct="1">
        <a:spcBef>
          <a:spcPct val="20000"/>
        </a:spcBef>
        <a:buFont typeface="Arial" pitchFamily="34" charset="0"/>
        <a:buChar char="»"/>
        <a:defRPr sz="7900" kern="1200">
          <a:solidFill>
            <a:schemeClr val="tx1"/>
          </a:solidFill>
          <a:latin typeface="+mn-lt"/>
          <a:ea typeface="+mn-ea"/>
          <a:cs typeface="+mn-cs"/>
        </a:defRPr>
      </a:lvl5pPr>
      <a:lvl6pPr marL="9899385" indent="-899945" algn="l" defTabSz="3599776" rtl="0" eaLnBrk="1" latinLnBrk="0" hangingPunct="1">
        <a:spcBef>
          <a:spcPct val="20000"/>
        </a:spcBef>
        <a:buFont typeface="Arial" pitchFamily="34" charset="0"/>
        <a:buChar char="•"/>
        <a:defRPr sz="7900" kern="1200">
          <a:solidFill>
            <a:schemeClr val="tx1"/>
          </a:solidFill>
          <a:latin typeface="+mn-lt"/>
          <a:ea typeface="+mn-ea"/>
          <a:cs typeface="+mn-cs"/>
        </a:defRPr>
      </a:lvl6pPr>
      <a:lvl7pPr marL="11699272" indent="-899945" algn="l" defTabSz="3599776" rtl="0" eaLnBrk="1" latinLnBrk="0" hangingPunct="1">
        <a:spcBef>
          <a:spcPct val="20000"/>
        </a:spcBef>
        <a:buFont typeface="Arial" pitchFamily="34" charset="0"/>
        <a:buChar char="•"/>
        <a:defRPr sz="7900" kern="1200">
          <a:solidFill>
            <a:schemeClr val="tx1"/>
          </a:solidFill>
          <a:latin typeface="+mn-lt"/>
          <a:ea typeface="+mn-ea"/>
          <a:cs typeface="+mn-cs"/>
        </a:defRPr>
      </a:lvl7pPr>
      <a:lvl8pPr marL="13499161" indent="-899945" algn="l" defTabSz="3599776" rtl="0" eaLnBrk="1" latinLnBrk="0" hangingPunct="1">
        <a:spcBef>
          <a:spcPct val="20000"/>
        </a:spcBef>
        <a:buFont typeface="Arial" pitchFamily="34" charset="0"/>
        <a:buChar char="•"/>
        <a:defRPr sz="7900" kern="1200">
          <a:solidFill>
            <a:schemeClr val="tx1"/>
          </a:solidFill>
          <a:latin typeface="+mn-lt"/>
          <a:ea typeface="+mn-ea"/>
          <a:cs typeface="+mn-cs"/>
        </a:defRPr>
      </a:lvl8pPr>
      <a:lvl9pPr marL="15299049" indent="-899945" algn="l" defTabSz="3599776" rtl="0" eaLnBrk="1" latinLnBrk="0" hangingPunct="1">
        <a:spcBef>
          <a:spcPct val="20000"/>
        </a:spcBef>
        <a:buFont typeface="Arial" pitchFamily="34" charset="0"/>
        <a:buChar char="•"/>
        <a:defRPr sz="7900" kern="1200">
          <a:solidFill>
            <a:schemeClr val="tx1"/>
          </a:solidFill>
          <a:latin typeface="+mn-lt"/>
          <a:ea typeface="+mn-ea"/>
          <a:cs typeface="+mn-cs"/>
        </a:defRPr>
      </a:lvl9pPr>
    </p:bodyStyle>
    <p:otherStyle>
      <a:defPPr>
        <a:defRPr lang="en-US"/>
      </a:defPPr>
      <a:lvl1pPr marL="0" algn="l" defTabSz="3599776" rtl="0" eaLnBrk="1" latinLnBrk="0" hangingPunct="1">
        <a:defRPr sz="7100" kern="1200">
          <a:solidFill>
            <a:schemeClr val="tx1"/>
          </a:solidFill>
          <a:latin typeface="+mn-lt"/>
          <a:ea typeface="+mn-ea"/>
          <a:cs typeface="+mn-cs"/>
        </a:defRPr>
      </a:lvl1pPr>
      <a:lvl2pPr marL="1799889" algn="l" defTabSz="3599776" rtl="0" eaLnBrk="1" latinLnBrk="0" hangingPunct="1">
        <a:defRPr sz="7100" kern="1200">
          <a:solidFill>
            <a:schemeClr val="tx1"/>
          </a:solidFill>
          <a:latin typeface="+mn-lt"/>
          <a:ea typeface="+mn-ea"/>
          <a:cs typeface="+mn-cs"/>
        </a:defRPr>
      </a:lvl2pPr>
      <a:lvl3pPr marL="3599776" algn="l" defTabSz="3599776" rtl="0" eaLnBrk="1" latinLnBrk="0" hangingPunct="1">
        <a:defRPr sz="7100" kern="1200">
          <a:solidFill>
            <a:schemeClr val="tx1"/>
          </a:solidFill>
          <a:latin typeface="+mn-lt"/>
          <a:ea typeface="+mn-ea"/>
          <a:cs typeface="+mn-cs"/>
        </a:defRPr>
      </a:lvl3pPr>
      <a:lvl4pPr marL="5399664" algn="l" defTabSz="3599776" rtl="0" eaLnBrk="1" latinLnBrk="0" hangingPunct="1">
        <a:defRPr sz="7100" kern="1200">
          <a:solidFill>
            <a:schemeClr val="tx1"/>
          </a:solidFill>
          <a:latin typeface="+mn-lt"/>
          <a:ea typeface="+mn-ea"/>
          <a:cs typeface="+mn-cs"/>
        </a:defRPr>
      </a:lvl4pPr>
      <a:lvl5pPr marL="7199552" algn="l" defTabSz="3599776" rtl="0" eaLnBrk="1" latinLnBrk="0" hangingPunct="1">
        <a:defRPr sz="7100" kern="1200">
          <a:solidFill>
            <a:schemeClr val="tx1"/>
          </a:solidFill>
          <a:latin typeface="+mn-lt"/>
          <a:ea typeface="+mn-ea"/>
          <a:cs typeface="+mn-cs"/>
        </a:defRPr>
      </a:lvl5pPr>
      <a:lvl6pPr marL="8999441" algn="l" defTabSz="3599776" rtl="0" eaLnBrk="1" latinLnBrk="0" hangingPunct="1">
        <a:defRPr sz="7100" kern="1200">
          <a:solidFill>
            <a:schemeClr val="tx1"/>
          </a:solidFill>
          <a:latin typeface="+mn-lt"/>
          <a:ea typeface="+mn-ea"/>
          <a:cs typeface="+mn-cs"/>
        </a:defRPr>
      </a:lvl6pPr>
      <a:lvl7pPr marL="10799330" algn="l" defTabSz="3599776" rtl="0" eaLnBrk="1" latinLnBrk="0" hangingPunct="1">
        <a:defRPr sz="7100" kern="1200">
          <a:solidFill>
            <a:schemeClr val="tx1"/>
          </a:solidFill>
          <a:latin typeface="+mn-lt"/>
          <a:ea typeface="+mn-ea"/>
          <a:cs typeface="+mn-cs"/>
        </a:defRPr>
      </a:lvl7pPr>
      <a:lvl8pPr marL="12599217" algn="l" defTabSz="3599776" rtl="0" eaLnBrk="1" latinLnBrk="0" hangingPunct="1">
        <a:defRPr sz="7100" kern="1200">
          <a:solidFill>
            <a:schemeClr val="tx1"/>
          </a:solidFill>
          <a:latin typeface="+mn-lt"/>
          <a:ea typeface="+mn-ea"/>
          <a:cs typeface="+mn-cs"/>
        </a:defRPr>
      </a:lvl8pPr>
      <a:lvl9pPr marL="14399106" algn="l" defTabSz="3599776" rtl="0" eaLnBrk="1" latinLnBrk="0" hangingPunct="1">
        <a:defRPr sz="71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4F5351D2-4B9C-6B4B-AC02-8BA80ECA0317}"/>
              </a:ext>
            </a:extLst>
          </p:cNvPr>
          <p:cNvGrpSpPr/>
          <p:nvPr userDrawn="1"/>
        </p:nvGrpSpPr>
        <p:grpSpPr>
          <a:xfrm>
            <a:off x="-282256" y="-251209"/>
            <a:ext cx="25648282" cy="36391624"/>
            <a:chOff x="-282256" y="-251209"/>
            <a:chExt cx="25648282" cy="36391624"/>
          </a:xfrm>
        </p:grpSpPr>
        <p:sp>
          <p:nvSpPr>
            <p:cNvPr id="40" name="Freeform 39"/>
            <p:cNvSpPr/>
            <p:nvPr userDrawn="1"/>
          </p:nvSpPr>
          <p:spPr>
            <a:xfrm>
              <a:off x="-240584" y="-231258"/>
              <a:ext cx="25606610" cy="36371673"/>
            </a:xfrm>
            <a:custGeom>
              <a:avLst/>
              <a:gdLst>
                <a:gd name="connsiteX0" fmla="*/ 0 w 44005500"/>
                <a:gd name="connsiteY0" fmla="*/ 0 h 32956500"/>
                <a:gd name="connsiteX1" fmla="*/ 44005500 w 44005500"/>
                <a:gd name="connsiteY1" fmla="*/ 32956500 h 32956500"/>
                <a:gd name="connsiteX2" fmla="*/ 38100 w 44005500"/>
                <a:gd name="connsiteY2" fmla="*/ 32918400 h 32956500"/>
                <a:gd name="connsiteX3" fmla="*/ 0 w 44005500"/>
                <a:gd name="connsiteY3" fmla="*/ 0 h 32956500"/>
              </a:gdLst>
              <a:ahLst/>
              <a:cxnLst>
                <a:cxn ang="0">
                  <a:pos x="connsiteX0" y="connsiteY0"/>
                </a:cxn>
                <a:cxn ang="0">
                  <a:pos x="connsiteX1" y="connsiteY1"/>
                </a:cxn>
                <a:cxn ang="0">
                  <a:pos x="connsiteX2" y="connsiteY2"/>
                </a:cxn>
                <a:cxn ang="0">
                  <a:pos x="connsiteX3" y="connsiteY3"/>
                </a:cxn>
              </a:cxnLst>
              <a:rect l="l" t="t" r="r" b="b"/>
              <a:pathLst>
                <a:path w="44005500" h="32956500">
                  <a:moveTo>
                    <a:pt x="0" y="0"/>
                  </a:moveTo>
                  <a:lnTo>
                    <a:pt x="44005500" y="32956500"/>
                  </a:lnTo>
                  <a:lnTo>
                    <a:pt x="38100" y="32918400"/>
                  </a:lnTo>
                  <a:lnTo>
                    <a:pt x="0" y="0"/>
                  </a:lnTo>
                  <a:close/>
                </a:path>
              </a:pathLst>
            </a:custGeom>
            <a:gradFill>
              <a:gsLst>
                <a:gs pos="79000">
                  <a:schemeClr val="accent1">
                    <a:lumMod val="40000"/>
                    <a:lumOff val="60000"/>
                  </a:schemeClr>
                </a:gs>
                <a:gs pos="13000">
                  <a:schemeClr val="accent1">
                    <a:lumMod val="30000"/>
                    <a:lumOff val="7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2" name="Freeform 41"/>
            <p:cNvSpPr/>
            <p:nvPr userDrawn="1"/>
          </p:nvSpPr>
          <p:spPr>
            <a:xfrm flipH="1" flipV="1">
              <a:off x="-240585" y="-231258"/>
              <a:ext cx="25606609" cy="36352958"/>
            </a:xfrm>
            <a:custGeom>
              <a:avLst/>
              <a:gdLst>
                <a:gd name="connsiteX0" fmla="*/ 0 w 44005500"/>
                <a:gd name="connsiteY0" fmla="*/ 0 h 32956500"/>
                <a:gd name="connsiteX1" fmla="*/ 44005500 w 44005500"/>
                <a:gd name="connsiteY1" fmla="*/ 32956500 h 32956500"/>
                <a:gd name="connsiteX2" fmla="*/ 38100 w 44005500"/>
                <a:gd name="connsiteY2" fmla="*/ 32918400 h 32956500"/>
                <a:gd name="connsiteX3" fmla="*/ 0 w 44005500"/>
                <a:gd name="connsiteY3" fmla="*/ 0 h 32956500"/>
              </a:gdLst>
              <a:ahLst/>
              <a:cxnLst>
                <a:cxn ang="0">
                  <a:pos x="connsiteX0" y="connsiteY0"/>
                </a:cxn>
                <a:cxn ang="0">
                  <a:pos x="connsiteX1" y="connsiteY1"/>
                </a:cxn>
                <a:cxn ang="0">
                  <a:pos x="connsiteX2" y="connsiteY2"/>
                </a:cxn>
                <a:cxn ang="0">
                  <a:pos x="connsiteX3" y="connsiteY3"/>
                </a:cxn>
              </a:cxnLst>
              <a:rect l="l" t="t" r="r" b="b"/>
              <a:pathLst>
                <a:path w="44005500" h="32956500">
                  <a:moveTo>
                    <a:pt x="0" y="0"/>
                  </a:moveTo>
                  <a:lnTo>
                    <a:pt x="44005500" y="32956500"/>
                  </a:lnTo>
                  <a:lnTo>
                    <a:pt x="38100" y="32918400"/>
                  </a:lnTo>
                  <a:lnTo>
                    <a:pt x="0" y="0"/>
                  </a:lnTo>
                  <a:close/>
                </a:path>
              </a:pathLst>
            </a:custGeom>
            <a:gradFill>
              <a:gsLst>
                <a:gs pos="41000">
                  <a:schemeClr val="bg2"/>
                </a:gs>
                <a:gs pos="100000">
                  <a:schemeClr val="accent1">
                    <a:lumMod val="30000"/>
                    <a:lumOff val="7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Freeform 42"/>
            <p:cNvSpPr/>
            <p:nvPr userDrawn="1"/>
          </p:nvSpPr>
          <p:spPr>
            <a:xfrm>
              <a:off x="-282256" y="-251209"/>
              <a:ext cx="25648281" cy="36391624"/>
            </a:xfrm>
            <a:custGeom>
              <a:avLst/>
              <a:gdLst>
                <a:gd name="connsiteX0" fmla="*/ 36576 w 39026592"/>
                <a:gd name="connsiteY0" fmla="*/ 0 h 30614112"/>
                <a:gd name="connsiteX1" fmla="*/ 15837408 w 39026592"/>
                <a:gd name="connsiteY1" fmla="*/ 30614112 h 30614112"/>
                <a:gd name="connsiteX2" fmla="*/ 39026592 w 39026592"/>
                <a:gd name="connsiteY2" fmla="*/ 13350240 h 30614112"/>
                <a:gd name="connsiteX3" fmla="*/ 0 w 39026592"/>
                <a:gd name="connsiteY3" fmla="*/ 73152 h 30614112"/>
                <a:gd name="connsiteX4" fmla="*/ 109728 w 39026592"/>
                <a:gd name="connsiteY4" fmla="*/ 146304 h 306141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026592" h="30614112">
                  <a:moveTo>
                    <a:pt x="36576" y="0"/>
                  </a:moveTo>
                  <a:lnTo>
                    <a:pt x="15837408" y="30614112"/>
                  </a:lnTo>
                  <a:lnTo>
                    <a:pt x="39026592" y="13350240"/>
                  </a:lnTo>
                  <a:lnTo>
                    <a:pt x="0" y="73152"/>
                  </a:lnTo>
                  <a:lnTo>
                    <a:pt x="109728" y="146304"/>
                  </a:lnTo>
                </a:path>
              </a:pathLst>
            </a:custGeom>
            <a:gradFill flip="none" rotWithShape="1">
              <a:gsLst>
                <a:gs pos="0">
                  <a:schemeClr val="bg1"/>
                </a:gs>
                <a:gs pos="76000">
                  <a:schemeClr val="accent1">
                    <a:lumMod val="30000"/>
                    <a:lumOff val="70000"/>
                    <a:alpha val="0"/>
                  </a:schemeClr>
                </a:gs>
              </a:gsLst>
              <a:path path="rect">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627783235"/>
      </p:ext>
    </p:extLst>
  </p:cSld>
  <p:clrMap bg1="lt1" tx1="dk1" bg2="lt2" tx2="dk2" accent1="accent1" accent2="accent2" accent3="accent3" accent4="accent4" accent5="accent5" accent6="accent6" hlink="hlink" folHlink="folHlink"/>
  <p:sldLayoutIdLst>
    <p:sldLayoutId id="2147483661" r:id="rId1"/>
  </p:sldLayoutIdLst>
  <p:txStyles>
    <p:titleStyle>
      <a:lvl1pPr algn="ctr" defTabSz="3599776" rtl="0" eaLnBrk="1" latinLnBrk="0" hangingPunct="1">
        <a:spcBef>
          <a:spcPct val="0"/>
        </a:spcBef>
        <a:buNone/>
        <a:defRPr sz="7200" kern="1200">
          <a:solidFill>
            <a:schemeClr val="bg1"/>
          </a:solidFill>
          <a:latin typeface="Trebuchet MS" pitchFamily="34" charset="0"/>
          <a:ea typeface="+mj-ea"/>
          <a:cs typeface="+mj-cs"/>
        </a:defRPr>
      </a:lvl1pPr>
    </p:titleStyle>
    <p:bodyStyle>
      <a:lvl1pPr marL="1349916" indent="-1349916" algn="l" defTabSz="3599776" rtl="0" eaLnBrk="1" latinLnBrk="0" hangingPunct="1">
        <a:spcBef>
          <a:spcPct val="20000"/>
        </a:spcBef>
        <a:buFont typeface="Arial" pitchFamily="34" charset="0"/>
        <a:buChar char="•"/>
        <a:defRPr sz="12600" kern="1200">
          <a:solidFill>
            <a:schemeClr val="tx1"/>
          </a:solidFill>
          <a:latin typeface="+mn-lt"/>
          <a:ea typeface="+mn-ea"/>
          <a:cs typeface="+mn-cs"/>
        </a:defRPr>
      </a:lvl1pPr>
      <a:lvl2pPr marL="2924818" indent="-1124930" algn="l" defTabSz="3599776" rtl="0" eaLnBrk="1" latinLnBrk="0" hangingPunct="1">
        <a:spcBef>
          <a:spcPct val="20000"/>
        </a:spcBef>
        <a:buFont typeface="Arial" pitchFamily="34" charset="0"/>
        <a:buChar char="–"/>
        <a:defRPr sz="11100" kern="1200">
          <a:solidFill>
            <a:schemeClr val="tx1"/>
          </a:solidFill>
          <a:latin typeface="+mn-lt"/>
          <a:ea typeface="+mn-ea"/>
          <a:cs typeface="+mn-cs"/>
        </a:defRPr>
      </a:lvl2pPr>
      <a:lvl3pPr marL="4499721" indent="-899945" algn="l" defTabSz="3599776" rtl="0" eaLnBrk="1" latinLnBrk="0" hangingPunct="1">
        <a:spcBef>
          <a:spcPct val="20000"/>
        </a:spcBef>
        <a:buFont typeface="Arial" pitchFamily="34" charset="0"/>
        <a:buChar char="•"/>
        <a:defRPr sz="9500" kern="1200">
          <a:solidFill>
            <a:schemeClr val="tx1"/>
          </a:solidFill>
          <a:latin typeface="+mn-lt"/>
          <a:ea typeface="+mn-ea"/>
          <a:cs typeface="+mn-cs"/>
        </a:defRPr>
      </a:lvl3pPr>
      <a:lvl4pPr marL="6299609" indent="-899945" algn="l" defTabSz="3599776" rtl="0" eaLnBrk="1" latinLnBrk="0" hangingPunct="1">
        <a:spcBef>
          <a:spcPct val="20000"/>
        </a:spcBef>
        <a:buFont typeface="Arial" pitchFamily="34" charset="0"/>
        <a:buChar char="–"/>
        <a:defRPr sz="7900" kern="1200">
          <a:solidFill>
            <a:schemeClr val="tx1"/>
          </a:solidFill>
          <a:latin typeface="+mn-lt"/>
          <a:ea typeface="+mn-ea"/>
          <a:cs typeface="+mn-cs"/>
        </a:defRPr>
      </a:lvl4pPr>
      <a:lvl5pPr marL="8099496" indent="-899945" algn="l" defTabSz="3599776" rtl="0" eaLnBrk="1" latinLnBrk="0" hangingPunct="1">
        <a:spcBef>
          <a:spcPct val="20000"/>
        </a:spcBef>
        <a:buFont typeface="Arial" pitchFamily="34" charset="0"/>
        <a:buChar char="»"/>
        <a:defRPr sz="7900" kern="1200">
          <a:solidFill>
            <a:schemeClr val="tx1"/>
          </a:solidFill>
          <a:latin typeface="+mn-lt"/>
          <a:ea typeface="+mn-ea"/>
          <a:cs typeface="+mn-cs"/>
        </a:defRPr>
      </a:lvl5pPr>
      <a:lvl6pPr marL="9899385" indent="-899945" algn="l" defTabSz="3599776" rtl="0" eaLnBrk="1" latinLnBrk="0" hangingPunct="1">
        <a:spcBef>
          <a:spcPct val="20000"/>
        </a:spcBef>
        <a:buFont typeface="Arial" pitchFamily="34" charset="0"/>
        <a:buChar char="•"/>
        <a:defRPr sz="7900" kern="1200">
          <a:solidFill>
            <a:schemeClr val="tx1"/>
          </a:solidFill>
          <a:latin typeface="+mn-lt"/>
          <a:ea typeface="+mn-ea"/>
          <a:cs typeface="+mn-cs"/>
        </a:defRPr>
      </a:lvl6pPr>
      <a:lvl7pPr marL="11699272" indent="-899945" algn="l" defTabSz="3599776" rtl="0" eaLnBrk="1" latinLnBrk="0" hangingPunct="1">
        <a:spcBef>
          <a:spcPct val="20000"/>
        </a:spcBef>
        <a:buFont typeface="Arial" pitchFamily="34" charset="0"/>
        <a:buChar char="•"/>
        <a:defRPr sz="7900" kern="1200">
          <a:solidFill>
            <a:schemeClr val="tx1"/>
          </a:solidFill>
          <a:latin typeface="+mn-lt"/>
          <a:ea typeface="+mn-ea"/>
          <a:cs typeface="+mn-cs"/>
        </a:defRPr>
      </a:lvl7pPr>
      <a:lvl8pPr marL="13499161" indent="-899945" algn="l" defTabSz="3599776" rtl="0" eaLnBrk="1" latinLnBrk="0" hangingPunct="1">
        <a:spcBef>
          <a:spcPct val="20000"/>
        </a:spcBef>
        <a:buFont typeface="Arial" pitchFamily="34" charset="0"/>
        <a:buChar char="•"/>
        <a:defRPr sz="7900" kern="1200">
          <a:solidFill>
            <a:schemeClr val="tx1"/>
          </a:solidFill>
          <a:latin typeface="+mn-lt"/>
          <a:ea typeface="+mn-ea"/>
          <a:cs typeface="+mn-cs"/>
        </a:defRPr>
      </a:lvl8pPr>
      <a:lvl9pPr marL="15299049" indent="-899945" algn="l" defTabSz="3599776" rtl="0" eaLnBrk="1" latinLnBrk="0" hangingPunct="1">
        <a:spcBef>
          <a:spcPct val="20000"/>
        </a:spcBef>
        <a:buFont typeface="Arial" pitchFamily="34" charset="0"/>
        <a:buChar char="•"/>
        <a:defRPr sz="7900" kern="1200">
          <a:solidFill>
            <a:schemeClr val="tx1"/>
          </a:solidFill>
          <a:latin typeface="+mn-lt"/>
          <a:ea typeface="+mn-ea"/>
          <a:cs typeface="+mn-cs"/>
        </a:defRPr>
      </a:lvl9pPr>
    </p:bodyStyle>
    <p:otherStyle>
      <a:defPPr>
        <a:defRPr lang="en-US"/>
      </a:defPPr>
      <a:lvl1pPr marL="0" algn="l" defTabSz="3599776" rtl="0" eaLnBrk="1" latinLnBrk="0" hangingPunct="1">
        <a:defRPr sz="7100" kern="1200">
          <a:solidFill>
            <a:schemeClr val="tx1"/>
          </a:solidFill>
          <a:latin typeface="+mn-lt"/>
          <a:ea typeface="+mn-ea"/>
          <a:cs typeface="+mn-cs"/>
        </a:defRPr>
      </a:lvl1pPr>
      <a:lvl2pPr marL="1799889" algn="l" defTabSz="3599776" rtl="0" eaLnBrk="1" latinLnBrk="0" hangingPunct="1">
        <a:defRPr sz="7100" kern="1200">
          <a:solidFill>
            <a:schemeClr val="tx1"/>
          </a:solidFill>
          <a:latin typeface="+mn-lt"/>
          <a:ea typeface="+mn-ea"/>
          <a:cs typeface="+mn-cs"/>
        </a:defRPr>
      </a:lvl2pPr>
      <a:lvl3pPr marL="3599776" algn="l" defTabSz="3599776" rtl="0" eaLnBrk="1" latinLnBrk="0" hangingPunct="1">
        <a:defRPr sz="7100" kern="1200">
          <a:solidFill>
            <a:schemeClr val="tx1"/>
          </a:solidFill>
          <a:latin typeface="+mn-lt"/>
          <a:ea typeface="+mn-ea"/>
          <a:cs typeface="+mn-cs"/>
        </a:defRPr>
      </a:lvl3pPr>
      <a:lvl4pPr marL="5399664" algn="l" defTabSz="3599776" rtl="0" eaLnBrk="1" latinLnBrk="0" hangingPunct="1">
        <a:defRPr sz="7100" kern="1200">
          <a:solidFill>
            <a:schemeClr val="tx1"/>
          </a:solidFill>
          <a:latin typeface="+mn-lt"/>
          <a:ea typeface="+mn-ea"/>
          <a:cs typeface="+mn-cs"/>
        </a:defRPr>
      </a:lvl4pPr>
      <a:lvl5pPr marL="7199552" algn="l" defTabSz="3599776" rtl="0" eaLnBrk="1" latinLnBrk="0" hangingPunct="1">
        <a:defRPr sz="7100" kern="1200">
          <a:solidFill>
            <a:schemeClr val="tx1"/>
          </a:solidFill>
          <a:latin typeface="+mn-lt"/>
          <a:ea typeface="+mn-ea"/>
          <a:cs typeface="+mn-cs"/>
        </a:defRPr>
      </a:lvl5pPr>
      <a:lvl6pPr marL="8999441" algn="l" defTabSz="3599776" rtl="0" eaLnBrk="1" latinLnBrk="0" hangingPunct="1">
        <a:defRPr sz="7100" kern="1200">
          <a:solidFill>
            <a:schemeClr val="tx1"/>
          </a:solidFill>
          <a:latin typeface="+mn-lt"/>
          <a:ea typeface="+mn-ea"/>
          <a:cs typeface="+mn-cs"/>
        </a:defRPr>
      </a:lvl6pPr>
      <a:lvl7pPr marL="10799330" algn="l" defTabSz="3599776" rtl="0" eaLnBrk="1" latinLnBrk="0" hangingPunct="1">
        <a:defRPr sz="7100" kern="1200">
          <a:solidFill>
            <a:schemeClr val="tx1"/>
          </a:solidFill>
          <a:latin typeface="+mn-lt"/>
          <a:ea typeface="+mn-ea"/>
          <a:cs typeface="+mn-cs"/>
        </a:defRPr>
      </a:lvl7pPr>
      <a:lvl8pPr marL="12599217" algn="l" defTabSz="3599776" rtl="0" eaLnBrk="1" latinLnBrk="0" hangingPunct="1">
        <a:defRPr sz="7100" kern="1200">
          <a:solidFill>
            <a:schemeClr val="tx1"/>
          </a:solidFill>
          <a:latin typeface="+mn-lt"/>
          <a:ea typeface="+mn-ea"/>
          <a:cs typeface="+mn-cs"/>
        </a:defRPr>
      </a:lvl8pPr>
      <a:lvl9pPr marL="14399106" algn="l" defTabSz="3599776" rtl="0" eaLnBrk="1" latinLnBrk="0" hangingPunct="1">
        <a:defRPr sz="71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36" name="Table 35">
            <a:extLst>
              <a:ext uri="{FF2B5EF4-FFF2-40B4-BE49-F238E27FC236}">
                <a16:creationId xmlns:a16="http://schemas.microsoft.com/office/drawing/2014/main" id="{BE4C25E8-A394-434E-8360-04CD8A1473B8}"/>
              </a:ext>
            </a:extLst>
          </p:cNvPr>
          <p:cNvGraphicFramePr>
            <a:graphicFrameLocks noGrp="1"/>
          </p:cNvGraphicFramePr>
          <p:nvPr userDrawn="1">
            <p:extLst>
              <p:ext uri="{D42A27DB-BD31-4B8C-83A1-F6EECF244321}">
                <p14:modId xmlns:p14="http://schemas.microsoft.com/office/powerpoint/2010/main" val="4020684293"/>
              </p:ext>
            </p:extLst>
          </p:nvPr>
        </p:nvGraphicFramePr>
        <p:xfrm>
          <a:off x="-10750964" y="37356"/>
          <a:ext cx="10290587" cy="35976294"/>
        </p:xfrm>
        <a:graphic>
          <a:graphicData uri="http://schemas.openxmlformats.org/drawingml/2006/table">
            <a:tbl>
              <a:tblPr firstRow="1" bandRow="1">
                <a:tableStyleId>{5C22544A-7EE6-4342-B048-85BDC9FD1C3A}</a:tableStyleId>
              </a:tblPr>
              <a:tblGrid>
                <a:gridCol w="4412520">
                  <a:extLst>
                    <a:ext uri="{9D8B030D-6E8A-4147-A177-3AD203B41FA5}">
                      <a16:colId xmlns:a16="http://schemas.microsoft.com/office/drawing/2014/main" val="20000"/>
                    </a:ext>
                  </a:extLst>
                </a:gridCol>
                <a:gridCol w="5878067">
                  <a:extLst>
                    <a:ext uri="{9D8B030D-6E8A-4147-A177-3AD203B41FA5}">
                      <a16:colId xmlns:a16="http://schemas.microsoft.com/office/drawing/2014/main" val="20001"/>
                    </a:ext>
                  </a:extLst>
                </a:gridCol>
              </a:tblGrid>
              <a:tr h="1392775">
                <a:tc gridSpan="2">
                  <a:txBody>
                    <a:bodyPr/>
                    <a:lstStyle/>
                    <a:p>
                      <a:pPr marL="0" marR="0" indent="0" algn="ctr" defTabSz="4388900" rtl="0" eaLnBrk="1" fontAlgn="auto" latinLnBrk="0" hangingPunct="1">
                        <a:lnSpc>
                          <a:spcPct val="100000"/>
                        </a:lnSpc>
                        <a:spcBef>
                          <a:spcPts val="0"/>
                        </a:spcBef>
                        <a:spcAft>
                          <a:spcPts val="0"/>
                        </a:spcAft>
                        <a:buClrTx/>
                        <a:buSzTx/>
                        <a:buFontTx/>
                        <a:buNone/>
                        <a:tabLst/>
                        <a:defRPr/>
                      </a:pPr>
                      <a:r>
                        <a:rPr lang="en-US" sz="4000" b="0" spc="600" dirty="0">
                          <a:solidFill>
                            <a:srgbClr val="1F3A4E"/>
                          </a:solidFill>
                          <a:latin typeface="Arial Black" panose="020B0A04020102020204" pitchFamily="34" charset="0"/>
                        </a:rPr>
                        <a:t>QUICK START GUIDE</a:t>
                      </a:r>
                      <a:br>
                        <a:rPr lang="en-US" sz="4000" b="0" spc="600" dirty="0">
                          <a:solidFill>
                            <a:srgbClr val="1F3A4E"/>
                          </a:solidFill>
                          <a:latin typeface="Arial Black" panose="020B0A04020102020204" pitchFamily="34" charset="0"/>
                        </a:rPr>
                      </a:br>
                      <a:r>
                        <a:rPr lang="en-US" sz="3200" b="1" spc="0" dirty="0">
                          <a:solidFill>
                            <a:srgbClr val="FF0000"/>
                          </a:solidFill>
                          <a:latin typeface="Trebuchet MS" pitchFamily="34" charset="0"/>
                        </a:rPr>
                        <a:t>(THIS SIDEBAR WILL NOT PRINT)</a:t>
                      </a:r>
                      <a:endParaRPr lang="en-US" sz="4000" b="1" spc="600" dirty="0">
                        <a:solidFill>
                          <a:schemeClr val="bg1"/>
                        </a:solidFill>
                        <a:latin typeface="Trebuchet MS" pitchFamily="34" charset="0"/>
                      </a:endParaRPr>
                    </a:p>
                  </a:txBody>
                  <a:tcPr marL="182880" marT="137160">
                    <a:solidFill>
                      <a:srgbClr val="FFC000"/>
                    </a:solidFill>
                  </a:tcPr>
                </a:tc>
                <a:tc hMerge="1">
                  <a:txBody>
                    <a:bodyPr/>
                    <a:lstStyle/>
                    <a:p>
                      <a:endParaRPr lang="en-US" dirty="0"/>
                    </a:p>
                  </a:txBody>
                  <a:tcPr/>
                </a:tc>
                <a:extLst>
                  <a:ext uri="{0D108BD9-81ED-4DB2-BD59-A6C34878D82A}">
                    <a16:rowId xmlns:a16="http://schemas.microsoft.com/office/drawing/2014/main" val="10000"/>
                  </a:ext>
                </a:extLst>
              </a:tr>
              <a:tr h="4281487">
                <a:tc gridSpan="2">
                  <a:txBody>
                    <a:bodyPr/>
                    <a:lstStyle/>
                    <a:p>
                      <a:pPr defTabSz="3765639"/>
                      <a:r>
                        <a:rPr lang="en-US" sz="2400" i="0" dirty="0">
                          <a:solidFill>
                            <a:srgbClr val="D9D9D9"/>
                          </a:solidFill>
                          <a:latin typeface="Arial"/>
                          <a:cs typeface="Arial"/>
                        </a:rPr>
                        <a:t>This PowerPoint template produces a </a:t>
                      </a:r>
                      <a:r>
                        <a:rPr lang="en-US" sz="2400" b="1" i="0" dirty="0">
                          <a:solidFill>
                            <a:srgbClr val="FFC000"/>
                          </a:solidFill>
                          <a:latin typeface="Arial"/>
                          <a:cs typeface="Arial"/>
                        </a:rPr>
                        <a:t>70x100cm</a:t>
                      </a:r>
                      <a:r>
                        <a:rPr lang="en-US" sz="2400" i="0" dirty="0">
                          <a:solidFill>
                            <a:srgbClr val="FFC000"/>
                          </a:solidFill>
                          <a:latin typeface="Arial"/>
                          <a:cs typeface="Arial"/>
                        </a:rPr>
                        <a:t> </a:t>
                      </a:r>
                      <a:r>
                        <a:rPr lang="en-US" sz="2400" i="0" dirty="0">
                          <a:solidFill>
                            <a:srgbClr val="D9D9D9"/>
                          </a:solidFill>
                          <a:latin typeface="Arial"/>
                          <a:cs typeface="Arial"/>
                        </a:rPr>
                        <a:t>presentation poster. You can use it to create your research poster by placing your title, subtitle, text, tables, charts and photos. </a:t>
                      </a:r>
                    </a:p>
                    <a:p>
                      <a:pPr defTabSz="3765639"/>
                      <a:endParaRPr lang="en-US" sz="2400" i="0" dirty="0">
                        <a:solidFill>
                          <a:srgbClr val="D9D9D9"/>
                        </a:solidFill>
                        <a:latin typeface="Arial"/>
                        <a:cs typeface="Arial"/>
                      </a:endParaRPr>
                    </a:p>
                    <a:p>
                      <a:pPr defTabSz="3765639"/>
                      <a:r>
                        <a:rPr lang="en-US" sz="2400" i="0" dirty="0">
                          <a:solidFill>
                            <a:srgbClr val="D9D9D9"/>
                          </a:solidFill>
                          <a:latin typeface="Arial"/>
                          <a:cs typeface="Arial"/>
                        </a:rPr>
                        <a:t>We provide a series of online tutorials that will guide you through the poster design process and answer your poster production questions. For complete template tutorials, go online to </a:t>
                      </a:r>
                      <a:r>
                        <a:rPr lang="en-US" sz="2400" i="0" dirty="0" err="1">
                          <a:solidFill>
                            <a:srgbClr val="FFC000"/>
                          </a:solidFill>
                          <a:latin typeface="Arial"/>
                          <a:cs typeface="Arial"/>
                        </a:rPr>
                        <a:t>PosterPresentations.com</a:t>
                      </a:r>
                      <a:r>
                        <a:rPr lang="en-US" sz="2400" i="0" dirty="0">
                          <a:solidFill>
                            <a:srgbClr val="D9D9D9"/>
                          </a:solidFill>
                          <a:latin typeface="Arial"/>
                          <a:cs typeface="Arial"/>
                        </a:rPr>
                        <a:t> and click on the  </a:t>
                      </a:r>
                      <a:r>
                        <a:rPr lang="en-US" sz="2400" i="0" dirty="0">
                          <a:solidFill>
                            <a:srgbClr val="FFC000"/>
                          </a:solidFill>
                          <a:latin typeface="Arial"/>
                          <a:cs typeface="Arial"/>
                        </a:rPr>
                        <a:t>HELP DESK</a:t>
                      </a:r>
                      <a:r>
                        <a:rPr lang="en-US" sz="2400" i="0" baseline="0" dirty="0">
                          <a:solidFill>
                            <a:srgbClr val="D9D9D9"/>
                          </a:solidFill>
                          <a:latin typeface="Arial"/>
                          <a:cs typeface="Arial"/>
                        </a:rPr>
                        <a:t> </a:t>
                      </a:r>
                      <a:r>
                        <a:rPr lang="en-US" sz="2400" i="0" dirty="0">
                          <a:solidFill>
                            <a:srgbClr val="D9D9D9"/>
                          </a:solidFill>
                          <a:latin typeface="Arial"/>
                          <a:cs typeface="Arial"/>
                        </a:rPr>
                        <a:t>tab.</a:t>
                      </a:r>
                    </a:p>
                    <a:p>
                      <a:pPr defTabSz="3765639"/>
                      <a:endParaRPr lang="en-US" sz="2400" i="0" dirty="0">
                        <a:solidFill>
                          <a:srgbClr val="D9D9D9"/>
                        </a:solidFill>
                        <a:latin typeface="Arial"/>
                        <a:cs typeface="Arial"/>
                      </a:endParaRPr>
                    </a:p>
                    <a:p>
                      <a:pPr defTabSz="3765639"/>
                      <a:r>
                        <a:rPr lang="en-US" sz="2400" i="0" dirty="0">
                          <a:solidFill>
                            <a:srgbClr val="D9D9D9"/>
                          </a:solidFill>
                          <a:latin typeface="Arial"/>
                          <a:cs typeface="Arial"/>
                        </a:rPr>
                        <a:t>To print your poster using our same-day professional printing service, go online to </a:t>
                      </a:r>
                      <a:r>
                        <a:rPr lang="en-US" sz="2400" i="0" dirty="0" err="1">
                          <a:solidFill>
                            <a:srgbClr val="FFC000"/>
                          </a:solidFill>
                          <a:latin typeface="Arial"/>
                          <a:cs typeface="Arial"/>
                        </a:rPr>
                        <a:t>PosterPresentations.com</a:t>
                      </a:r>
                      <a:r>
                        <a:rPr lang="en-US" sz="2400" i="0" dirty="0">
                          <a:solidFill>
                            <a:srgbClr val="D9D9D9"/>
                          </a:solidFill>
                          <a:latin typeface="Arial"/>
                          <a:cs typeface="Arial"/>
                        </a:rPr>
                        <a:t> and click on "</a:t>
                      </a:r>
                      <a:r>
                        <a:rPr lang="en-US" sz="2400" i="0" dirty="0">
                          <a:solidFill>
                            <a:srgbClr val="FFC000"/>
                          </a:solidFill>
                          <a:latin typeface="Arial"/>
                          <a:cs typeface="Arial"/>
                        </a:rPr>
                        <a:t>Order your poster</a:t>
                      </a:r>
                      <a:r>
                        <a:rPr lang="en-US" sz="2400" i="0" dirty="0">
                          <a:solidFill>
                            <a:srgbClr val="D9D9D9"/>
                          </a:solidFill>
                          <a:latin typeface="Arial"/>
                          <a:cs typeface="Arial"/>
                        </a:rPr>
                        <a:t>".</a:t>
                      </a:r>
                      <a:endParaRPr lang="en-US" sz="2400" b="1" dirty="0">
                        <a:solidFill>
                          <a:srgbClr val="D9D9D9"/>
                        </a:solidFill>
                        <a:latin typeface="Arial"/>
                        <a:cs typeface="Arial"/>
                      </a:endParaRPr>
                    </a:p>
                  </a:txBody>
                  <a:tcPr marL="182880" marT="137160">
                    <a:solidFill>
                      <a:srgbClr val="010101"/>
                    </a:solidFill>
                  </a:tcPr>
                </a:tc>
                <a:tc hMerge="1">
                  <a:txBody>
                    <a:bodyPr/>
                    <a:lstStyle/>
                    <a:p>
                      <a:pPr marL="0" indent="0" algn="l" defTabSz="114300"/>
                      <a:endParaRPr lang="en-US" sz="2400" b="0" baseline="0" dirty="0">
                        <a:solidFill>
                          <a:srgbClr val="FFC000"/>
                        </a:solidFill>
                        <a:latin typeface="Arial" panose="020B0604020202020204" pitchFamily="34" charset="0"/>
                        <a:cs typeface="Arial" panose="020B0604020202020204" pitchFamily="34" charset="0"/>
                      </a:endParaRPr>
                    </a:p>
                  </a:txBody>
                  <a:tcPr>
                    <a:solidFill>
                      <a:schemeClr val="tx1">
                        <a:lumMod val="95000"/>
                        <a:lumOff val="5000"/>
                      </a:schemeClr>
                    </a:solidFill>
                  </a:tcPr>
                </a:tc>
                <a:extLst>
                  <a:ext uri="{0D108BD9-81ED-4DB2-BD59-A6C34878D82A}">
                    <a16:rowId xmlns:a16="http://schemas.microsoft.com/office/drawing/2014/main" val="677555919"/>
                  </a:ext>
                </a:extLst>
              </a:tr>
              <a:tr h="5106834">
                <a:tc>
                  <a:txBody>
                    <a:bodyPr/>
                    <a:lstStyle/>
                    <a:p>
                      <a:pPr algn="ctr"/>
                      <a:endParaRPr lang="en-US" sz="2400" dirty="0">
                        <a:solidFill>
                          <a:srgbClr val="1F3A4E"/>
                        </a:solidFill>
                      </a:endParaRPr>
                    </a:p>
                    <a:p>
                      <a:pPr algn="ctr"/>
                      <a:endParaRPr lang="en-US" sz="2400" dirty="0">
                        <a:solidFill>
                          <a:srgbClr val="1F3A4E"/>
                        </a:solidFill>
                      </a:endParaRPr>
                    </a:p>
                    <a:p>
                      <a:pPr algn="ctr"/>
                      <a:r>
                        <a:rPr lang="en-US" sz="2400" dirty="0">
                          <a:solidFill>
                            <a:schemeClr val="bg1"/>
                          </a:solidFill>
                          <a:latin typeface="Arial" panose="020B0604020202020204" pitchFamily="34" charset="0"/>
                          <a:cs typeface="Arial" panose="020B0604020202020204" pitchFamily="34" charset="0"/>
                        </a:rPr>
                        <a:t>This is a template for a </a:t>
                      </a:r>
                    </a:p>
                    <a:p>
                      <a:pPr algn="ctr"/>
                      <a:r>
                        <a:rPr lang="en-US" sz="2400" dirty="0">
                          <a:solidFill>
                            <a:schemeClr val="bg1"/>
                          </a:solidFill>
                          <a:latin typeface="Arial" panose="020B0604020202020204" pitchFamily="34" charset="0"/>
                          <a:cs typeface="Arial" panose="020B0604020202020204" pitchFamily="34" charset="0"/>
                        </a:rPr>
                        <a:t>presentation poster</a:t>
                      </a:r>
                      <a:br>
                        <a:rPr lang="en-US" sz="2400" dirty="0">
                          <a:solidFill>
                            <a:schemeClr val="bg1"/>
                          </a:solidFill>
                          <a:latin typeface="Arial" panose="020B0604020202020204" pitchFamily="34" charset="0"/>
                          <a:cs typeface="Arial" panose="020B0604020202020204" pitchFamily="34" charset="0"/>
                        </a:rPr>
                      </a:br>
                      <a:r>
                        <a:rPr lang="en-US" sz="4000" b="1" dirty="0">
                          <a:solidFill>
                            <a:srgbClr val="FFC000"/>
                          </a:solidFill>
                          <a:latin typeface="Arial" panose="020B0604020202020204" pitchFamily="34" charset="0"/>
                          <a:cs typeface="Arial" panose="020B0604020202020204" pitchFamily="34" charset="0"/>
                        </a:rPr>
                        <a:t>70x100cm</a:t>
                      </a:r>
                      <a:br>
                        <a:rPr lang="en-US" sz="2400" dirty="0">
                          <a:solidFill>
                            <a:schemeClr val="bg1"/>
                          </a:solidFill>
                          <a:latin typeface="Arial" panose="020B0604020202020204" pitchFamily="34" charset="0"/>
                          <a:cs typeface="Arial" panose="020B0604020202020204" pitchFamily="34" charset="0"/>
                        </a:rPr>
                      </a:br>
                      <a:endParaRPr lang="en-US" sz="2400" dirty="0">
                        <a:solidFill>
                          <a:srgbClr val="1F3A4E"/>
                        </a:solidFill>
                      </a:endParaRPr>
                    </a:p>
                  </a:txBody>
                  <a:tcPr>
                    <a:solidFill>
                      <a:srgbClr val="010101"/>
                    </a:solidFill>
                  </a:tcPr>
                </a:tc>
                <a:tc>
                  <a:txBody>
                    <a:bodyPr/>
                    <a:lstStyle/>
                    <a:p>
                      <a:pPr marL="0" marR="0" indent="0" algn="l" defTabSz="4388900" rtl="0" eaLnBrk="1" fontAlgn="auto" latinLnBrk="0" hangingPunct="1">
                        <a:lnSpc>
                          <a:spcPct val="100000"/>
                        </a:lnSpc>
                        <a:spcBef>
                          <a:spcPts val="0"/>
                        </a:spcBef>
                        <a:spcAft>
                          <a:spcPts val="0"/>
                        </a:spcAft>
                        <a:buClrTx/>
                        <a:buSzTx/>
                        <a:buFontTx/>
                        <a:buNone/>
                        <a:tabLst/>
                        <a:defRPr/>
                      </a:pPr>
                      <a:r>
                        <a:rPr lang="en-US" sz="2800" b="1" baseline="0" dirty="0">
                          <a:solidFill>
                            <a:srgbClr val="FFC000"/>
                          </a:solidFill>
                          <a:latin typeface="Arial" panose="020B0604020202020204" pitchFamily="34" charset="0"/>
                          <a:cs typeface="Arial" panose="020B0604020202020204" pitchFamily="34" charset="0"/>
                        </a:rPr>
                        <a:t>Important:</a:t>
                      </a:r>
                      <a:br>
                        <a:rPr lang="en-US" sz="2800" b="1" baseline="0" dirty="0">
                          <a:solidFill>
                            <a:srgbClr val="FFC000"/>
                          </a:solidFill>
                          <a:latin typeface="Arial" panose="020B0604020202020204" pitchFamily="34" charset="0"/>
                          <a:cs typeface="Arial" panose="020B0604020202020204" pitchFamily="34" charset="0"/>
                        </a:rPr>
                      </a:br>
                      <a:r>
                        <a:rPr lang="en-US" sz="2800" b="1" baseline="0" dirty="0">
                          <a:solidFill>
                            <a:srgbClr val="FFC000"/>
                          </a:solidFill>
                          <a:latin typeface="Arial" panose="020B0604020202020204" pitchFamily="34" charset="0"/>
                          <a:cs typeface="Arial" panose="020B0604020202020204" pitchFamily="34" charset="0"/>
                        </a:rPr>
                        <a:t>Check the template size</a:t>
                      </a:r>
                      <a:br>
                        <a:rPr lang="en-US" sz="2400" b="0" baseline="0" dirty="0">
                          <a:solidFill>
                            <a:srgbClr val="FFC000"/>
                          </a:solidFill>
                          <a:latin typeface="Arial" panose="020B0604020202020204" pitchFamily="34" charset="0"/>
                          <a:cs typeface="Arial" panose="020B0604020202020204" pitchFamily="34" charset="0"/>
                        </a:rPr>
                      </a:br>
                      <a:r>
                        <a:rPr lang="en-US" sz="2400" b="0" baseline="0" dirty="0">
                          <a:solidFill>
                            <a:srgbClr val="D9D9D9"/>
                          </a:solidFill>
                          <a:latin typeface="Arial" panose="020B0604020202020204" pitchFamily="34" charset="0"/>
                          <a:cs typeface="Arial" panose="020B0604020202020204" pitchFamily="34" charset="0"/>
                        </a:rPr>
                        <a:t>Before you start working on your poster and to avoid printing problems check that you have downloaded and that you are using the correct size template for your poster presentation.</a:t>
                      </a:r>
                      <a:br>
                        <a:rPr lang="en-US" sz="2400" b="0" baseline="0" dirty="0">
                          <a:solidFill>
                            <a:srgbClr val="D9D9D9"/>
                          </a:solidFill>
                          <a:latin typeface="Arial" panose="020B0604020202020204" pitchFamily="34" charset="0"/>
                          <a:cs typeface="Arial" panose="020B0604020202020204" pitchFamily="34" charset="0"/>
                        </a:rPr>
                      </a:br>
                      <a:r>
                        <a:rPr lang="en-US" sz="2400" b="0" baseline="0" dirty="0">
                          <a:solidFill>
                            <a:srgbClr val="D9D9D9"/>
                          </a:solidFill>
                          <a:latin typeface="Arial" panose="020B0604020202020204" pitchFamily="34" charset="0"/>
                          <a:cs typeface="Arial" panose="020B0604020202020204" pitchFamily="34" charset="0"/>
                        </a:rPr>
                        <a:t>This template can also be printed at the following sizes without distortion and without any additional formatting:</a:t>
                      </a:r>
                      <a:br>
                        <a:rPr lang="en-US" sz="2400" b="0" baseline="0" dirty="0">
                          <a:solidFill>
                            <a:srgbClr val="D9D9D9"/>
                          </a:solidFill>
                          <a:latin typeface="Arial" panose="020B0604020202020204" pitchFamily="34" charset="0"/>
                          <a:cs typeface="Arial" panose="020B0604020202020204" pitchFamily="34" charset="0"/>
                        </a:rPr>
                      </a:br>
                      <a:r>
                        <a:rPr lang="en-US" sz="2400" b="0" baseline="0" dirty="0">
                          <a:solidFill>
                            <a:srgbClr val="FFC000"/>
                          </a:solidFill>
                          <a:latin typeface="Arial" panose="020B0604020202020204" pitchFamily="34" charset="0"/>
                          <a:cs typeface="Arial" panose="020B0604020202020204" pitchFamily="34" charset="0"/>
                        </a:rPr>
                        <a:t>100x143 cm</a:t>
                      </a:r>
                      <a:br>
                        <a:rPr lang="en-US" sz="2400" b="0" baseline="0" dirty="0">
                          <a:solidFill>
                            <a:srgbClr val="FFC000"/>
                          </a:solidFill>
                          <a:latin typeface="Arial" panose="020B0604020202020204" pitchFamily="34" charset="0"/>
                          <a:cs typeface="Arial" panose="020B0604020202020204" pitchFamily="34" charset="0"/>
                        </a:rPr>
                      </a:br>
                      <a:r>
                        <a:rPr lang="en-US" sz="2400" b="0" baseline="0" dirty="0">
                          <a:solidFill>
                            <a:srgbClr val="FFC000"/>
                          </a:solidFill>
                          <a:latin typeface="Arial" panose="020B0604020202020204" pitchFamily="34" charset="0"/>
                          <a:cs typeface="Arial" panose="020B0604020202020204" pitchFamily="34" charset="0"/>
                        </a:rPr>
                        <a:t>27.5x39.37 inches </a:t>
                      </a:r>
                    </a:p>
                  </a:txBody>
                  <a:tcPr marL="182880" marT="137160">
                    <a:solidFill>
                      <a:srgbClr val="010101"/>
                    </a:solidFill>
                  </a:tcPr>
                </a:tc>
                <a:extLst>
                  <a:ext uri="{0D108BD9-81ED-4DB2-BD59-A6C34878D82A}">
                    <a16:rowId xmlns:a16="http://schemas.microsoft.com/office/drawing/2014/main" val="10008"/>
                  </a:ext>
                </a:extLst>
              </a:tr>
              <a:tr h="5003666">
                <a:tc>
                  <a:txBody>
                    <a:bodyPr/>
                    <a:lstStyle/>
                    <a:p>
                      <a:endParaRPr lang="en-US" sz="2400" dirty="0">
                        <a:solidFill>
                          <a:srgbClr val="1F3A4E"/>
                        </a:solidFill>
                      </a:endParaRPr>
                    </a:p>
                  </a:txBody>
                  <a:tcPr>
                    <a:blipFill rotWithShape="1">
                      <a:blip r:embed="rId3"/>
                      <a:stretch>
                        <a:fillRect/>
                      </a:stretch>
                    </a:blipFill>
                  </a:tcPr>
                </a:tc>
                <a:tc>
                  <a:txBody>
                    <a:bodyPr/>
                    <a:lstStyle/>
                    <a:p>
                      <a:pPr algn="l"/>
                      <a:r>
                        <a:rPr lang="en-US" sz="2800" b="1" baseline="0" dirty="0">
                          <a:solidFill>
                            <a:srgbClr val="FFC000"/>
                          </a:solidFill>
                          <a:latin typeface="Arial" panose="020B0604020202020204" pitchFamily="34" charset="0"/>
                          <a:cs typeface="Arial" panose="020B0604020202020204" pitchFamily="34" charset="0"/>
                        </a:rPr>
                        <a:t>How to </a:t>
                      </a:r>
                      <a:r>
                        <a:rPr lang="en-US" sz="4400" b="1" baseline="0" dirty="0">
                          <a:solidFill>
                            <a:srgbClr val="FFC000"/>
                          </a:solidFill>
                          <a:latin typeface="Arial" panose="020B0604020202020204" pitchFamily="34" charset="0"/>
                          <a:cs typeface="Arial" panose="020B0604020202020204" pitchFamily="34" charset="0"/>
                        </a:rPr>
                        <a:t>Zoom in </a:t>
                      </a:r>
                      <a:r>
                        <a:rPr lang="en-US" sz="2800" b="1" baseline="0" dirty="0">
                          <a:solidFill>
                            <a:srgbClr val="FFC000"/>
                          </a:solidFill>
                          <a:latin typeface="Arial" panose="020B0604020202020204" pitchFamily="34" charset="0"/>
                          <a:cs typeface="Arial" panose="020B0604020202020204" pitchFamily="34" charset="0"/>
                        </a:rPr>
                        <a:t>and </a:t>
                      </a:r>
                      <a:r>
                        <a:rPr lang="en-US" sz="2000" b="1" baseline="0" dirty="0">
                          <a:solidFill>
                            <a:srgbClr val="FFC000"/>
                          </a:solidFill>
                          <a:latin typeface="Arial" panose="020B0604020202020204" pitchFamily="34" charset="0"/>
                          <a:cs typeface="Arial" panose="020B0604020202020204" pitchFamily="34" charset="0"/>
                        </a:rPr>
                        <a:t>out</a:t>
                      </a:r>
                      <a:endParaRPr lang="en-US" sz="2800" b="1" baseline="0" dirty="0">
                        <a:solidFill>
                          <a:srgbClr val="FFC000"/>
                        </a:solidFill>
                        <a:latin typeface="Arial" panose="020B0604020202020204" pitchFamily="34" charset="0"/>
                        <a:cs typeface="Arial" panose="020B0604020202020204" pitchFamily="34" charset="0"/>
                      </a:endParaRPr>
                    </a:p>
                    <a:p>
                      <a:pPr algn="l"/>
                      <a:r>
                        <a:rPr lang="en-US" sz="2400" b="0" baseline="0" dirty="0">
                          <a:solidFill>
                            <a:srgbClr val="D9D9D9"/>
                          </a:solidFill>
                          <a:latin typeface="Arial" panose="020B0604020202020204" pitchFamily="34" charset="0"/>
                          <a:cs typeface="Arial" panose="020B0604020202020204" pitchFamily="34" charset="0"/>
                        </a:rPr>
                        <a:t>Use the PowerPoint zoom tool to adjust the screen magnification to view comfortably. PowerPoint provides 2 ways to zoom: </a:t>
                      </a:r>
                      <a:br>
                        <a:rPr lang="en-US" sz="2400" b="0" baseline="0" dirty="0">
                          <a:solidFill>
                            <a:srgbClr val="D9D9D9"/>
                          </a:solidFill>
                          <a:latin typeface="Arial" panose="020B0604020202020204" pitchFamily="34" charset="0"/>
                          <a:cs typeface="Arial" panose="020B0604020202020204" pitchFamily="34" charset="0"/>
                        </a:rPr>
                      </a:br>
                      <a:r>
                        <a:rPr lang="en-US" sz="2400" b="0" baseline="0" dirty="0">
                          <a:solidFill>
                            <a:srgbClr val="FFC000"/>
                          </a:solidFill>
                          <a:latin typeface="Arial" panose="020B0604020202020204" pitchFamily="34" charset="0"/>
                          <a:cs typeface="Arial" panose="020B0604020202020204" pitchFamily="34" charset="0"/>
                        </a:rPr>
                        <a:t>1. </a:t>
                      </a:r>
                      <a:r>
                        <a:rPr lang="en-US" sz="2400" b="0" baseline="0" dirty="0">
                          <a:solidFill>
                            <a:srgbClr val="D9D9D9"/>
                          </a:solidFill>
                          <a:latin typeface="Arial" panose="020B0604020202020204" pitchFamily="34" charset="0"/>
                          <a:cs typeface="Arial" panose="020B0604020202020204" pitchFamily="34" charset="0"/>
                        </a:rPr>
                        <a:t>On the top menu bar click on the VIEW tab and then click on ZOOM. Choose the zoom percentage that works best for you. </a:t>
                      </a:r>
                      <a:br>
                        <a:rPr lang="en-US" sz="2400" b="0" baseline="0" dirty="0">
                          <a:solidFill>
                            <a:srgbClr val="D9D9D9"/>
                          </a:solidFill>
                          <a:latin typeface="Arial" panose="020B0604020202020204" pitchFamily="34" charset="0"/>
                          <a:cs typeface="Arial" panose="020B0604020202020204" pitchFamily="34" charset="0"/>
                        </a:rPr>
                      </a:br>
                      <a:r>
                        <a:rPr lang="en-US" sz="2400" b="0" baseline="0" dirty="0">
                          <a:solidFill>
                            <a:srgbClr val="FFC000"/>
                          </a:solidFill>
                          <a:latin typeface="Arial" panose="020B0604020202020204" pitchFamily="34" charset="0"/>
                          <a:cs typeface="Arial" panose="020B0604020202020204" pitchFamily="34" charset="0"/>
                        </a:rPr>
                        <a:t>2. </a:t>
                      </a:r>
                      <a:r>
                        <a:rPr lang="en-US" sz="2400" b="0" baseline="0" dirty="0">
                          <a:solidFill>
                            <a:srgbClr val="D9D9D9"/>
                          </a:solidFill>
                          <a:latin typeface="Arial" panose="020B0604020202020204" pitchFamily="34" charset="0"/>
                          <a:cs typeface="Arial" panose="020B0604020202020204" pitchFamily="34" charset="0"/>
                        </a:rPr>
                        <a:t>For better zoom flexibility, use the zoom slider at the bottom right of the window.</a:t>
                      </a:r>
                    </a:p>
                  </a:txBody>
                  <a:tcPr marL="182880" marT="137160">
                    <a:solidFill>
                      <a:srgbClr val="010101"/>
                    </a:solidFill>
                  </a:tcPr>
                </a:tc>
                <a:extLst>
                  <a:ext uri="{0D108BD9-81ED-4DB2-BD59-A6C34878D82A}">
                    <a16:rowId xmlns:a16="http://schemas.microsoft.com/office/drawing/2014/main" val="10001"/>
                  </a:ext>
                </a:extLst>
              </a:tr>
              <a:tr h="2372872">
                <a:tc gridSpan="2">
                  <a:txBody>
                    <a:bodyPr/>
                    <a:lstStyle/>
                    <a:p>
                      <a:pPr marL="0" marR="0" lvl="0" indent="0" algn="l" defTabSz="4388900" rtl="0" eaLnBrk="1" fontAlgn="auto" latinLnBrk="0" hangingPunct="1">
                        <a:lnSpc>
                          <a:spcPct val="100000"/>
                        </a:lnSpc>
                        <a:spcBef>
                          <a:spcPts val="0"/>
                        </a:spcBef>
                        <a:spcAft>
                          <a:spcPts val="0"/>
                        </a:spcAft>
                        <a:buClrTx/>
                        <a:buSzTx/>
                        <a:buFontTx/>
                        <a:buNone/>
                        <a:tabLst/>
                        <a:defRPr/>
                      </a:pPr>
                      <a:r>
                        <a:rPr lang="en-US" sz="2800" b="1" baseline="0" dirty="0">
                          <a:solidFill>
                            <a:srgbClr val="FFC000"/>
                          </a:solidFill>
                          <a:latin typeface="Arial" panose="020B0604020202020204" pitchFamily="34" charset="0"/>
                          <a:cs typeface="Arial" panose="020B0604020202020204" pitchFamily="34" charset="0"/>
                        </a:rPr>
                        <a:t>Ruler and Guides</a:t>
                      </a:r>
                      <a:br>
                        <a:rPr lang="en-US" sz="2400" b="0" baseline="0" dirty="0">
                          <a:solidFill>
                            <a:srgbClr val="FFC000"/>
                          </a:solidFill>
                          <a:latin typeface="Arial" panose="020B0604020202020204" pitchFamily="34" charset="0"/>
                          <a:cs typeface="Arial" panose="020B0604020202020204" pitchFamily="34" charset="0"/>
                        </a:rPr>
                      </a:br>
                      <a:r>
                        <a:rPr lang="en-US" sz="2400" b="0" baseline="0" dirty="0">
                          <a:solidFill>
                            <a:srgbClr val="D9D9D9"/>
                          </a:solidFill>
                          <a:latin typeface="Arial" panose="020B0604020202020204" pitchFamily="34" charset="0"/>
                          <a:cs typeface="Arial" panose="020B0604020202020204" pitchFamily="34" charset="0"/>
                        </a:rPr>
                        <a:t>The dotted lines on his poster template are guides.  The horizontal and vertical guides will help you align your poster elements accurately. Text boxes and other elements will ”snap” to the guides and stay within the boundaries of the columns. To hide the guides go to VIEW and uncheck the Guides box.</a:t>
                      </a:r>
                    </a:p>
                  </a:txBody>
                  <a:tcPr>
                    <a:solidFill>
                      <a:srgbClr val="010101"/>
                    </a:solidFill>
                  </a:tcPr>
                </a:tc>
                <a:tc hMerge="1">
                  <a:txBody>
                    <a:bodyPr/>
                    <a:lstStyle/>
                    <a:p>
                      <a:endParaRPr lang="en-US" sz="2400" b="0" baseline="0" dirty="0">
                        <a:solidFill>
                          <a:schemeClr val="bg1"/>
                        </a:solidFill>
                        <a:latin typeface="Arial" panose="020B0604020202020204" pitchFamily="34" charset="0"/>
                        <a:cs typeface="Arial" panose="020B0604020202020204" pitchFamily="34" charset="0"/>
                      </a:endParaRPr>
                    </a:p>
                  </a:txBody>
                  <a:tcPr marL="182880" marT="137160">
                    <a:solidFill>
                      <a:schemeClr val="tx1">
                        <a:lumMod val="95000"/>
                        <a:lumOff val="5000"/>
                      </a:schemeClr>
                    </a:solidFill>
                  </a:tcPr>
                </a:tc>
                <a:extLst>
                  <a:ext uri="{0D108BD9-81ED-4DB2-BD59-A6C34878D82A}">
                    <a16:rowId xmlns:a16="http://schemas.microsoft.com/office/drawing/2014/main" val="10002"/>
                  </a:ext>
                </a:extLst>
              </a:tr>
              <a:tr h="4694162">
                <a:tc>
                  <a:txBody>
                    <a:bodyPr/>
                    <a:lstStyle/>
                    <a:p>
                      <a:endParaRPr lang="en-US" sz="2400" dirty="0">
                        <a:solidFill>
                          <a:srgbClr val="1F3A4E"/>
                        </a:solidFill>
                      </a:endParaRPr>
                    </a:p>
                  </a:txBody>
                  <a:tcPr>
                    <a:blipFill rotWithShape="1">
                      <a:blip r:embed="rId4"/>
                      <a:stretch>
                        <a:fillRect/>
                      </a:stretch>
                    </a:blipFill>
                  </a:tcPr>
                </a:tc>
                <a:tc>
                  <a:txBody>
                    <a:bodyPr/>
                    <a:lstStyle/>
                    <a:p>
                      <a:pPr marL="0" lvl="1" indent="0" algn="l" defTabSz="114300"/>
                      <a:r>
                        <a:rPr lang="en-US" sz="2800" b="1" baseline="0" dirty="0">
                          <a:solidFill>
                            <a:srgbClr val="FFC000"/>
                          </a:solidFill>
                          <a:latin typeface="Arial" panose="020B0604020202020204" pitchFamily="34" charset="0"/>
                          <a:cs typeface="Arial" panose="020B0604020202020204" pitchFamily="34" charset="0"/>
                        </a:rPr>
                        <a:t>Headers and text containers</a:t>
                      </a:r>
                      <a:br>
                        <a:rPr lang="en-US" sz="2400" b="0" baseline="0" dirty="0">
                          <a:solidFill>
                            <a:schemeClr val="bg1"/>
                          </a:solidFill>
                          <a:latin typeface="Arial" panose="020B0604020202020204" pitchFamily="34" charset="0"/>
                          <a:cs typeface="Arial" panose="020B0604020202020204" pitchFamily="34" charset="0"/>
                        </a:rPr>
                      </a:br>
                      <a:r>
                        <a:rPr lang="en-US" sz="2400" b="0" baseline="0" dirty="0">
                          <a:solidFill>
                            <a:srgbClr val="D9D9D9"/>
                          </a:solidFill>
                          <a:latin typeface="Arial" panose="020B0604020202020204" pitchFamily="34" charset="0"/>
                          <a:cs typeface="Arial" panose="020B0604020202020204" pitchFamily="34" charset="0"/>
                        </a:rPr>
                        <a:t>Included in this template are commonly used section headers such as Abstract, Objectives, Methods, Results, etc. </a:t>
                      </a:r>
                      <a:br>
                        <a:rPr lang="en-US" sz="2400" b="0" baseline="0" dirty="0">
                          <a:solidFill>
                            <a:schemeClr val="bg1"/>
                          </a:solidFill>
                          <a:latin typeface="Arial" panose="020B0604020202020204" pitchFamily="34" charset="0"/>
                          <a:cs typeface="Arial" panose="020B0604020202020204" pitchFamily="34" charset="0"/>
                        </a:rPr>
                      </a:br>
                      <a:r>
                        <a:rPr lang="en-US" sz="2400" b="0" baseline="0" dirty="0">
                          <a:solidFill>
                            <a:srgbClr val="FFC000"/>
                          </a:solidFill>
                          <a:latin typeface="Arial" panose="020B0604020202020204" pitchFamily="34" charset="0"/>
                          <a:cs typeface="Arial" panose="020B0604020202020204" pitchFamily="34" charset="0"/>
                        </a:rPr>
                        <a:t>-</a:t>
                      </a:r>
                      <a:r>
                        <a:rPr lang="en-US" sz="2400" b="0" baseline="0" dirty="0">
                          <a:solidFill>
                            <a:schemeClr val="bg1"/>
                          </a:solidFill>
                          <a:latin typeface="Arial" panose="020B0604020202020204" pitchFamily="34" charset="0"/>
                          <a:cs typeface="Arial" panose="020B0604020202020204" pitchFamily="34" charset="0"/>
                        </a:rPr>
                        <a:t> </a:t>
                      </a:r>
                      <a:r>
                        <a:rPr lang="en-US" sz="2400" b="0" baseline="0" dirty="0">
                          <a:solidFill>
                            <a:srgbClr val="D9D9D9"/>
                          </a:solidFill>
                          <a:latin typeface="Arial" panose="020B0604020202020204" pitchFamily="34" charset="0"/>
                          <a:cs typeface="Arial" panose="020B0604020202020204" pitchFamily="34" charset="0"/>
                        </a:rPr>
                        <a:t>Click inside a section header to add its text. </a:t>
                      </a:r>
                      <a:br>
                        <a:rPr lang="en-US" sz="2400" b="0" baseline="0" dirty="0">
                          <a:solidFill>
                            <a:schemeClr val="bg1"/>
                          </a:solidFill>
                          <a:latin typeface="Arial" panose="020B0604020202020204" pitchFamily="34" charset="0"/>
                          <a:cs typeface="Arial" panose="020B0604020202020204" pitchFamily="34" charset="0"/>
                        </a:rPr>
                      </a:br>
                      <a:r>
                        <a:rPr lang="en-US" sz="2400" b="0" baseline="0" dirty="0">
                          <a:solidFill>
                            <a:srgbClr val="FFC000"/>
                          </a:solidFill>
                          <a:latin typeface="Arial" panose="020B0604020202020204" pitchFamily="34" charset="0"/>
                          <a:cs typeface="Arial" panose="020B0604020202020204" pitchFamily="34" charset="0"/>
                        </a:rPr>
                        <a:t>-</a:t>
                      </a:r>
                      <a:r>
                        <a:rPr lang="en-US" sz="2400" b="0" baseline="0" dirty="0">
                          <a:solidFill>
                            <a:schemeClr val="bg1"/>
                          </a:solidFill>
                          <a:latin typeface="Arial" panose="020B0604020202020204" pitchFamily="34" charset="0"/>
                          <a:cs typeface="Arial" panose="020B0604020202020204" pitchFamily="34" charset="0"/>
                        </a:rPr>
                        <a:t> </a:t>
                      </a:r>
                      <a:r>
                        <a:rPr lang="en-US" sz="2400" b="0" baseline="0" dirty="0">
                          <a:solidFill>
                            <a:srgbClr val="D9D9D9"/>
                          </a:solidFill>
                          <a:latin typeface="Arial" panose="020B0604020202020204" pitchFamily="34" charset="0"/>
                          <a:cs typeface="Arial" panose="020B0604020202020204" pitchFamily="34" charset="0"/>
                        </a:rPr>
                        <a:t>To add another header, click on edge of the section box so that it is outlined. Copy and paste it. </a:t>
                      </a:r>
                      <a:br>
                        <a:rPr lang="en-US" sz="2400" b="0" baseline="0" dirty="0">
                          <a:solidFill>
                            <a:schemeClr val="bg1"/>
                          </a:solidFill>
                          <a:latin typeface="Arial" panose="020B0604020202020204" pitchFamily="34" charset="0"/>
                          <a:cs typeface="Arial" panose="020B0604020202020204" pitchFamily="34" charset="0"/>
                        </a:rPr>
                      </a:br>
                      <a:r>
                        <a:rPr lang="en-US" sz="2400" b="0" baseline="0" dirty="0">
                          <a:solidFill>
                            <a:srgbClr val="FFC000"/>
                          </a:solidFill>
                          <a:latin typeface="Arial" panose="020B0604020202020204" pitchFamily="34" charset="0"/>
                          <a:cs typeface="Arial" panose="020B0604020202020204" pitchFamily="34" charset="0"/>
                        </a:rPr>
                        <a:t>-</a:t>
                      </a:r>
                      <a:r>
                        <a:rPr lang="en-US" sz="2400" b="0" baseline="0" dirty="0">
                          <a:solidFill>
                            <a:schemeClr val="bg1"/>
                          </a:solidFill>
                          <a:latin typeface="Arial" panose="020B0604020202020204" pitchFamily="34" charset="0"/>
                          <a:cs typeface="Arial" panose="020B0604020202020204" pitchFamily="34" charset="0"/>
                        </a:rPr>
                        <a:t> </a:t>
                      </a:r>
                      <a:r>
                        <a:rPr lang="en-US" sz="2400" b="0" baseline="0" dirty="0">
                          <a:solidFill>
                            <a:srgbClr val="D9D9D9"/>
                          </a:solidFill>
                          <a:latin typeface="Arial" panose="020B0604020202020204" pitchFamily="34" charset="0"/>
                          <a:cs typeface="Arial" panose="020B0604020202020204" pitchFamily="34" charset="0"/>
                        </a:rPr>
                        <a:t>To increase its size, click on the white circles and expand to the the desired size.</a:t>
                      </a:r>
                    </a:p>
                  </a:txBody>
                  <a:tcPr marL="182880" marT="137160">
                    <a:solidFill>
                      <a:srgbClr val="010101"/>
                    </a:solidFill>
                  </a:tcPr>
                </a:tc>
                <a:extLst>
                  <a:ext uri="{0D108BD9-81ED-4DB2-BD59-A6C34878D82A}">
                    <a16:rowId xmlns:a16="http://schemas.microsoft.com/office/drawing/2014/main" val="10003"/>
                  </a:ext>
                </a:extLst>
              </a:tr>
              <a:tr h="3817230">
                <a:tc gridSpan="2">
                  <a:txBody>
                    <a:bodyPr/>
                    <a:lstStyle/>
                    <a:p>
                      <a:r>
                        <a:rPr lang="en-US" sz="2800" b="1" dirty="0">
                          <a:solidFill>
                            <a:srgbClr val="FFC000"/>
                          </a:solidFill>
                          <a:latin typeface="Arial" panose="020B0604020202020204" pitchFamily="34" charset="0"/>
                          <a:cs typeface="Arial" panose="020B0604020202020204" pitchFamily="34" charset="0"/>
                        </a:rPr>
                        <a:t>Adding content to the poster</a:t>
                      </a:r>
                    </a:p>
                    <a:p>
                      <a:r>
                        <a:rPr lang="en-US" sz="2400" baseline="0" dirty="0">
                          <a:solidFill>
                            <a:srgbClr val="D9D9D9"/>
                          </a:solidFill>
                          <a:latin typeface="Arial" panose="020B0604020202020204" pitchFamily="34" charset="0"/>
                          <a:cs typeface="Arial" panose="020B0604020202020204" pitchFamily="34" charset="0"/>
                        </a:rPr>
                        <a:t>Start by adding your text to each section without spending too much time with formatting. Use the default font size even if your text extends beyond the bottom of the poster. Continue until you have added all your content including text, graphics, photos, etc. Once you finish adding your content you can go back and format your text as needed.</a:t>
                      </a:r>
                    </a:p>
                    <a:p>
                      <a:pPr marL="342900" indent="-342900">
                        <a:buFontTx/>
                        <a:buChar char="-"/>
                      </a:pPr>
                      <a:r>
                        <a:rPr lang="en-US" sz="2400" baseline="0" dirty="0">
                          <a:solidFill>
                            <a:srgbClr val="D9D9D9"/>
                          </a:solidFill>
                          <a:latin typeface="Arial" panose="020B0604020202020204" pitchFamily="34" charset="0"/>
                          <a:cs typeface="Arial" panose="020B0604020202020204" pitchFamily="34" charset="0"/>
                        </a:rPr>
                        <a:t>If you run out of room, try to reduce the size of your fonts and/or the size of your graphics. If there is a lot of empty space try to increase your font sizes and the size of your graphics. The font used for references can be smaller.</a:t>
                      </a:r>
                      <a:endParaRPr lang="en-US" sz="2400" dirty="0">
                        <a:solidFill>
                          <a:srgbClr val="D9D9D9"/>
                        </a:solidFill>
                        <a:latin typeface="Arial" panose="020B0604020202020204" pitchFamily="34" charset="0"/>
                        <a:cs typeface="Arial" panose="020B0604020202020204" pitchFamily="34" charset="0"/>
                      </a:endParaRPr>
                    </a:p>
                  </a:txBody>
                  <a:tcPr>
                    <a:solidFill>
                      <a:srgbClr val="010101"/>
                    </a:solidFill>
                  </a:tcPr>
                </a:tc>
                <a:tc hMerge="1">
                  <a:txBody>
                    <a:bodyPr/>
                    <a:lstStyle/>
                    <a:p>
                      <a:endParaRPr lang="en-US" sz="2400" dirty="0">
                        <a:solidFill>
                          <a:schemeClr val="bg1"/>
                        </a:solidFill>
                        <a:latin typeface="Arial" panose="020B0604020202020204" pitchFamily="34" charset="0"/>
                        <a:cs typeface="Arial" panose="020B0604020202020204" pitchFamily="34" charset="0"/>
                      </a:endParaRPr>
                    </a:p>
                  </a:txBody>
                  <a:tcPr marL="182880" marT="137160">
                    <a:solidFill>
                      <a:srgbClr val="010101"/>
                    </a:solidFill>
                  </a:tcPr>
                </a:tc>
                <a:extLst>
                  <a:ext uri="{0D108BD9-81ED-4DB2-BD59-A6C34878D82A}">
                    <a16:rowId xmlns:a16="http://schemas.microsoft.com/office/drawing/2014/main" val="10004"/>
                  </a:ext>
                </a:extLst>
              </a:tr>
              <a:tr h="2527626">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2800" b="1" noProof="0" dirty="0">
                          <a:solidFill>
                            <a:srgbClr val="FFC000"/>
                          </a:solidFill>
                          <a:latin typeface="Arial" panose="020B0604020202020204" pitchFamily="34" charset="0"/>
                          <a:cs typeface="Arial" panose="020B0604020202020204" pitchFamily="34" charset="0"/>
                        </a:rPr>
                        <a:t>Photos</a:t>
                      </a:r>
                    </a:p>
                    <a:p>
                      <a:pPr marL="0" marR="0" lvl="0" indent="0" algn="l" defTabSz="9779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D9D9D9"/>
                          </a:solidFill>
                          <a:effectLst/>
                          <a:uLnTx/>
                          <a:uFillTx/>
                          <a:latin typeface="Arial"/>
                          <a:ea typeface="+mn-ea"/>
                          <a:cs typeface="Arial"/>
                        </a:rPr>
                        <a:t>You can add photos by dragging and dropping from your desktop, copy and paste, or by going to INSERT &gt; PICTURES. Resize images proportionally by holding down the SHIFT key and dragging one of the white corner handles (dots). For a professional-looking poster, do not distort your images by stretching them disproportionally.</a:t>
                      </a:r>
                    </a:p>
                  </a:txBody>
                  <a:tcPr marL="182880" marT="137160">
                    <a:solidFill>
                      <a:srgbClr val="010101"/>
                    </a:solidFill>
                  </a:tcPr>
                </a:tc>
                <a:tc hMerge="1">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200" noProof="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0005"/>
                  </a:ext>
                </a:extLst>
              </a:tr>
              <a:tr h="2223088">
                <a:tc gridSpan="2">
                  <a:txBody>
                    <a:bodyPr/>
                    <a:lstStyle/>
                    <a:p>
                      <a:endParaRPr lang="en-US" sz="2400" dirty="0">
                        <a:solidFill>
                          <a:schemeClr val="bg1"/>
                        </a:solidFill>
                        <a:latin typeface="Arial" panose="020B0604020202020204" pitchFamily="34" charset="0"/>
                        <a:cs typeface="Arial" panose="020B0604020202020204" pitchFamily="34" charset="0"/>
                      </a:endParaRPr>
                    </a:p>
                  </a:txBody>
                  <a:tcPr marL="182880" marT="137160">
                    <a:blipFill rotWithShape="1">
                      <a:blip r:embed="rId5"/>
                      <a:stretch>
                        <a:fillRect/>
                      </a:stretch>
                    </a:blipFill>
                  </a:tcPr>
                </a:tc>
                <a:tc hMerge="1">
                  <a:txBody>
                    <a:bodyPr/>
                    <a:lstStyle/>
                    <a:p>
                      <a:endParaRPr lang="en-US" sz="2400" dirty="0">
                        <a:solidFill>
                          <a:srgbClr val="1F3A4E"/>
                        </a:solidFill>
                      </a:endParaRPr>
                    </a:p>
                  </a:txBody>
                  <a:tcPr/>
                </a:tc>
                <a:extLst>
                  <a:ext uri="{0D108BD9-81ED-4DB2-BD59-A6C34878D82A}">
                    <a16:rowId xmlns:a16="http://schemas.microsoft.com/office/drawing/2014/main" val="10006"/>
                  </a:ext>
                </a:extLst>
              </a:tr>
              <a:tr h="1466691">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2800" b="1" noProof="0" dirty="0">
                          <a:solidFill>
                            <a:srgbClr val="FFC000"/>
                          </a:solidFill>
                          <a:latin typeface="Arial"/>
                          <a:cs typeface="Arial"/>
                        </a:rPr>
                        <a:t>Quality check your graphics</a:t>
                      </a:r>
                    </a:p>
                    <a:p>
                      <a:pPr marL="0" marR="0" lvl="0" indent="0" algn="l" defTabSz="1518341" rtl="0" eaLnBrk="1" fontAlgn="auto" latinLnBrk="0" hangingPunct="1">
                        <a:lnSpc>
                          <a:spcPct val="100000"/>
                        </a:lnSpc>
                        <a:spcBef>
                          <a:spcPts val="0"/>
                        </a:spcBef>
                        <a:spcAft>
                          <a:spcPts val="0"/>
                        </a:spcAft>
                        <a:buClrTx/>
                        <a:buSzTx/>
                        <a:buFontTx/>
                        <a:buNone/>
                        <a:tabLst/>
                        <a:defRPr/>
                      </a:pPr>
                      <a:r>
                        <a:rPr lang="en-US" sz="2400" noProof="0" dirty="0">
                          <a:solidFill>
                            <a:srgbClr val="D9D9D9"/>
                          </a:solidFill>
                          <a:latin typeface="Arial"/>
                          <a:cs typeface="Arial"/>
                        </a:rPr>
                        <a:t>Zoom in and look at your images at 100%-200% magnification. If they look clear, they will print well. </a:t>
                      </a:r>
                    </a:p>
                  </a:txBody>
                  <a:tcPr marL="182880" marT="137160">
                    <a:solidFill>
                      <a:srgbClr val="010101"/>
                    </a:solidFill>
                  </a:tcPr>
                </a:tc>
                <a:tc hMerge="1">
                  <a:txBody>
                    <a:bodyPr/>
                    <a:lstStyle/>
                    <a:p>
                      <a:endParaRPr lang="en-US" sz="2400" dirty="0">
                        <a:solidFill>
                          <a:srgbClr val="1F3A4E"/>
                        </a:solidFill>
                      </a:endParaRPr>
                    </a:p>
                  </a:txBody>
                  <a:tcPr>
                    <a:solidFill>
                      <a:schemeClr val="tx1">
                        <a:lumMod val="95000"/>
                        <a:lumOff val="5000"/>
                      </a:schemeClr>
                    </a:solidFill>
                  </a:tcPr>
                </a:tc>
                <a:extLst>
                  <a:ext uri="{0D108BD9-81ED-4DB2-BD59-A6C34878D82A}">
                    <a16:rowId xmlns:a16="http://schemas.microsoft.com/office/drawing/2014/main" val="10007"/>
                  </a:ext>
                </a:extLst>
              </a:tr>
              <a:tr h="3089863">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400" noProof="0" dirty="0">
                        <a:solidFill>
                          <a:schemeClr val="bg1"/>
                        </a:solidFill>
                        <a:latin typeface="Arial"/>
                        <a:cs typeface="Arial"/>
                      </a:endParaRPr>
                    </a:p>
                  </a:txBody>
                  <a:tcPr marL="182880" marT="137160">
                    <a:blipFill rotWithShape="1">
                      <a:blip r:embed="rId6"/>
                      <a:stretch>
                        <a:fillRect/>
                      </a:stretch>
                    </a:blipFill>
                  </a:tcPr>
                </a:tc>
                <a:tc hMerge="1">
                  <a:txBody>
                    <a:bodyPr/>
                    <a:lstStyle/>
                    <a:p>
                      <a:endParaRPr lang="en-US"/>
                    </a:p>
                  </a:txBody>
                  <a:tcPr/>
                </a:tc>
                <a:extLst>
                  <a:ext uri="{0D108BD9-81ED-4DB2-BD59-A6C34878D82A}">
                    <a16:rowId xmlns:a16="http://schemas.microsoft.com/office/drawing/2014/main" val="10010"/>
                  </a:ext>
                </a:extLst>
              </a:tr>
            </a:tbl>
          </a:graphicData>
        </a:graphic>
      </p:graphicFrame>
      <p:grpSp>
        <p:nvGrpSpPr>
          <p:cNvPr id="9" name="Group 8">
            <a:extLst>
              <a:ext uri="{FF2B5EF4-FFF2-40B4-BE49-F238E27FC236}">
                <a16:creationId xmlns:a16="http://schemas.microsoft.com/office/drawing/2014/main" id="{EF4C1283-BAAA-6D41-8C60-C18DCEE718CC}"/>
              </a:ext>
            </a:extLst>
          </p:cNvPr>
          <p:cNvGrpSpPr/>
          <p:nvPr userDrawn="1"/>
        </p:nvGrpSpPr>
        <p:grpSpPr>
          <a:xfrm>
            <a:off x="0" y="0"/>
            <a:ext cx="25192038" cy="36013650"/>
            <a:chOff x="-282256" y="-251209"/>
            <a:chExt cx="25648282" cy="36391624"/>
          </a:xfrm>
        </p:grpSpPr>
        <p:sp>
          <p:nvSpPr>
            <p:cNvPr id="10" name="Freeform 9">
              <a:extLst>
                <a:ext uri="{FF2B5EF4-FFF2-40B4-BE49-F238E27FC236}">
                  <a16:creationId xmlns:a16="http://schemas.microsoft.com/office/drawing/2014/main" id="{5A8CCE7E-6AD5-334C-B9DB-A6AFE8966A68}"/>
                </a:ext>
              </a:extLst>
            </p:cNvPr>
            <p:cNvSpPr/>
            <p:nvPr userDrawn="1"/>
          </p:nvSpPr>
          <p:spPr>
            <a:xfrm>
              <a:off x="-240584" y="-231258"/>
              <a:ext cx="25606610" cy="36371673"/>
            </a:xfrm>
            <a:custGeom>
              <a:avLst/>
              <a:gdLst>
                <a:gd name="connsiteX0" fmla="*/ 0 w 44005500"/>
                <a:gd name="connsiteY0" fmla="*/ 0 h 32956500"/>
                <a:gd name="connsiteX1" fmla="*/ 44005500 w 44005500"/>
                <a:gd name="connsiteY1" fmla="*/ 32956500 h 32956500"/>
                <a:gd name="connsiteX2" fmla="*/ 38100 w 44005500"/>
                <a:gd name="connsiteY2" fmla="*/ 32918400 h 32956500"/>
                <a:gd name="connsiteX3" fmla="*/ 0 w 44005500"/>
                <a:gd name="connsiteY3" fmla="*/ 0 h 32956500"/>
              </a:gdLst>
              <a:ahLst/>
              <a:cxnLst>
                <a:cxn ang="0">
                  <a:pos x="connsiteX0" y="connsiteY0"/>
                </a:cxn>
                <a:cxn ang="0">
                  <a:pos x="connsiteX1" y="connsiteY1"/>
                </a:cxn>
                <a:cxn ang="0">
                  <a:pos x="connsiteX2" y="connsiteY2"/>
                </a:cxn>
                <a:cxn ang="0">
                  <a:pos x="connsiteX3" y="connsiteY3"/>
                </a:cxn>
              </a:cxnLst>
              <a:rect l="l" t="t" r="r" b="b"/>
              <a:pathLst>
                <a:path w="44005500" h="32956500">
                  <a:moveTo>
                    <a:pt x="0" y="0"/>
                  </a:moveTo>
                  <a:lnTo>
                    <a:pt x="44005500" y="32956500"/>
                  </a:lnTo>
                  <a:lnTo>
                    <a:pt x="38100" y="32918400"/>
                  </a:lnTo>
                  <a:lnTo>
                    <a:pt x="0" y="0"/>
                  </a:lnTo>
                  <a:close/>
                </a:path>
              </a:pathLst>
            </a:custGeom>
            <a:gradFill>
              <a:gsLst>
                <a:gs pos="79000">
                  <a:schemeClr val="accent1">
                    <a:lumMod val="40000"/>
                    <a:lumOff val="60000"/>
                  </a:schemeClr>
                </a:gs>
                <a:gs pos="13000">
                  <a:schemeClr val="accent1">
                    <a:lumMod val="30000"/>
                    <a:lumOff val="7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Freeform 10">
              <a:extLst>
                <a:ext uri="{FF2B5EF4-FFF2-40B4-BE49-F238E27FC236}">
                  <a16:creationId xmlns:a16="http://schemas.microsoft.com/office/drawing/2014/main" id="{82A0E442-DFA0-7C45-A18E-391E6A121090}"/>
                </a:ext>
              </a:extLst>
            </p:cNvPr>
            <p:cNvSpPr/>
            <p:nvPr userDrawn="1"/>
          </p:nvSpPr>
          <p:spPr>
            <a:xfrm flipH="1" flipV="1">
              <a:off x="-240585" y="-231258"/>
              <a:ext cx="25606609" cy="36352958"/>
            </a:xfrm>
            <a:custGeom>
              <a:avLst/>
              <a:gdLst>
                <a:gd name="connsiteX0" fmla="*/ 0 w 44005500"/>
                <a:gd name="connsiteY0" fmla="*/ 0 h 32956500"/>
                <a:gd name="connsiteX1" fmla="*/ 44005500 w 44005500"/>
                <a:gd name="connsiteY1" fmla="*/ 32956500 h 32956500"/>
                <a:gd name="connsiteX2" fmla="*/ 38100 w 44005500"/>
                <a:gd name="connsiteY2" fmla="*/ 32918400 h 32956500"/>
                <a:gd name="connsiteX3" fmla="*/ 0 w 44005500"/>
                <a:gd name="connsiteY3" fmla="*/ 0 h 32956500"/>
              </a:gdLst>
              <a:ahLst/>
              <a:cxnLst>
                <a:cxn ang="0">
                  <a:pos x="connsiteX0" y="connsiteY0"/>
                </a:cxn>
                <a:cxn ang="0">
                  <a:pos x="connsiteX1" y="connsiteY1"/>
                </a:cxn>
                <a:cxn ang="0">
                  <a:pos x="connsiteX2" y="connsiteY2"/>
                </a:cxn>
                <a:cxn ang="0">
                  <a:pos x="connsiteX3" y="connsiteY3"/>
                </a:cxn>
              </a:cxnLst>
              <a:rect l="l" t="t" r="r" b="b"/>
              <a:pathLst>
                <a:path w="44005500" h="32956500">
                  <a:moveTo>
                    <a:pt x="0" y="0"/>
                  </a:moveTo>
                  <a:lnTo>
                    <a:pt x="44005500" y="32956500"/>
                  </a:lnTo>
                  <a:lnTo>
                    <a:pt x="38100" y="32918400"/>
                  </a:lnTo>
                  <a:lnTo>
                    <a:pt x="0" y="0"/>
                  </a:lnTo>
                  <a:close/>
                </a:path>
              </a:pathLst>
            </a:custGeom>
            <a:gradFill>
              <a:gsLst>
                <a:gs pos="41000">
                  <a:schemeClr val="bg2"/>
                </a:gs>
                <a:gs pos="100000">
                  <a:schemeClr val="accent1">
                    <a:lumMod val="30000"/>
                    <a:lumOff val="7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11">
              <a:extLst>
                <a:ext uri="{FF2B5EF4-FFF2-40B4-BE49-F238E27FC236}">
                  <a16:creationId xmlns:a16="http://schemas.microsoft.com/office/drawing/2014/main" id="{372B1B3A-5764-1141-AD33-81F113CC7BE4}"/>
                </a:ext>
              </a:extLst>
            </p:cNvPr>
            <p:cNvSpPr/>
            <p:nvPr userDrawn="1"/>
          </p:nvSpPr>
          <p:spPr>
            <a:xfrm>
              <a:off x="-282256" y="-251209"/>
              <a:ext cx="25648281" cy="36391624"/>
            </a:xfrm>
            <a:custGeom>
              <a:avLst/>
              <a:gdLst>
                <a:gd name="connsiteX0" fmla="*/ 36576 w 39026592"/>
                <a:gd name="connsiteY0" fmla="*/ 0 h 30614112"/>
                <a:gd name="connsiteX1" fmla="*/ 15837408 w 39026592"/>
                <a:gd name="connsiteY1" fmla="*/ 30614112 h 30614112"/>
                <a:gd name="connsiteX2" fmla="*/ 39026592 w 39026592"/>
                <a:gd name="connsiteY2" fmla="*/ 13350240 h 30614112"/>
                <a:gd name="connsiteX3" fmla="*/ 0 w 39026592"/>
                <a:gd name="connsiteY3" fmla="*/ 73152 h 30614112"/>
                <a:gd name="connsiteX4" fmla="*/ 109728 w 39026592"/>
                <a:gd name="connsiteY4" fmla="*/ 146304 h 306141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026592" h="30614112">
                  <a:moveTo>
                    <a:pt x="36576" y="0"/>
                  </a:moveTo>
                  <a:lnTo>
                    <a:pt x="15837408" y="30614112"/>
                  </a:lnTo>
                  <a:lnTo>
                    <a:pt x="39026592" y="13350240"/>
                  </a:lnTo>
                  <a:lnTo>
                    <a:pt x="0" y="73152"/>
                  </a:lnTo>
                  <a:lnTo>
                    <a:pt x="109728" y="146304"/>
                  </a:lnTo>
                </a:path>
              </a:pathLst>
            </a:custGeom>
            <a:gradFill flip="none" rotWithShape="1">
              <a:gsLst>
                <a:gs pos="0">
                  <a:schemeClr val="bg1"/>
                </a:gs>
                <a:gs pos="76000">
                  <a:schemeClr val="accent1">
                    <a:lumMod val="30000"/>
                    <a:lumOff val="70000"/>
                    <a:alpha val="0"/>
                  </a:schemeClr>
                </a:gs>
              </a:gsLst>
              <a:path path="rect">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aphicFrame>
        <p:nvGraphicFramePr>
          <p:cNvPr id="14" name="Table 13">
            <a:extLst>
              <a:ext uri="{FF2B5EF4-FFF2-40B4-BE49-F238E27FC236}">
                <a16:creationId xmlns:a16="http://schemas.microsoft.com/office/drawing/2014/main" id="{AA930D81-2FAB-CD4D-AF1B-62386968629E}"/>
              </a:ext>
            </a:extLst>
          </p:cNvPr>
          <p:cNvGraphicFramePr>
            <a:graphicFrameLocks noGrp="1"/>
          </p:cNvGraphicFramePr>
          <p:nvPr userDrawn="1">
            <p:extLst>
              <p:ext uri="{D42A27DB-BD31-4B8C-83A1-F6EECF244321}">
                <p14:modId xmlns:p14="http://schemas.microsoft.com/office/powerpoint/2010/main" val="2042975874"/>
              </p:ext>
            </p:extLst>
          </p:nvPr>
        </p:nvGraphicFramePr>
        <p:xfrm>
          <a:off x="25652414" y="37356"/>
          <a:ext cx="10290587" cy="35957775"/>
        </p:xfrm>
        <a:graphic>
          <a:graphicData uri="http://schemas.openxmlformats.org/drawingml/2006/table">
            <a:tbl>
              <a:tblPr firstRow="1" bandRow="1">
                <a:tableStyleId>{5C22544A-7EE6-4342-B048-85BDC9FD1C3A}</a:tableStyleId>
              </a:tblPr>
              <a:tblGrid>
                <a:gridCol w="4899938">
                  <a:extLst>
                    <a:ext uri="{9D8B030D-6E8A-4147-A177-3AD203B41FA5}">
                      <a16:colId xmlns:a16="http://schemas.microsoft.com/office/drawing/2014/main" val="20000"/>
                    </a:ext>
                  </a:extLst>
                </a:gridCol>
                <a:gridCol w="351173">
                  <a:extLst>
                    <a:ext uri="{9D8B030D-6E8A-4147-A177-3AD203B41FA5}">
                      <a16:colId xmlns:a16="http://schemas.microsoft.com/office/drawing/2014/main" val="764104496"/>
                    </a:ext>
                  </a:extLst>
                </a:gridCol>
                <a:gridCol w="5039476">
                  <a:extLst>
                    <a:ext uri="{9D8B030D-6E8A-4147-A177-3AD203B41FA5}">
                      <a16:colId xmlns:a16="http://schemas.microsoft.com/office/drawing/2014/main" val="4164475170"/>
                    </a:ext>
                  </a:extLst>
                </a:gridCol>
              </a:tblGrid>
              <a:tr h="1768730">
                <a:tc gridSpan="3">
                  <a:txBody>
                    <a:bodyPr/>
                    <a:lstStyle/>
                    <a:p>
                      <a:pPr marL="0" marR="0" indent="0" algn="ctr" defTabSz="4388900" rtl="0" eaLnBrk="1" fontAlgn="auto" latinLnBrk="0" hangingPunct="1">
                        <a:lnSpc>
                          <a:spcPct val="100000"/>
                        </a:lnSpc>
                        <a:spcBef>
                          <a:spcPts val="0"/>
                        </a:spcBef>
                        <a:spcAft>
                          <a:spcPts val="0"/>
                        </a:spcAft>
                        <a:buClrTx/>
                        <a:buSzTx/>
                        <a:buFontTx/>
                        <a:buNone/>
                        <a:tabLst/>
                        <a:defRPr/>
                      </a:pPr>
                      <a:r>
                        <a:rPr lang="en-US" sz="4000" b="0" spc="600" dirty="0">
                          <a:solidFill>
                            <a:srgbClr val="1F3A4E"/>
                          </a:solidFill>
                          <a:latin typeface="Arial Black" panose="020B0A04020102020204" pitchFamily="34" charset="0"/>
                        </a:rPr>
                        <a:t>QUICK START GUIDE</a:t>
                      </a:r>
                      <a:br>
                        <a:rPr lang="en-US" sz="4000" b="0" spc="600" dirty="0">
                          <a:solidFill>
                            <a:srgbClr val="1F3A4E"/>
                          </a:solidFill>
                          <a:latin typeface="Arial Black" panose="020B0A04020102020204" pitchFamily="34" charset="0"/>
                        </a:rPr>
                      </a:br>
                      <a:r>
                        <a:rPr lang="en-US" sz="3200" b="1" spc="0" dirty="0">
                          <a:solidFill>
                            <a:srgbClr val="FF0000"/>
                          </a:solidFill>
                          <a:latin typeface="Trebuchet MS" pitchFamily="34" charset="0"/>
                        </a:rPr>
                        <a:t>(THIS SIDEBAR WILL NOT PRINT)</a:t>
                      </a:r>
                      <a:endParaRPr lang="en-US" sz="4000" b="1" spc="600" dirty="0">
                        <a:solidFill>
                          <a:schemeClr val="bg1"/>
                        </a:solidFill>
                        <a:latin typeface="Trebuchet MS" pitchFamily="34" charset="0"/>
                      </a:endParaRPr>
                    </a:p>
                  </a:txBody>
                  <a:tcPr marL="182880" marT="137160">
                    <a:solidFill>
                      <a:srgbClr val="FFC000"/>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6906470">
                <a:tc gridSpan="3">
                  <a:txBody>
                    <a:bodyPr/>
                    <a:lstStyle/>
                    <a:p>
                      <a:pPr algn="l"/>
                      <a:r>
                        <a:rPr lang="en-US" sz="2800" b="1" baseline="0" dirty="0">
                          <a:solidFill>
                            <a:srgbClr val="FFC000"/>
                          </a:solidFill>
                          <a:latin typeface="Arial" panose="020B0604020202020204" pitchFamily="34" charset="0"/>
                          <a:cs typeface="Arial" panose="020B0604020202020204" pitchFamily="34" charset="0"/>
                        </a:rPr>
                        <a:t>How to change the template colors</a:t>
                      </a:r>
                    </a:p>
                    <a:p>
                      <a:pPr marL="0" indent="0" algn="l" defTabSz="114300"/>
                      <a:r>
                        <a:rPr lang="en-US" sz="2400" b="0" baseline="0" dirty="0">
                          <a:solidFill>
                            <a:srgbClr val="D9D9D9"/>
                          </a:solidFill>
                          <a:latin typeface="Arial" panose="020B0604020202020204" pitchFamily="34" charset="0"/>
                          <a:cs typeface="Arial" panose="020B0604020202020204" pitchFamily="34" charset="0"/>
                        </a:rPr>
                        <a:t>You can change the overall template color theme by clicking on the COLORS dropdown menu under the DESIGN tab. You can see a tutorial here: </a:t>
                      </a:r>
                      <a:r>
                        <a:rPr lang="en-US" sz="2400" dirty="0">
                          <a:solidFill>
                            <a:srgbClr val="FFC000"/>
                          </a:solidFill>
                          <a:hlinkClick r:id="rId7">
                            <a:extLst>
                              <a:ext uri="{A12FA001-AC4F-418D-AE19-62706E023703}">
                                <ahyp:hlinkClr xmlns:ahyp="http://schemas.microsoft.com/office/drawing/2018/hyperlinkcolor" val="tx"/>
                              </a:ext>
                            </a:extLst>
                          </a:hlinkClick>
                        </a:rPr>
                        <a:t>https://www.posterpresentations.com/how-to-change-the-research-poster-template-colors.html</a:t>
                      </a:r>
                      <a:endParaRPr lang="en-US" sz="2400" dirty="0">
                        <a:solidFill>
                          <a:srgbClr val="FFC000"/>
                        </a:solidFill>
                      </a:endParaRPr>
                    </a:p>
                    <a:p>
                      <a:pPr marL="0" indent="0" algn="l" defTabSz="114300"/>
                      <a:endParaRPr lang="en-US" sz="2400" b="0" baseline="0" dirty="0">
                        <a:solidFill>
                          <a:srgbClr val="D9D9D9"/>
                        </a:solidFill>
                        <a:latin typeface="Arial" panose="020B0604020202020204" pitchFamily="34" charset="0"/>
                        <a:cs typeface="Arial" panose="020B0604020202020204" pitchFamily="34" charset="0"/>
                      </a:endParaRPr>
                    </a:p>
                    <a:p>
                      <a:pPr marL="0" indent="0" algn="l" defTabSz="114300"/>
                      <a:r>
                        <a:rPr lang="en-US" sz="2400" b="0" baseline="0" dirty="0">
                          <a:solidFill>
                            <a:srgbClr val="D9D9D9"/>
                          </a:solidFill>
                          <a:latin typeface="Arial" panose="020B0604020202020204" pitchFamily="34" charset="0"/>
                          <a:cs typeface="Arial" panose="020B0604020202020204" pitchFamily="34" charset="0"/>
                        </a:rPr>
                        <a:t>You can also manually change the color of individual elements by going to VIEW &gt; SLIDE MASTER. On the left side of your screen select the background master where you can change the template background, column sizes, etc. </a:t>
                      </a:r>
                    </a:p>
                    <a:p>
                      <a:pPr marL="0" indent="0" algn="l" defTabSz="114300"/>
                      <a:endParaRPr lang="en-US" sz="2400" b="0" baseline="0" dirty="0">
                        <a:solidFill>
                          <a:srgbClr val="D9D9D9"/>
                        </a:solidFill>
                        <a:latin typeface="Arial" panose="020B0604020202020204" pitchFamily="34" charset="0"/>
                        <a:cs typeface="Arial" panose="020B0604020202020204" pitchFamily="34" charset="0"/>
                      </a:endParaRPr>
                    </a:p>
                    <a:p>
                      <a:pPr marL="0" indent="0" algn="l" defTabSz="114300"/>
                      <a:r>
                        <a:rPr lang="en-US" sz="2400" b="0" baseline="0" dirty="0">
                          <a:solidFill>
                            <a:srgbClr val="D9D9D9"/>
                          </a:solidFill>
                          <a:latin typeface="Arial" panose="020B0604020202020204" pitchFamily="34" charset="0"/>
                          <a:cs typeface="Arial" panose="020B0604020202020204" pitchFamily="34" charset="0"/>
                        </a:rPr>
                        <a:t>After you finish working on the SLIDE MASTER, it is important that you go to VIEW &gt; NORMAL to continue working on your poster. </a:t>
                      </a:r>
                    </a:p>
                  </a:txBody>
                  <a:tcPr marL="182880" marT="137160">
                    <a:solidFill>
                      <a:schemeClr val="tx1"/>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3733058">
                <a:tc gridSpan="3">
                  <a:txBody>
                    <a:bodyPr/>
                    <a:lstStyle/>
                    <a:p>
                      <a:r>
                        <a:rPr lang="en-US" sz="2800" b="1" dirty="0">
                          <a:solidFill>
                            <a:srgbClr val="FFC000"/>
                          </a:solidFill>
                          <a:latin typeface="Arial" panose="020B0604020202020204" pitchFamily="34" charset="0"/>
                          <a:cs typeface="Arial" panose="020B0604020202020204" pitchFamily="34" charset="0"/>
                        </a:rPr>
                        <a:t>How to change the column layout configuration</a:t>
                      </a:r>
                    </a:p>
                    <a:p>
                      <a:r>
                        <a:rPr lang="en-US" sz="2400" dirty="0">
                          <a:solidFill>
                            <a:srgbClr val="D9D9D9"/>
                          </a:solidFill>
                          <a:latin typeface="Arial" panose="020B0604020202020204" pitchFamily="34" charset="0"/>
                          <a:cs typeface="Arial" panose="020B0604020202020204" pitchFamily="34" charset="0"/>
                        </a:rPr>
                        <a:t>You can manually change the configuration on the columns by going to VIEW &gt; SLIDE MASTER. You can delete columns, resize them or modify them as needed for your layout. </a:t>
                      </a:r>
                    </a:p>
                    <a:p>
                      <a:pPr marL="0" marR="0" indent="0" algn="l" defTabSz="3765366" rtl="0" eaLnBrk="1" fontAlgn="auto" latinLnBrk="0" hangingPunct="1">
                        <a:lnSpc>
                          <a:spcPct val="100000"/>
                        </a:lnSpc>
                        <a:spcBef>
                          <a:spcPts val="0"/>
                        </a:spcBef>
                        <a:spcAft>
                          <a:spcPts val="0"/>
                        </a:spcAft>
                        <a:buClrTx/>
                        <a:buSzTx/>
                        <a:buFontTx/>
                        <a:buNone/>
                        <a:tabLst/>
                        <a:defRPr/>
                      </a:pPr>
                      <a:r>
                        <a:rPr lang="en-US" sz="2400" dirty="0">
                          <a:solidFill>
                            <a:srgbClr val="D9D9D9"/>
                          </a:solidFill>
                          <a:latin typeface="Arial" panose="020B0604020202020204" pitchFamily="34" charset="0"/>
                          <a:cs typeface="Arial" panose="020B0604020202020204" pitchFamily="34" charset="0"/>
                        </a:rPr>
                        <a:t>You can see a tutorial here: </a:t>
                      </a:r>
                      <a:r>
                        <a:rPr lang="en-US" sz="2400" u="sng" dirty="0">
                          <a:solidFill>
                            <a:srgbClr val="FFC000"/>
                          </a:solidFill>
                          <a:latin typeface="Arial" panose="020B0604020202020204" pitchFamily="34" charset="0"/>
                          <a:cs typeface="Arial" panose="020B0604020202020204" pitchFamily="34" charset="0"/>
                        </a:rPr>
                        <a:t>https://</a:t>
                      </a:r>
                      <a:r>
                        <a:rPr lang="en-US" sz="2400" u="sng" dirty="0" err="1">
                          <a:solidFill>
                            <a:srgbClr val="FFC000"/>
                          </a:solidFill>
                          <a:latin typeface="Arial" panose="020B0604020202020204" pitchFamily="34" charset="0"/>
                          <a:cs typeface="Arial" panose="020B0604020202020204" pitchFamily="34" charset="0"/>
                        </a:rPr>
                        <a:t>www.posterpresentations.com</a:t>
                      </a:r>
                      <a:r>
                        <a:rPr lang="en-US" sz="2400" u="sng" dirty="0">
                          <a:solidFill>
                            <a:srgbClr val="FFC000"/>
                          </a:solidFill>
                          <a:latin typeface="Arial" panose="020B0604020202020204" pitchFamily="34" charset="0"/>
                          <a:cs typeface="Arial" panose="020B0604020202020204" pitchFamily="34" charset="0"/>
                        </a:rPr>
                        <a:t>/how-to-change-the-column-</a:t>
                      </a:r>
                      <a:r>
                        <a:rPr lang="en-US" sz="2400" u="sng" dirty="0" err="1">
                          <a:solidFill>
                            <a:srgbClr val="FFC000"/>
                          </a:solidFill>
                          <a:latin typeface="Arial" panose="020B0604020202020204" pitchFamily="34" charset="0"/>
                          <a:cs typeface="Arial" panose="020B0604020202020204" pitchFamily="34" charset="0"/>
                        </a:rPr>
                        <a:t>configuration.html</a:t>
                      </a:r>
                      <a:endParaRPr lang="en-US" sz="5400" u="sng" dirty="0">
                        <a:solidFill>
                          <a:srgbClr val="FFC000"/>
                        </a:solidFill>
                      </a:endParaRPr>
                    </a:p>
                  </a:txBody>
                  <a:tcPr marL="182880" marT="137160">
                    <a:solidFill>
                      <a:schemeClr val="tx1"/>
                    </a:solidFill>
                  </a:tcPr>
                </a:tc>
                <a:tc hMerge="1">
                  <a:txBody>
                    <a:bodyPr/>
                    <a:lstStyle/>
                    <a:p>
                      <a:endParaRPr lang="en-US"/>
                    </a:p>
                  </a:txBody>
                  <a:tcPr/>
                </a:tc>
                <a:tc hMerge="1">
                  <a:txBody>
                    <a:bodyPr/>
                    <a:lstStyle/>
                    <a:p>
                      <a:endParaRPr lang="en-US" dirty="0"/>
                    </a:p>
                  </a:txBody>
                  <a:tcPr marL="182880" marT="137160">
                    <a:solidFill>
                      <a:srgbClr val="010101"/>
                    </a:solidFill>
                  </a:tcPr>
                </a:tc>
                <a:extLst>
                  <a:ext uri="{0D108BD9-81ED-4DB2-BD59-A6C34878D82A}">
                    <a16:rowId xmlns:a16="http://schemas.microsoft.com/office/drawing/2014/main" val="10004"/>
                  </a:ext>
                </a:extLst>
              </a:tr>
              <a:tr h="2023905">
                <a:tc>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400" noProof="0" dirty="0">
                        <a:solidFill>
                          <a:srgbClr val="D9D9D9"/>
                        </a:solidFill>
                        <a:latin typeface="Arial" panose="020B0604020202020204" pitchFamily="34" charset="0"/>
                        <a:cs typeface="Arial" panose="020B0604020202020204" pitchFamily="34" charset="0"/>
                      </a:endParaRPr>
                    </a:p>
                  </a:txBody>
                  <a:tcPr marL="182880" marT="137160">
                    <a:blipFill dpi="0" rotWithShape="1">
                      <a:blip r:embed="rId8">
                        <a:extLst>
                          <a:ext uri="{28A0092B-C50C-407E-A947-70E740481C1C}">
                            <a14:useLocalDpi xmlns:a14="http://schemas.microsoft.com/office/drawing/2010/main" val="0"/>
                          </a:ext>
                        </a:extLst>
                      </a:blip>
                      <a:srcRect/>
                      <a:stretch>
                        <a:fillRect/>
                      </a:stretch>
                    </a:blipFill>
                  </a:tcPr>
                </a:tc>
                <a:tc rowSpan="2"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2800" b="1" noProof="0" dirty="0">
                          <a:solidFill>
                            <a:srgbClr val="FFC000"/>
                          </a:solidFill>
                          <a:latin typeface="Arial" panose="020B0604020202020204" pitchFamily="34" charset="0"/>
                          <a:cs typeface="Arial" panose="020B0604020202020204" pitchFamily="34" charset="0"/>
                        </a:rPr>
                        <a:t>How to hide the QUICK START GUIDE bars from the sides of the template</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2400" noProof="0" dirty="0">
                          <a:solidFill>
                            <a:srgbClr val="D9D9D9"/>
                          </a:solidFill>
                          <a:latin typeface="Arial" panose="020B0604020202020204" pitchFamily="34" charset="0"/>
                          <a:cs typeface="Arial" panose="020B0604020202020204" pitchFamily="34" charset="0"/>
                        </a:rPr>
                        <a:t>The Quick Start</a:t>
                      </a:r>
                      <a:r>
                        <a:rPr lang="en-US" sz="2400" baseline="0" noProof="0" dirty="0">
                          <a:solidFill>
                            <a:srgbClr val="D9D9D9"/>
                          </a:solidFill>
                          <a:latin typeface="Arial" panose="020B0604020202020204" pitchFamily="34" charset="0"/>
                          <a:cs typeface="Arial" panose="020B0604020202020204" pitchFamily="34" charset="0"/>
                        </a:rPr>
                        <a:t> Guides</a:t>
                      </a:r>
                      <a:r>
                        <a:rPr lang="en-US" sz="2400" noProof="0" dirty="0">
                          <a:solidFill>
                            <a:srgbClr val="D9D9D9"/>
                          </a:solidFill>
                          <a:latin typeface="Arial" panose="020B0604020202020204" pitchFamily="34" charset="0"/>
                          <a:cs typeface="Arial" panose="020B0604020202020204" pitchFamily="34" charset="0"/>
                        </a:rPr>
                        <a:t> </a:t>
                      </a:r>
                      <a:r>
                        <a:rPr lang="en-US" sz="2400" u="sng" noProof="0" dirty="0">
                          <a:solidFill>
                            <a:srgbClr val="D9D9D9"/>
                          </a:solidFill>
                          <a:latin typeface="Arial" panose="020B0604020202020204" pitchFamily="34" charset="0"/>
                          <a:cs typeface="Arial" panose="020B0604020202020204" pitchFamily="34" charset="0"/>
                        </a:rPr>
                        <a:t>are outside the template’s printable area</a:t>
                      </a:r>
                      <a:r>
                        <a:rPr lang="en-US" sz="2400" noProof="0" dirty="0">
                          <a:solidFill>
                            <a:srgbClr val="D9D9D9"/>
                          </a:solidFill>
                          <a:latin typeface="Arial" panose="020B0604020202020204" pitchFamily="34" charset="0"/>
                          <a:cs typeface="Arial" panose="020B0604020202020204" pitchFamily="34" charset="0"/>
                        </a:rPr>
                        <a:t> and they will not be on the printed poster</a:t>
                      </a:r>
                      <a:r>
                        <a:rPr lang="en-US" sz="2400" baseline="0" noProof="0" dirty="0">
                          <a:solidFill>
                            <a:srgbClr val="D9D9D9"/>
                          </a:solidFill>
                          <a:latin typeface="Arial" panose="020B0604020202020204" pitchFamily="34" charset="0"/>
                          <a:cs typeface="Arial" panose="020B0604020202020204" pitchFamily="34" charset="0"/>
                        </a:rPr>
                        <a:t>. </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400" baseline="0" noProof="0" dirty="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2400" baseline="0" noProof="0" dirty="0">
                          <a:solidFill>
                            <a:srgbClr val="D9D9D9"/>
                          </a:solidFill>
                          <a:latin typeface="Arial" panose="020B0604020202020204" pitchFamily="34" charset="0"/>
                          <a:cs typeface="Arial" panose="020B0604020202020204" pitchFamily="34" charset="0"/>
                        </a:rPr>
                        <a:t>If you create a PDF file from your template, the guides will not be included.</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400" baseline="0" noProof="0" dirty="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2400" baseline="0" noProof="0" dirty="0">
                          <a:solidFill>
                            <a:srgbClr val="D9D9D9"/>
                          </a:solidFill>
                          <a:latin typeface="Arial" panose="020B0604020202020204" pitchFamily="34" charset="0"/>
                          <a:cs typeface="Arial" panose="020B0604020202020204" pitchFamily="34" charset="0"/>
                        </a:rPr>
                        <a:t>To hide the guides click on the </a:t>
                      </a:r>
                      <a:r>
                        <a:rPr lang="en-US" sz="2400" b="1" baseline="0" noProof="0" dirty="0">
                          <a:solidFill>
                            <a:srgbClr val="D9D9D9"/>
                          </a:solidFill>
                          <a:latin typeface="Arial" panose="020B0604020202020204" pitchFamily="34" charset="0"/>
                          <a:cs typeface="Arial" panose="020B0604020202020204" pitchFamily="34" charset="0"/>
                        </a:rPr>
                        <a:t>Home</a:t>
                      </a:r>
                      <a:r>
                        <a:rPr lang="en-US" sz="2400" baseline="0" noProof="0" dirty="0">
                          <a:solidFill>
                            <a:srgbClr val="D9D9D9"/>
                          </a:solidFill>
                          <a:latin typeface="Arial" panose="020B0604020202020204" pitchFamily="34" charset="0"/>
                          <a:cs typeface="Arial" panose="020B0604020202020204" pitchFamily="34" charset="0"/>
                        </a:rPr>
                        <a:t> tab (top of the screen) and then click on the </a:t>
                      </a:r>
                      <a:r>
                        <a:rPr lang="en-US" sz="2400" b="1" baseline="0" noProof="0" dirty="0">
                          <a:solidFill>
                            <a:srgbClr val="D9D9D9"/>
                          </a:solidFill>
                          <a:latin typeface="Arial" panose="020B0604020202020204" pitchFamily="34" charset="0"/>
                          <a:cs typeface="Arial" panose="020B0604020202020204" pitchFamily="34" charset="0"/>
                        </a:rPr>
                        <a:t>Layout</a:t>
                      </a:r>
                      <a:r>
                        <a:rPr lang="en-US" sz="2400" baseline="0" noProof="0" dirty="0">
                          <a:solidFill>
                            <a:srgbClr val="D9D9D9"/>
                          </a:solidFill>
                          <a:latin typeface="Arial" panose="020B0604020202020204" pitchFamily="34" charset="0"/>
                          <a:cs typeface="Arial" panose="020B0604020202020204" pitchFamily="34" charset="0"/>
                        </a:rPr>
                        <a:t> button below to see the available layouts. Choose the </a:t>
                      </a:r>
                      <a:r>
                        <a:rPr lang="en-US" sz="2400" b="1" baseline="0" noProof="0" dirty="0">
                          <a:solidFill>
                            <a:srgbClr val="D9D9D9"/>
                          </a:solidFill>
                          <a:latin typeface="Arial" panose="020B0604020202020204" pitchFamily="34" charset="0"/>
                          <a:cs typeface="Arial" panose="020B0604020202020204" pitchFamily="34" charset="0"/>
                        </a:rPr>
                        <a:t>Without Guides </a:t>
                      </a:r>
                      <a:r>
                        <a:rPr lang="en-US" sz="2400" b="0" baseline="0" noProof="0" dirty="0">
                          <a:solidFill>
                            <a:srgbClr val="D9D9D9"/>
                          </a:solidFill>
                          <a:latin typeface="Arial" panose="020B0604020202020204" pitchFamily="34" charset="0"/>
                          <a:cs typeface="Arial" panose="020B0604020202020204" pitchFamily="34" charset="0"/>
                        </a:rPr>
                        <a:t>layout</a:t>
                      </a:r>
                      <a:r>
                        <a:rPr lang="en-US" sz="2400" baseline="0" noProof="0" dirty="0">
                          <a:solidFill>
                            <a:srgbClr val="D9D9D9"/>
                          </a:solidFill>
                          <a:latin typeface="Arial" panose="020B0604020202020204" pitchFamily="34" charset="0"/>
                          <a:cs typeface="Arial" panose="020B0604020202020204" pitchFamily="34" charset="0"/>
                        </a:rPr>
                        <a:t>.</a:t>
                      </a:r>
                      <a:endParaRPr lang="en-US" sz="2400" noProof="0" dirty="0">
                        <a:solidFill>
                          <a:srgbClr val="D9D9D9"/>
                        </a:solidFill>
                        <a:latin typeface="Arial" panose="020B0604020202020204" pitchFamily="34" charset="0"/>
                        <a:cs typeface="Arial" panose="020B0604020202020204" pitchFamily="34" charset="0"/>
                      </a:endParaRPr>
                    </a:p>
                  </a:txBody>
                  <a:tcPr marL="182880" marT="137160">
                    <a:solidFill>
                      <a:srgbClr val="010101"/>
                    </a:solidFill>
                  </a:tcPr>
                </a:tc>
                <a:tc rowSpan="2" hMerge="1">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3200" b="1" noProof="0">
                          <a:solidFill>
                            <a:srgbClr val="FFC000"/>
                          </a:solidFill>
                          <a:latin typeface="Arial" panose="020B0604020202020204" pitchFamily="34" charset="0"/>
                          <a:cs typeface="Arial" panose="020B0604020202020204" pitchFamily="34" charset="0"/>
                        </a:rPr>
                        <a:t>How to hide the QUICK START GUIDE bars from the sides of the template</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2800" noProof="0">
                          <a:solidFill>
                            <a:srgbClr val="D9D9D9"/>
                          </a:solidFill>
                          <a:latin typeface="Arial" panose="020B0604020202020204" pitchFamily="34" charset="0"/>
                          <a:cs typeface="Arial" panose="020B0604020202020204" pitchFamily="34" charset="0"/>
                        </a:rPr>
                        <a:t>The Quick Start</a:t>
                      </a:r>
                      <a:r>
                        <a:rPr lang="en-US" sz="2800" baseline="0" noProof="0">
                          <a:solidFill>
                            <a:srgbClr val="D9D9D9"/>
                          </a:solidFill>
                          <a:latin typeface="Arial" panose="020B0604020202020204" pitchFamily="34" charset="0"/>
                          <a:cs typeface="Arial" panose="020B0604020202020204" pitchFamily="34" charset="0"/>
                        </a:rPr>
                        <a:t> Guides</a:t>
                      </a:r>
                      <a:r>
                        <a:rPr lang="en-US" sz="2800" noProof="0">
                          <a:solidFill>
                            <a:srgbClr val="D9D9D9"/>
                          </a:solidFill>
                          <a:latin typeface="Arial" panose="020B0604020202020204" pitchFamily="34" charset="0"/>
                          <a:cs typeface="Arial" panose="020B0604020202020204" pitchFamily="34" charset="0"/>
                        </a:rPr>
                        <a:t> </a:t>
                      </a:r>
                      <a:r>
                        <a:rPr lang="en-US" sz="2800" u="sng" noProof="0">
                          <a:solidFill>
                            <a:srgbClr val="D9D9D9"/>
                          </a:solidFill>
                          <a:latin typeface="Arial" panose="020B0604020202020204" pitchFamily="34" charset="0"/>
                          <a:cs typeface="Arial" panose="020B0604020202020204" pitchFamily="34" charset="0"/>
                        </a:rPr>
                        <a:t>are outside the template’s printable area</a:t>
                      </a:r>
                      <a:r>
                        <a:rPr lang="en-US" sz="2800" noProof="0">
                          <a:solidFill>
                            <a:srgbClr val="D9D9D9"/>
                          </a:solidFill>
                          <a:latin typeface="Arial" panose="020B0604020202020204" pitchFamily="34" charset="0"/>
                          <a:cs typeface="Arial" panose="020B0604020202020204" pitchFamily="34" charset="0"/>
                        </a:rPr>
                        <a:t> and they will not be on the printed poster</a:t>
                      </a:r>
                      <a:r>
                        <a:rPr lang="en-US" sz="2800" baseline="0" noProof="0">
                          <a:solidFill>
                            <a:srgbClr val="D9D9D9"/>
                          </a:solidFill>
                          <a:latin typeface="Arial" panose="020B0604020202020204" pitchFamily="34" charset="0"/>
                          <a:cs typeface="Arial" panose="020B0604020202020204" pitchFamily="34" charset="0"/>
                        </a:rPr>
                        <a:t>. </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800" baseline="0" noProof="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2800" baseline="0" noProof="0">
                          <a:solidFill>
                            <a:srgbClr val="D9D9D9"/>
                          </a:solidFill>
                          <a:latin typeface="Arial" panose="020B0604020202020204" pitchFamily="34" charset="0"/>
                          <a:cs typeface="Arial" panose="020B0604020202020204" pitchFamily="34" charset="0"/>
                        </a:rPr>
                        <a:t>If you create a PDF file from your template, the guides will not be included.</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800" baseline="0" noProof="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2800" baseline="0" noProof="0">
                          <a:solidFill>
                            <a:srgbClr val="D9D9D9"/>
                          </a:solidFill>
                          <a:latin typeface="Arial" panose="020B0604020202020204" pitchFamily="34" charset="0"/>
                          <a:cs typeface="Arial" panose="020B0604020202020204" pitchFamily="34" charset="0"/>
                        </a:rPr>
                        <a:t>To hide the guides click on the </a:t>
                      </a:r>
                      <a:r>
                        <a:rPr lang="en-US" sz="2800" b="1" baseline="0" noProof="0">
                          <a:solidFill>
                            <a:srgbClr val="D9D9D9"/>
                          </a:solidFill>
                          <a:latin typeface="Arial" panose="020B0604020202020204" pitchFamily="34" charset="0"/>
                          <a:cs typeface="Arial" panose="020B0604020202020204" pitchFamily="34" charset="0"/>
                        </a:rPr>
                        <a:t>Home</a:t>
                      </a:r>
                      <a:r>
                        <a:rPr lang="en-US" sz="2800" baseline="0" noProof="0">
                          <a:solidFill>
                            <a:srgbClr val="D9D9D9"/>
                          </a:solidFill>
                          <a:latin typeface="Arial" panose="020B0604020202020204" pitchFamily="34" charset="0"/>
                          <a:cs typeface="Arial" panose="020B0604020202020204" pitchFamily="34" charset="0"/>
                        </a:rPr>
                        <a:t> tab (top of the screen) and then click on the </a:t>
                      </a:r>
                      <a:r>
                        <a:rPr lang="en-US" sz="2800" b="1" baseline="0" noProof="0">
                          <a:solidFill>
                            <a:srgbClr val="D9D9D9"/>
                          </a:solidFill>
                          <a:latin typeface="Arial" panose="020B0604020202020204" pitchFamily="34" charset="0"/>
                          <a:cs typeface="Arial" panose="020B0604020202020204" pitchFamily="34" charset="0"/>
                        </a:rPr>
                        <a:t>Layout</a:t>
                      </a:r>
                      <a:r>
                        <a:rPr lang="en-US" sz="2800" baseline="0" noProof="0">
                          <a:solidFill>
                            <a:srgbClr val="D9D9D9"/>
                          </a:solidFill>
                          <a:latin typeface="Arial" panose="020B0604020202020204" pitchFamily="34" charset="0"/>
                          <a:cs typeface="Arial" panose="020B0604020202020204" pitchFamily="34" charset="0"/>
                        </a:rPr>
                        <a:t> button below to see the available layouts. Choose the </a:t>
                      </a:r>
                      <a:r>
                        <a:rPr lang="en-US" sz="2800" b="1" baseline="0" noProof="0">
                          <a:solidFill>
                            <a:srgbClr val="D9D9D9"/>
                          </a:solidFill>
                          <a:latin typeface="Arial" panose="020B0604020202020204" pitchFamily="34" charset="0"/>
                          <a:cs typeface="Arial" panose="020B0604020202020204" pitchFamily="34" charset="0"/>
                        </a:rPr>
                        <a:t>Without Guides </a:t>
                      </a:r>
                      <a:r>
                        <a:rPr lang="en-US" sz="2800" b="0" baseline="0" noProof="0">
                          <a:solidFill>
                            <a:srgbClr val="D9D9D9"/>
                          </a:solidFill>
                          <a:latin typeface="Arial" panose="020B0604020202020204" pitchFamily="34" charset="0"/>
                          <a:cs typeface="Arial" panose="020B0604020202020204" pitchFamily="34" charset="0"/>
                        </a:rPr>
                        <a:t>layout</a:t>
                      </a:r>
                      <a:r>
                        <a:rPr lang="en-US" sz="2800" baseline="0" noProof="0">
                          <a:solidFill>
                            <a:srgbClr val="D9D9D9"/>
                          </a:solidFill>
                          <a:latin typeface="Arial" panose="020B0604020202020204" pitchFamily="34" charset="0"/>
                          <a:cs typeface="Arial" panose="020B0604020202020204" pitchFamily="34" charset="0"/>
                        </a:rPr>
                        <a:t>.</a:t>
                      </a:r>
                      <a:endParaRPr lang="en-US" sz="2800" noProof="0" dirty="0">
                        <a:solidFill>
                          <a:srgbClr val="D9D9D9"/>
                        </a:solidFill>
                        <a:latin typeface="Arial" panose="020B0604020202020204" pitchFamily="34" charset="0"/>
                        <a:cs typeface="Arial" panose="020B0604020202020204" pitchFamily="34" charset="0"/>
                      </a:endParaRPr>
                    </a:p>
                  </a:txBody>
                  <a:tcPr marL="182880" marT="137160">
                    <a:solidFill>
                      <a:srgbClr val="010101"/>
                    </a:solidFill>
                  </a:tcPr>
                </a:tc>
                <a:extLst>
                  <a:ext uri="{0D108BD9-81ED-4DB2-BD59-A6C34878D82A}">
                    <a16:rowId xmlns:a16="http://schemas.microsoft.com/office/drawing/2014/main" val="10005"/>
                  </a:ext>
                </a:extLst>
              </a:tr>
              <a:tr h="6567070">
                <a:tc>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400" noProof="0" dirty="0">
                        <a:solidFill>
                          <a:srgbClr val="D9D9D9"/>
                        </a:solidFill>
                        <a:latin typeface="Arial" panose="020B0604020202020204" pitchFamily="34" charset="0"/>
                        <a:cs typeface="Arial" panose="020B0604020202020204" pitchFamily="34" charset="0"/>
                      </a:endParaRPr>
                    </a:p>
                  </a:txBody>
                  <a:tcPr marL="182880" marT="137160">
                    <a:solidFill>
                      <a:srgbClr val="010101"/>
                    </a:solidFill>
                  </a:tcPr>
                </a:tc>
                <a:tc gridSpan="2" vMerge="1">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800" noProof="0" dirty="0">
                        <a:solidFill>
                          <a:srgbClr val="D9D9D9"/>
                        </a:solidFill>
                        <a:latin typeface="Arial" panose="020B0604020202020204" pitchFamily="34" charset="0"/>
                        <a:cs typeface="Arial" panose="020B0604020202020204" pitchFamily="34" charset="0"/>
                      </a:endParaRPr>
                    </a:p>
                  </a:txBody>
                  <a:tcPr marL="182880" marT="137160">
                    <a:solidFill>
                      <a:srgbClr val="010101"/>
                    </a:solidFill>
                  </a:tcPr>
                </a:tc>
                <a:tc hMerge="1" vMerge="1">
                  <a:txBody>
                    <a:bodyPr/>
                    <a:lstStyle/>
                    <a:p>
                      <a:endParaRPr lang="en-US"/>
                    </a:p>
                  </a:txBody>
                  <a:tcPr/>
                </a:tc>
                <a:extLst>
                  <a:ext uri="{0D108BD9-81ED-4DB2-BD59-A6C34878D82A}">
                    <a16:rowId xmlns:a16="http://schemas.microsoft.com/office/drawing/2014/main" val="1766341567"/>
                  </a:ext>
                </a:extLst>
              </a:tr>
              <a:tr h="5578616">
                <a:tc>
                  <a:txBody>
                    <a:bodyPr/>
                    <a:lstStyle/>
                    <a:p>
                      <a:pPr rtl="0"/>
                      <a:r>
                        <a:rPr lang="en-US" sz="2800" b="1" dirty="0">
                          <a:solidFill>
                            <a:srgbClr val="FFC000"/>
                          </a:solidFill>
                          <a:latin typeface="Arial" panose="020B0604020202020204" pitchFamily="34" charset="0"/>
                          <a:cs typeface="Arial" panose="020B0604020202020204" pitchFamily="34" charset="0"/>
                        </a:rPr>
                        <a:t>How to</a:t>
                      </a:r>
                      <a:r>
                        <a:rPr lang="en-US" sz="2800" b="1" baseline="0" dirty="0">
                          <a:solidFill>
                            <a:srgbClr val="FFC000"/>
                          </a:solidFill>
                          <a:latin typeface="Arial" panose="020B0604020202020204" pitchFamily="34" charset="0"/>
                          <a:cs typeface="Arial" panose="020B0604020202020204" pitchFamily="34" charset="0"/>
                        </a:rPr>
                        <a:t> preview your poster prior to printing</a:t>
                      </a:r>
                      <a:endParaRPr lang="en-US" sz="2800" b="1" dirty="0">
                        <a:solidFill>
                          <a:srgbClr val="FFC000"/>
                        </a:solidFill>
                        <a:latin typeface="Arial" panose="020B0604020202020204" pitchFamily="34" charset="0"/>
                        <a:cs typeface="Arial" panose="020B0604020202020204" pitchFamily="34" charset="0"/>
                      </a:endParaRPr>
                    </a:p>
                    <a:p>
                      <a:pPr rtl="0"/>
                      <a:r>
                        <a:rPr lang="en-US" sz="2400" dirty="0">
                          <a:solidFill>
                            <a:srgbClr val="D9D9D9"/>
                          </a:solidFill>
                          <a:latin typeface="Arial" panose="020B0604020202020204" pitchFamily="34" charset="0"/>
                          <a:cs typeface="Arial" panose="020B0604020202020204" pitchFamily="34" charset="0"/>
                        </a:rPr>
                        <a:t>You can preview your poster at any time by pressing the </a:t>
                      </a:r>
                      <a:r>
                        <a:rPr lang="en-US" sz="2400" dirty="0">
                          <a:solidFill>
                            <a:srgbClr val="FFC000"/>
                          </a:solidFill>
                          <a:latin typeface="Arial" panose="020B0604020202020204" pitchFamily="34" charset="0"/>
                          <a:cs typeface="Arial" panose="020B0604020202020204" pitchFamily="34" charset="0"/>
                        </a:rPr>
                        <a:t>F5 key</a:t>
                      </a:r>
                      <a:r>
                        <a:rPr lang="en-US" sz="2400" dirty="0">
                          <a:solidFill>
                            <a:srgbClr val="D9D9D9"/>
                          </a:solidFill>
                          <a:latin typeface="Arial" panose="020B0604020202020204" pitchFamily="34" charset="0"/>
                          <a:cs typeface="Arial" panose="020B0604020202020204" pitchFamily="34" charset="0"/>
                        </a:rPr>
                        <a:t> on your keyboard. You will see on the screen what's on your poster and how it should look when printed. Press the </a:t>
                      </a:r>
                      <a:r>
                        <a:rPr lang="en-US" sz="2400" dirty="0">
                          <a:solidFill>
                            <a:srgbClr val="FFC000"/>
                          </a:solidFill>
                          <a:latin typeface="Arial" panose="020B0604020202020204" pitchFamily="34" charset="0"/>
                          <a:cs typeface="Arial" panose="020B0604020202020204" pitchFamily="34" charset="0"/>
                        </a:rPr>
                        <a:t>ESC key </a:t>
                      </a:r>
                      <a:r>
                        <a:rPr lang="en-US" sz="2400" dirty="0">
                          <a:solidFill>
                            <a:srgbClr val="D9D9D9"/>
                          </a:solidFill>
                          <a:latin typeface="Arial" panose="020B0604020202020204" pitchFamily="34" charset="0"/>
                          <a:cs typeface="Arial" panose="020B0604020202020204" pitchFamily="34" charset="0"/>
                        </a:rPr>
                        <a:t>to exit Preview.</a:t>
                      </a:r>
                    </a:p>
                  </a:txBody>
                  <a:tcPr marL="182880" marT="137160">
                    <a:solidFill>
                      <a:srgbClr val="010101"/>
                    </a:solidFill>
                  </a:tcPr>
                </a:tc>
                <a:tc gridSpan="2">
                  <a:txBody>
                    <a:bodyPr/>
                    <a:lstStyle/>
                    <a:p>
                      <a:pPr rtl="0"/>
                      <a:r>
                        <a:rPr lang="en-US" sz="11500" b="1" dirty="0">
                          <a:solidFill>
                            <a:srgbClr val="D9D9D9"/>
                          </a:solidFill>
                          <a:latin typeface="Arial" panose="020B0604020202020204" pitchFamily="34" charset="0"/>
                          <a:cs typeface="Arial" panose="020B0604020202020204" pitchFamily="34" charset="0"/>
                        </a:rPr>
                        <a:t>F5</a:t>
                      </a:r>
                      <a:r>
                        <a:rPr lang="en-US" sz="2400" baseline="0" dirty="0">
                          <a:solidFill>
                            <a:srgbClr val="D9D9D9"/>
                          </a:solidFill>
                          <a:latin typeface="Arial" panose="020B0604020202020204" pitchFamily="34" charset="0"/>
                          <a:cs typeface="Arial" panose="020B0604020202020204" pitchFamily="34" charset="0"/>
                        </a:rPr>
                        <a:t> </a:t>
                      </a:r>
                      <a:endParaRPr lang="en-US" sz="2400" dirty="0">
                        <a:solidFill>
                          <a:srgbClr val="D9D9D9"/>
                        </a:solidFill>
                        <a:latin typeface="Arial" panose="020B0604020202020204" pitchFamily="34" charset="0"/>
                        <a:cs typeface="Arial" panose="020B0604020202020204" pitchFamily="34" charset="0"/>
                      </a:endParaRPr>
                    </a:p>
                  </a:txBody>
                  <a:tcPr marL="182880" marT="137160">
                    <a:solidFill>
                      <a:schemeClr val="tx1">
                        <a:lumMod val="95000"/>
                        <a:lumOff val="5000"/>
                      </a:schemeClr>
                    </a:solidFill>
                  </a:tcPr>
                </a:tc>
                <a:tc hMerge="1">
                  <a:txBody>
                    <a:bodyPr/>
                    <a:lstStyle/>
                    <a:p>
                      <a:pPr algn="ctr"/>
                      <a:r>
                        <a:rPr lang="en-US" sz="13800" b="1" dirty="0">
                          <a:solidFill>
                            <a:srgbClr val="D9D9D9"/>
                          </a:solidFill>
                          <a:latin typeface="Arial" panose="020B0604020202020204" pitchFamily="34" charset="0"/>
                          <a:cs typeface="Arial" panose="020B0604020202020204" pitchFamily="34" charset="0"/>
                        </a:rPr>
                        <a:t>F5</a:t>
                      </a:r>
                      <a:r>
                        <a:rPr lang="en-US" sz="2800" baseline="0" dirty="0">
                          <a:solidFill>
                            <a:srgbClr val="D9D9D9"/>
                          </a:solidFill>
                          <a:latin typeface="Arial" panose="020B0604020202020204" pitchFamily="34" charset="0"/>
                          <a:cs typeface="Arial" panose="020B0604020202020204" pitchFamily="34" charset="0"/>
                        </a:rPr>
                        <a:t> </a:t>
                      </a:r>
                      <a:endParaRPr lang="en-US" sz="6000" dirty="0"/>
                    </a:p>
                  </a:txBody>
                  <a:tcPr marL="182880" marT="137160" anchor="ctr">
                    <a:solidFill>
                      <a:schemeClr val="tx1">
                        <a:lumMod val="95000"/>
                        <a:lumOff val="5000"/>
                      </a:schemeClr>
                    </a:solidFill>
                  </a:tcPr>
                </a:tc>
                <a:extLst>
                  <a:ext uri="{0D108BD9-81ED-4DB2-BD59-A6C34878D82A}">
                    <a16:rowId xmlns:a16="http://schemas.microsoft.com/office/drawing/2014/main" val="10006"/>
                  </a:ext>
                </a:extLst>
              </a:tr>
              <a:tr h="6401119">
                <a:tc gridSpan="3">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2800" b="1" noProof="0" dirty="0">
                          <a:solidFill>
                            <a:srgbClr val="FFC000"/>
                          </a:solidFill>
                          <a:latin typeface="Arial"/>
                          <a:cs typeface="Arial"/>
                        </a:rPr>
                        <a:t>How to print your poster</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2400" noProof="0" dirty="0">
                          <a:solidFill>
                            <a:srgbClr val="D9D9D9"/>
                          </a:solidFill>
                          <a:latin typeface="Arial"/>
                          <a:cs typeface="Arial"/>
                        </a:rPr>
                        <a:t>When you are ready to have your poster printed go online to </a:t>
                      </a:r>
                      <a:r>
                        <a:rPr lang="en-US" sz="2400" noProof="0" dirty="0" err="1">
                          <a:solidFill>
                            <a:srgbClr val="FFC000"/>
                          </a:solidFill>
                          <a:latin typeface="Arial"/>
                          <a:cs typeface="Arial"/>
                        </a:rPr>
                        <a:t>PosterPresentations.com</a:t>
                      </a:r>
                      <a:r>
                        <a:rPr lang="en-US" sz="2400" noProof="0" dirty="0">
                          <a:solidFill>
                            <a:srgbClr val="D9D9D9"/>
                          </a:solidFill>
                          <a:latin typeface="Arial"/>
                          <a:cs typeface="Arial"/>
                        </a:rPr>
                        <a:t> and click on the "</a:t>
                      </a:r>
                      <a:r>
                        <a:rPr lang="en-US" sz="2400" noProof="0" dirty="0">
                          <a:solidFill>
                            <a:srgbClr val="FFC000"/>
                          </a:solidFill>
                          <a:latin typeface="Arial"/>
                          <a:cs typeface="Arial"/>
                        </a:rPr>
                        <a:t>Order Your Poster</a:t>
                      </a:r>
                      <a:r>
                        <a:rPr lang="en-US" sz="2400" noProof="0" dirty="0">
                          <a:solidFill>
                            <a:srgbClr val="D9D9D9"/>
                          </a:solidFill>
                          <a:latin typeface="Arial"/>
                          <a:cs typeface="Arial"/>
                        </a:rPr>
                        <a:t>" button. You can have your poster printed on professional papers, fabric for easy traveling and a variety of other materials. </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2400" noProof="0" dirty="0">
                          <a:solidFill>
                            <a:srgbClr val="D9D9D9"/>
                          </a:solidFill>
                          <a:latin typeface="Arial"/>
                          <a:cs typeface="Arial"/>
                        </a:rPr>
                        <a:t>If you submit a PowerPoint document, you will be receiving a PDF proof for your approval prior to printing. If your order is placed and paid for before noon (Pacific time) Monday-Friday, your order will ship out that same day. FedEx Next day, Second day, Third day, and Free Ground services are offered. </a:t>
                      </a:r>
                    </a:p>
                    <a:p>
                      <a:pPr marL="0" marR="0" lvl="0" indent="0" algn="l" defTabSz="114300" rtl="0" eaLnBrk="1" fontAlgn="auto" latinLnBrk="0" hangingPunct="1">
                        <a:lnSpc>
                          <a:spcPct val="100000"/>
                        </a:lnSpc>
                        <a:spcBef>
                          <a:spcPts val="0"/>
                        </a:spcBef>
                        <a:spcAft>
                          <a:spcPts val="0"/>
                        </a:spcAft>
                        <a:buClrTx/>
                        <a:buSzTx/>
                        <a:buFontTx/>
                        <a:buNone/>
                        <a:tabLst/>
                        <a:defRPr/>
                      </a:pPr>
                      <a:br>
                        <a:rPr lang="en-US" sz="2400" noProof="0" dirty="0">
                          <a:solidFill>
                            <a:srgbClr val="D9D9D9"/>
                          </a:solidFill>
                          <a:latin typeface="Arial"/>
                          <a:cs typeface="Arial"/>
                        </a:rPr>
                      </a:br>
                      <a:r>
                        <a:rPr lang="en-US" sz="2400" noProof="0" dirty="0">
                          <a:solidFill>
                            <a:srgbClr val="D9D9D9"/>
                          </a:solidFill>
                          <a:latin typeface="Arial"/>
                          <a:cs typeface="Arial"/>
                        </a:rPr>
                        <a:t>Go to </a:t>
                      </a:r>
                      <a:r>
                        <a:rPr lang="en-US" sz="2400" noProof="0" dirty="0" err="1">
                          <a:solidFill>
                            <a:srgbClr val="FFC000"/>
                          </a:solidFill>
                          <a:latin typeface="Arial"/>
                          <a:cs typeface="Arial"/>
                        </a:rPr>
                        <a:t>PosterPresentations.com</a:t>
                      </a:r>
                      <a:r>
                        <a:rPr lang="en-US" sz="2400" noProof="0" dirty="0">
                          <a:solidFill>
                            <a:srgbClr val="D9D9D9"/>
                          </a:solidFill>
                          <a:latin typeface="Arial"/>
                          <a:cs typeface="Arial"/>
                        </a:rPr>
                        <a:t> for more information.</a:t>
                      </a:r>
                    </a:p>
                  </a:txBody>
                  <a:tcPr marL="182880" marT="137160">
                    <a:solidFill>
                      <a:srgbClr val="010101"/>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7"/>
                  </a:ext>
                </a:extLst>
              </a:tr>
              <a:tr h="1262579">
                <a:tc gridSpan="3">
                  <a:txBody>
                    <a:bodyPr/>
                    <a:lstStyle/>
                    <a:p>
                      <a:endParaRPr lang="en-US" sz="2400" dirty="0">
                        <a:solidFill>
                          <a:srgbClr val="1F3A4E"/>
                        </a:solidFill>
                      </a:endParaRPr>
                    </a:p>
                  </a:txBody>
                  <a:tcPr marL="182880" marT="137160">
                    <a:blipFill dpi="0" rotWithShape="1">
                      <a:blip r:embed="rId9">
                        <a:extLst>
                          <a:ext uri="{28A0092B-C50C-407E-A947-70E740481C1C}">
                            <a14:useLocalDpi xmlns:a14="http://schemas.microsoft.com/office/drawing/2010/main" val="0"/>
                          </a:ext>
                        </a:extLst>
                      </a:blip>
                      <a:srcRect/>
                      <a:stretch>
                        <a:fillRect/>
                      </a:stretch>
                    </a:blip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8"/>
                  </a:ext>
                </a:extLst>
              </a:tr>
              <a:tr h="1716228">
                <a:tc gridSpan="2">
                  <a:txBody>
                    <a:bodyPr/>
                    <a:lstStyle/>
                    <a:p>
                      <a:pPr>
                        <a:lnSpc>
                          <a:spcPts val="2600"/>
                        </a:lnSpc>
                      </a:pPr>
                      <a:r>
                        <a:rPr lang="en-US" sz="2000" dirty="0">
                          <a:solidFill>
                            <a:schemeClr val="bg1">
                              <a:lumMod val="85000"/>
                            </a:schemeClr>
                          </a:solidFill>
                          <a:latin typeface="Arial"/>
                          <a:cs typeface="Arial"/>
                        </a:rPr>
                        <a:t>© 2019</a:t>
                      </a:r>
                      <a:r>
                        <a:rPr lang="en-US" sz="2000" baseline="0" dirty="0">
                          <a:solidFill>
                            <a:schemeClr val="bg1">
                              <a:lumMod val="85000"/>
                            </a:schemeClr>
                          </a:solidFill>
                          <a:latin typeface="Arial"/>
                          <a:cs typeface="Arial"/>
                        </a:rPr>
                        <a:t> </a:t>
                      </a:r>
                      <a:r>
                        <a:rPr lang="en-US" sz="2000" dirty="0" err="1">
                          <a:solidFill>
                            <a:schemeClr val="bg1">
                              <a:lumMod val="85000"/>
                            </a:schemeClr>
                          </a:solidFill>
                          <a:latin typeface="Arial"/>
                          <a:cs typeface="Arial"/>
                        </a:rPr>
                        <a:t>PosterPresentations.com</a:t>
                      </a:r>
                      <a:br>
                        <a:rPr lang="en-US" sz="2000" dirty="0">
                          <a:solidFill>
                            <a:schemeClr val="bg1">
                              <a:lumMod val="85000"/>
                            </a:schemeClr>
                          </a:solidFill>
                          <a:latin typeface="Arial"/>
                          <a:cs typeface="Arial"/>
                        </a:rPr>
                      </a:br>
                      <a:r>
                        <a:rPr lang="en-US" sz="2000" dirty="0">
                          <a:solidFill>
                            <a:schemeClr val="bg1">
                              <a:lumMod val="85000"/>
                            </a:schemeClr>
                          </a:solidFill>
                          <a:latin typeface="Arial"/>
                          <a:cs typeface="Arial"/>
                        </a:rPr>
                        <a:t>2117 Fourth Street ,</a:t>
                      </a:r>
                      <a:r>
                        <a:rPr lang="en-US" sz="2000" baseline="0" dirty="0">
                          <a:solidFill>
                            <a:schemeClr val="bg1">
                              <a:lumMod val="85000"/>
                            </a:schemeClr>
                          </a:solidFill>
                          <a:latin typeface="Arial"/>
                          <a:cs typeface="Arial"/>
                        </a:rPr>
                        <a:t> STE C        </a:t>
                      </a:r>
                    </a:p>
                    <a:p>
                      <a:pPr>
                        <a:lnSpc>
                          <a:spcPts val="2600"/>
                        </a:lnSpc>
                      </a:pPr>
                      <a:r>
                        <a:rPr lang="en-US" sz="2000" baseline="0" dirty="0">
                          <a:solidFill>
                            <a:schemeClr val="bg1">
                              <a:lumMod val="85000"/>
                            </a:schemeClr>
                          </a:solidFill>
                          <a:latin typeface="Arial"/>
                          <a:cs typeface="Arial"/>
                        </a:rPr>
                        <a:t>Berkeley CA 94710 USA</a:t>
                      </a:r>
                      <a:endParaRPr lang="en-US" sz="2000" dirty="0">
                        <a:solidFill>
                          <a:schemeClr val="bg1">
                            <a:lumMod val="85000"/>
                          </a:schemeClr>
                        </a:solidFill>
                        <a:latin typeface="Arial"/>
                        <a:cs typeface="Arial"/>
                      </a:endParaRPr>
                    </a:p>
                  </a:txBody>
                  <a:tcPr marL="182880" marT="137160">
                    <a:solidFill>
                      <a:srgbClr val="010101"/>
                    </a:solidFill>
                  </a:tcPr>
                </a:tc>
                <a:tc hMerge="1">
                  <a:txBody>
                    <a:bodyPr/>
                    <a:lstStyle/>
                    <a:p>
                      <a:pPr>
                        <a:lnSpc>
                          <a:spcPts val="2600"/>
                        </a:lnSpc>
                      </a:pPr>
                      <a:endParaRPr lang="en-US" sz="2400" dirty="0">
                        <a:solidFill>
                          <a:schemeClr val="bg1">
                            <a:lumMod val="85000"/>
                          </a:schemeClr>
                        </a:solidFill>
                        <a:latin typeface="Arial"/>
                        <a:cs typeface="Arial"/>
                      </a:endParaRPr>
                    </a:p>
                  </a:txBody>
                  <a:tcPr marL="182880" marT="137160">
                    <a:solidFill>
                      <a:srgbClr val="010101"/>
                    </a:solidFill>
                  </a:tcPr>
                </a:tc>
                <a:tc>
                  <a:txBody>
                    <a:bodyPr/>
                    <a:lstStyle/>
                    <a:p>
                      <a:pPr marL="0" marR="0" indent="0" algn="l" defTabSz="4388900" rtl="0" eaLnBrk="1" fontAlgn="auto" latinLnBrk="0" hangingPunct="1">
                        <a:lnSpc>
                          <a:spcPct val="100000"/>
                        </a:lnSpc>
                        <a:spcBef>
                          <a:spcPts val="0"/>
                        </a:spcBef>
                        <a:spcAft>
                          <a:spcPts val="0"/>
                        </a:spcAft>
                        <a:buClrTx/>
                        <a:buSzTx/>
                        <a:buFontTx/>
                        <a:buNone/>
                        <a:tabLst/>
                        <a:defRPr/>
                      </a:pPr>
                      <a:r>
                        <a:rPr lang="en-US" sz="2400" b="1" dirty="0">
                          <a:solidFill>
                            <a:srgbClr val="D0D0D0"/>
                          </a:solidFill>
                          <a:latin typeface="Arial"/>
                          <a:cs typeface="Arial"/>
                        </a:rPr>
                        <a:t>For complete tutorials</a:t>
                      </a:r>
                      <a:r>
                        <a:rPr lang="en-US" sz="2400" b="1" baseline="0" dirty="0">
                          <a:solidFill>
                            <a:srgbClr val="D0D0D0"/>
                          </a:solidFill>
                          <a:latin typeface="Arial"/>
                          <a:cs typeface="Arial"/>
                        </a:rPr>
                        <a:t> visit:</a:t>
                      </a:r>
                    </a:p>
                    <a:p>
                      <a:pPr marL="0" marR="0" indent="0" algn="l" defTabSz="4388900" rtl="0" eaLnBrk="1" fontAlgn="auto" latinLnBrk="0" hangingPunct="1">
                        <a:lnSpc>
                          <a:spcPct val="100000"/>
                        </a:lnSpc>
                        <a:spcBef>
                          <a:spcPts val="0"/>
                        </a:spcBef>
                        <a:spcAft>
                          <a:spcPts val="0"/>
                        </a:spcAft>
                        <a:buClrTx/>
                        <a:buSzTx/>
                        <a:buFontTx/>
                        <a:buNone/>
                        <a:tabLst/>
                        <a:defRPr/>
                      </a:pPr>
                      <a:r>
                        <a:rPr lang="en-US" sz="1800" b="1" dirty="0">
                          <a:solidFill>
                            <a:srgbClr val="FFC000"/>
                          </a:solidFill>
                          <a:latin typeface="Arial"/>
                          <a:cs typeface="Arial"/>
                        </a:rPr>
                        <a:t>https://</a:t>
                      </a:r>
                      <a:r>
                        <a:rPr lang="en-US" sz="1800" b="1" dirty="0" err="1">
                          <a:solidFill>
                            <a:srgbClr val="FFC000"/>
                          </a:solidFill>
                          <a:latin typeface="Arial"/>
                          <a:cs typeface="Arial"/>
                        </a:rPr>
                        <a:t>www.posterpresentations.com</a:t>
                      </a:r>
                      <a:r>
                        <a:rPr lang="en-US" sz="1800" b="1" dirty="0">
                          <a:solidFill>
                            <a:srgbClr val="FFC000"/>
                          </a:solidFill>
                          <a:latin typeface="Arial"/>
                          <a:cs typeface="Arial"/>
                        </a:rPr>
                        <a:t>/</a:t>
                      </a:r>
                      <a:r>
                        <a:rPr lang="en-US" sz="1800" b="1" dirty="0" err="1">
                          <a:solidFill>
                            <a:srgbClr val="FFC000"/>
                          </a:solidFill>
                          <a:latin typeface="Arial"/>
                          <a:cs typeface="Arial"/>
                        </a:rPr>
                        <a:t>helpdesk.html</a:t>
                      </a:r>
                      <a:endParaRPr lang="en-US" sz="13800" dirty="0"/>
                    </a:p>
                  </a:txBody>
                  <a:tcPr marL="182880" marT="137160">
                    <a:solidFill>
                      <a:srgbClr val="010101"/>
                    </a:solidFill>
                  </a:tcPr>
                </a:tc>
                <a:extLst>
                  <a:ext uri="{0D108BD9-81ED-4DB2-BD59-A6C34878D82A}">
                    <a16:rowId xmlns:a16="http://schemas.microsoft.com/office/drawing/2014/main" val="10009"/>
                  </a:ext>
                </a:extLst>
              </a:tr>
            </a:tbl>
          </a:graphicData>
        </a:graphic>
      </p:graphicFrame>
    </p:spTree>
  </p:cSld>
  <p:clrMap bg1="lt1" tx1="dk1" bg2="lt2" tx2="dk2" accent1="accent1" accent2="accent2" accent3="accent3" accent4="accent4" accent5="accent5" accent6="accent6" hlink="hlink" folHlink="folHlink"/>
  <p:sldLayoutIdLst>
    <p:sldLayoutId id="2147483654" r:id="rId1"/>
  </p:sldLayoutIdLst>
  <p:txStyles>
    <p:titleStyle>
      <a:lvl1pPr algn="ctr" defTabSz="3599776" rtl="0" eaLnBrk="1" latinLnBrk="0" hangingPunct="1">
        <a:spcBef>
          <a:spcPct val="0"/>
        </a:spcBef>
        <a:buNone/>
        <a:defRPr sz="7200" kern="1200">
          <a:solidFill>
            <a:schemeClr val="bg1"/>
          </a:solidFill>
          <a:latin typeface="Trebuchet MS" pitchFamily="34" charset="0"/>
          <a:ea typeface="+mj-ea"/>
          <a:cs typeface="+mj-cs"/>
        </a:defRPr>
      </a:lvl1pPr>
    </p:titleStyle>
    <p:bodyStyle>
      <a:lvl1pPr marL="1349916" indent="-1349916" algn="l" defTabSz="3599776" rtl="0" eaLnBrk="1" latinLnBrk="0" hangingPunct="1">
        <a:spcBef>
          <a:spcPct val="20000"/>
        </a:spcBef>
        <a:buFont typeface="Arial" pitchFamily="34" charset="0"/>
        <a:buChar char="•"/>
        <a:defRPr sz="12600" kern="1200">
          <a:solidFill>
            <a:schemeClr val="tx1"/>
          </a:solidFill>
          <a:latin typeface="+mn-lt"/>
          <a:ea typeface="+mn-ea"/>
          <a:cs typeface="+mn-cs"/>
        </a:defRPr>
      </a:lvl1pPr>
      <a:lvl2pPr marL="2924818" indent="-1124930" algn="l" defTabSz="3599776" rtl="0" eaLnBrk="1" latinLnBrk="0" hangingPunct="1">
        <a:spcBef>
          <a:spcPct val="20000"/>
        </a:spcBef>
        <a:buFont typeface="Arial" pitchFamily="34" charset="0"/>
        <a:buChar char="–"/>
        <a:defRPr sz="11100" kern="1200">
          <a:solidFill>
            <a:schemeClr val="tx1"/>
          </a:solidFill>
          <a:latin typeface="+mn-lt"/>
          <a:ea typeface="+mn-ea"/>
          <a:cs typeface="+mn-cs"/>
        </a:defRPr>
      </a:lvl2pPr>
      <a:lvl3pPr marL="4499721" indent="-899945" algn="l" defTabSz="3599776" rtl="0" eaLnBrk="1" latinLnBrk="0" hangingPunct="1">
        <a:spcBef>
          <a:spcPct val="20000"/>
        </a:spcBef>
        <a:buFont typeface="Arial" pitchFamily="34" charset="0"/>
        <a:buChar char="•"/>
        <a:defRPr sz="9500" kern="1200">
          <a:solidFill>
            <a:schemeClr val="tx1"/>
          </a:solidFill>
          <a:latin typeface="+mn-lt"/>
          <a:ea typeface="+mn-ea"/>
          <a:cs typeface="+mn-cs"/>
        </a:defRPr>
      </a:lvl3pPr>
      <a:lvl4pPr marL="6299609" indent="-899945" algn="l" defTabSz="3599776" rtl="0" eaLnBrk="1" latinLnBrk="0" hangingPunct="1">
        <a:spcBef>
          <a:spcPct val="20000"/>
        </a:spcBef>
        <a:buFont typeface="Arial" pitchFamily="34" charset="0"/>
        <a:buChar char="–"/>
        <a:defRPr sz="7900" kern="1200">
          <a:solidFill>
            <a:schemeClr val="tx1"/>
          </a:solidFill>
          <a:latin typeface="+mn-lt"/>
          <a:ea typeface="+mn-ea"/>
          <a:cs typeface="+mn-cs"/>
        </a:defRPr>
      </a:lvl4pPr>
      <a:lvl5pPr marL="8099496" indent="-899945" algn="l" defTabSz="3599776" rtl="0" eaLnBrk="1" latinLnBrk="0" hangingPunct="1">
        <a:spcBef>
          <a:spcPct val="20000"/>
        </a:spcBef>
        <a:buFont typeface="Arial" pitchFamily="34" charset="0"/>
        <a:buChar char="»"/>
        <a:defRPr sz="7900" kern="1200">
          <a:solidFill>
            <a:schemeClr val="tx1"/>
          </a:solidFill>
          <a:latin typeface="+mn-lt"/>
          <a:ea typeface="+mn-ea"/>
          <a:cs typeface="+mn-cs"/>
        </a:defRPr>
      </a:lvl5pPr>
      <a:lvl6pPr marL="9899385" indent="-899945" algn="l" defTabSz="3599776" rtl="0" eaLnBrk="1" latinLnBrk="0" hangingPunct="1">
        <a:spcBef>
          <a:spcPct val="20000"/>
        </a:spcBef>
        <a:buFont typeface="Arial" pitchFamily="34" charset="0"/>
        <a:buChar char="•"/>
        <a:defRPr sz="7900" kern="1200">
          <a:solidFill>
            <a:schemeClr val="tx1"/>
          </a:solidFill>
          <a:latin typeface="+mn-lt"/>
          <a:ea typeface="+mn-ea"/>
          <a:cs typeface="+mn-cs"/>
        </a:defRPr>
      </a:lvl6pPr>
      <a:lvl7pPr marL="11699272" indent="-899945" algn="l" defTabSz="3599776" rtl="0" eaLnBrk="1" latinLnBrk="0" hangingPunct="1">
        <a:spcBef>
          <a:spcPct val="20000"/>
        </a:spcBef>
        <a:buFont typeface="Arial" pitchFamily="34" charset="0"/>
        <a:buChar char="•"/>
        <a:defRPr sz="7900" kern="1200">
          <a:solidFill>
            <a:schemeClr val="tx1"/>
          </a:solidFill>
          <a:latin typeface="+mn-lt"/>
          <a:ea typeface="+mn-ea"/>
          <a:cs typeface="+mn-cs"/>
        </a:defRPr>
      </a:lvl7pPr>
      <a:lvl8pPr marL="13499161" indent="-899945" algn="l" defTabSz="3599776" rtl="0" eaLnBrk="1" latinLnBrk="0" hangingPunct="1">
        <a:spcBef>
          <a:spcPct val="20000"/>
        </a:spcBef>
        <a:buFont typeface="Arial" pitchFamily="34" charset="0"/>
        <a:buChar char="•"/>
        <a:defRPr sz="7900" kern="1200">
          <a:solidFill>
            <a:schemeClr val="tx1"/>
          </a:solidFill>
          <a:latin typeface="+mn-lt"/>
          <a:ea typeface="+mn-ea"/>
          <a:cs typeface="+mn-cs"/>
        </a:defRPr>
      </a:lvl8pPr>
      <a:lvl9pPr marL="15299049" indent="-899945" algn="l" defTabSz="3599776" rtl="0" eaLnBrk="1" latinLnBrk="0" hangingPunct="1">
        <a:spcBef>
          <a:spcPct val="20000"/>
        </a:spcBef>
        <a:buFont typeface="Arial" pitchFamily="34" charset="0"/>
        <a:buChar char="•"/>
        <a:defRPr sz="7900" kern="1200">
          <a:solidFill>
            <a:schemeClr val="tx1"/>
          </a:solidFill>
          <a:latin typeface="+mn-lt"/>
          <a:ea typeface="+mn-ea"/>
          <a:cs typeface="+mn-cs"/>
        </a:defRPr>
      </a:lvl9pPr>
    </p:bodyStyle>
    <p:otherStyle>
      <a:defPPr>
        <a:defRPr lang="en-US"/>
      </a:defPPr>
      <a:lvl1pPr marL="0" algn="l" defTabSz="3599776" rtl="0" eaLnBrk="1" latinLnBrk="0" hangingPunct="1">
        <a:defRPr sz="7100" kern="1200">
          <a:solidFill>
            <a:schemeClr val="tx1"/>
          </a:solidFill>
          <a:latin typeface="+mn-lt"/>
          <a:ea typeface="+mn-ea"/>
          <a:cs typeface="+mn-cs"/>
        </a:defRPr>
      </a:lvl1pPr>
      <a:lvl2pPr marL="1799889" algn="l" defTabSz="3599776" rtl="0" eaLnBrk="1" latinLnBrk="0" hangingPunct="1">
        <a:defRPr sz="7100" kern="1200">
          <a:solidFill>
            <a:schemeClr val="tx1"/>
          </a:solidFill>
          <a:latin typeface="+mn-lt"/>
          <a:ea typeface="+mn-ea"/>
          <a:cs typeface="+mn-cs"/>
        </a:defRPr>
      </a:lvl2pPr>
      <a:lvl3pPr marL="3599776" algn="l" defTabSz="3599776" rtl="0" eaLnBrk="1" latinLnBrk="0" hangingPunct="1">
        <a:defRPr sz="7100" kern="1200">
          <a:solidFill>
            <a:schemeClr val="tx1"/>
          </a:solidFill>
          <a:latin typeface="+mn-lt"/>
          <a:ea typeface="+mn-ea"/>
          <a:cs typeface="+mn-cs"/>
        </a:defRPr>
      </a:lvl3pPr>
      <a:lvl4pPr marL="5399664" algn="l" defTabSz="3599776" rtl="0" eaLnBrk="1" latinLnBrk="0" hangingPunct="1">
        <a:defRPr sz="7100" kern="1200">
          <a:solidFill>
            <a:schemeClr val="tx1"/>
          </a:solidFill>
          <a:latin typeface="+mn-lt"/>
          <a:ea typeface="+mn-ea"/>
          <a:cs typeface="+mn-cs"/>
        </a:defRPr>
      </a:lvl4pPr>
      <a:lvl5pPr marL="7199552" algn="l" defTabSz="3599776" rtl="0" eaLnBrk="1" latinLnBrk="0" hangingPunct="1">
        <a:defRPr sz="7100" kern="1200">
          <a:solidFill>
            <a:schemeClr val="tx1"/>
          </a:solidFill>
          <a:latin typeface="+mn-lt"/>
          <a:ea typeface="+mn-ea"/>
          <a:cs typeface="+mn-cs"/>
        </a:defRPr>
      </a:lvl5pPr>
      <a:lvl6pPr marL="8999441" algn="l" defTabSz="3599776" rtl="0" eaLnBrk="1" latinLnBrk="0" hangingPunct="1">
        <a:defRPr sz="7100" kern="1200">
          <a:solidFill>
            <a:schemeClr val="tx1"/>
          </a:solidFill>
          <a:latin typeface="+mn-lt"/>
          <a:ea typeface="+mn-ea"/>
          <a:cs typeface="+mn-cs"/>
        </a:defRPr>
      </a:lvl6pPr>
      <a:lvl7pPr marL="10799330" algn="l" defTabSz="3599776" rtl="0" eaLnBrk="1" latinLnBrk="0" hangingPunct="1">
        <a:defRPr sz="7100" kern="1200">
          <a:solidFill>
            <a:schemeClr val="tx1"/>
          </a:solidFill>
          <a:latin typeface="+mn-lt"/>
          <a:ea typeface="+mn-ea"/>
          <a:cs typeface="+mn-cs"/>
        </a:defRPr>
      </a:lvl7pPr>
      <a:lvl8pPr marL="12599217" algn="l" defTabSz="3599776" rtl="0" eaLnBrk="1" latinLnBrk="0" hangingPunct="1">
        <a:defRPr sz="7100" kern="1200">
          <a:solidFill>
            <a:schemeClr val="tx1"/>
          </a:solidFill>
          <a:latin typeface="+mn-lt"/>
          <a:ea typeface="+mn-ea"/>
          <a:cs typeface="+mn-cs"/>
        </a:defRPr>
      </a:lvl8pPr>
      <a:lvl9pPr marL="14399106" algn="l" defTabSz="3599776" rtl="0" eaLnBrk="1" latinLnBrk="0" hangingPunct="1">
        <a:defRPr sz="71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 Id="rId9"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9293" y="520486"/>
            <a:ext cx="23760000" cy="468000"/>
          </a:xfrm>
          <a:prstGeom prst="rect">
            <a:avLst/>
          </a:prstGeom>
          <a:noFill/>
        </p:spPr>
        <p:txBody>
          <a:bodyPr wrap="square" lIns="36000" tIns="36000" rIns="36000" bIns="36000" anchor="ctr">
            <a:spAutoFit/>
          </a:bodyPr>
          <a:lstStyle/>
          <a:p>
            <a:pPr algn="ctr">
              <a:lnSpc>
                <a:spcPct val="105000"/>
              </a:lnSpc>
              <a:spcBef>
                <a:spcPts val="0"/>
              </a:spcBef>
              <a:spcAft>
                <a:spcPts val="0"/>
              </a:spcAft>
            </a:pPr>
            <a:r>
              <a:rPr sz="3200" b="1" i="0" dirty="0">
                <a:solidFill>
                  <a:srgbClr val="5E6E2E"/>
                </a:solidFill>
                <a:latin typeface="Calibri"/>
              </a:rPr>
              <a:t>RUPPIN ACADEMIC CENTER    ·    DEPARTMENT OF COMPUTER SCIENCE    ·    AI &amp; DATA SCIENCE SPECIALIZATION</a:t>
            </a:r>
          </a:p>
        </p:txBody>
      </p:sp>
      <p:sp>
        <p:nvSpPr>
          <p:cNvPr id="3" name="TextBox 2"/>
          <p:cNvSpPr txBox="1"/>
          <p:nvPr/>
        </p:nvSpPr>
        <p:spPr>
          <a:xfrm>
            <a:off x="3259293" y="1030972"/>
            <a:ext cx="18720000" cy="1919363"/>
          </a:xfrm>
          <a:prstGeom prst="rect">
            <a:avLst/>
          </a:prstGeom>
          <a:noFill/>
        </p:spPr>
        <p:txBody>
          <a:bodyPr wrap="square" lIns="36000" tIns="36000" rIns="36000" bIns="36000" anchor="ctr">
            <a:spAutoFit/>
          </a:bodyPr>
          <a:lstStyle/>
          <a:p>
            <a:pPr algn="ctr">
              <a:lnSpc>
                <a:spcPct val="100000"/>
              </a:lnSpc>
              <a:spcBef>
                <a:spcPts val="0"/>
              </a:spcBef>
              <a:spcAft>
                <a:spcPts val="0"/>
              </a:spcAft>
            </a:pPr>
            <a:r>
              <a:rPr sz="6000" b="1" i="0" dirty="0">
                <a:solidFill>
                  <a:srgbClr val="3D4A1F"/>
                </a:solidFill>
                <a:latin typeface="Cambria"/>
              </a:rPr>
              <a:t>Predictive Modeling of Root-Zone Variables
Using Greenhouse Data</a:t>
            </a:r>
          </a:p>
        </p:txBody>
      </p:sp>
      <p:sp>
        <p:nvSpPr>
          <p:cNvPr id="4" name="TextBox 3"/>
          <p:cNvSpPr txBox="1"/>
          <p:nvPr/>
        </p:nvSpPr>
        <p:spPr>
          <a:xfrm>
            <a:off x="3259293" y="2975845"/>
            <a:ext cx="8284343" cy="630869"/>
          </a:xfrm>
          <a:prstGeom prst="rect">
            <a:avLst/>
          </a:prstGeom>
          <a:noFill/>
        </p:spPr>
        <p:txBody>
          <a:bodyPr wrap="square" lIns="36000" tIns="36000" rIns="36000" bIns="36000" anchor="ctr">
            <a:spAutoFit/>
          </a:bodyPr>
          <a:lstStyle/>
          <a:p>
            <a:pPr algn="ctr">
              <a:lnSpc>
                <a:spcPct val="105000"/>
              </a:lnSpc>
              <a:spcBef>
                <a:spcPts val="0"/>
              </a:spcBef>
              <a:spcAft>
                <a:spcPts val="0"/>
              </a:spcAft>
            </a:pPr>
            <a:r>
              <a:rPr lang="en-US" sz="3600" b="1" i="0" dirty="0">
                <a:solidFill>
                  <a:srgbClr val="3D4A1F"/>
                </a:solidFill>
                <a:latin typeface="Calibri"/>
              </a:rPr>
              <a:t>Students: </a:t>
            </a:r>
            <a:r>
              <a:rPr sz="3600" b="1" i="0" dirty="0">
                <a:solidFill>
                  <a:srgbClr val="3D4A1F"/>
                </a:solidFill>
                <a:latin typeface="Calibri"/>
              </a:rPr>
              <a:t>Eden Eliyahu</a:t>
            </a:r>
            <a:r>
              <a:rPr lang="en-US" sz="3600" b="1" dirty="0">
                <a:solidFill>
                  <a:srgbClr val="3D4A1F"/>
                </a:solidFill>
                <a:latin typeface="Calibri"/>
              </a:rPr>
              <a:t>, </a:t>
            </a:r>
            <a:r>
              <a:rPr sz="3600" b="1" i="0" dirty="0">
                <a:solidFill>
                  <a:srgbClr val="3D4A1F"/>
                </a:solidFill>
                <a:latin typeface="Calibri"/>
              </a:rPr>
              <a:t>Oren Chaushu</a:t>
            </a:r>
          </a:p>
        </p:txBody>
      </p:sp>
      <p:sp>
        <p:nvSpPr>
          <p:cNvPr id="5" name="TextBox 4"/>
          <p:cNvSpPr txBox="1"/>
          <p:nvPr/>
        </p:nvSpPr>
        <p:spPr>
          <a:xfrm>
            <a:off x="12615312" y="2975844"/>
            <a:ext cx="9356019" cy="630869"/>
          </a:xfrm>
          <a:prstGeom prst="rect">
            <a:avLst/>
          </a:prstGeom>
          <a:noFill/>
        </p:spPr>
        <p:txBody>
          <a:bodyPr wrap="square" lIns="36000" tIns="36000" rIns="36000" bIns="36000" anchor="ctr">
            <a:spAutoFit/>
          </a:bodyPr>
          <a:lstStyle/>
          <a:p>
            <a:pPr algn="ctr">
              <a:lnSpc>
                <a:spcPct val="105000"/>
              </a:lnSpc>
              <a:spcBef>
                <a:spcPts val="0"/>
              </a:spcBef>
              <a:spcAft>
                <a:spcPts val="0"/>
              </a:spcAft>
            </a:pPr>
            <a:r>
              <a:rPr sz="3600" b="1" dirty="0">
                <a:solidFill>
                  <a:srgbClr val="2E3517"/>
                </a:solidFill>
                <a:latin typeface="Calibri"/>
              </a:rPr>
              <a:t>Supervisors:  Dr. Avner Priel</a:t>
            </a:r>
            <a:r>
              <a:rPr lang="en-US" sz="3600" b="1" dirty="0">
                <a:solidFill>
                  <a:srgbClr val="2E3517"/>
                </a:solidFill>
                <a:latin typeface="Calibri"/>
              </a:rPr>
              <a:t>, </a:t>
            </a:r>
            <a:r>
              <a:rPr sz="3600" b="1" dirty="0">
                <a:solidFill>
                  <a:srgbClr val="2E3517"/>
                </a:solidFill>
                <a:latin typeface="Calibri"/>
              </a:rPr>
              <a:t>Dr. Alaa Jamal</a:t>
            </a:r>
          </a:p>
        </p:txBody>
      </p:sp>
      <p:sp>
        <p:nvSpPr>
          <p:cNvPr id="6" name="Rounded Rectangle 5"/>
          <p:cNvSpPr/>
          <p:nvPr/>
        </p:nvSpPr>
        <p:spPr>
          <a:xfrm>
            <a:off x="1459293" y="3715804"/>
            <a:ext cx="22320000" cy="57600"/>
          </a:xfrm>
          <a:prstGeom prst="roundRect">
            <a:avLst>
              <a:gd name="adj" fmla="val 50000"/>
            </a:avLst>
          </a:prstGeom>
          <a:solidFill>
            <a:srgbClr val="E0A8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667293" y="3859803"/>
            <a:ext cx="11664000" cy="3814473"/>
          </a:xfrm>
          <a:prstGeom prst="roundRect">
            <a:avLst>
              <a:gd name="adj" fmla="val 3500"/>
            </a:avLst>
          </a:prstGeom>
          <a:solidFill>
            <a:srgbClr val="FCFCF7"/>
          </a:solidFill>
          <a:ln w="15875">
            <a:solidFill>
              <a:srgbClr val="A5B59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8" name="Rounded Rectangle 7"/>
          <p:cNvSpPr/>
          <p:nvPr/>
        </p:nvSpPr>
        <p:spPr>
          <a:xfrm>
            <a:off x="937292" y="4111804"/>
            <a:ext cx="612000" cy="612000"/>
          </a:xfrm>
          <a:prstGeom prst="roundRect">
            <a:avLst>
              <a:gd name="adj" fmla="val 22000"/>
            </a:avLst>
          </a:prstGeom>
          <a:solidFill>
            <a:srgbClr val="E0A82E"/>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lnSpc>
                <a:spcPct val="105000"/>
              </a:lnSpc>
              <a:spcBef>
                <a:spcPts val="0"/>
              </a:spcBef>
              <a:spcAft>
                <a:spcPts val="0"/>
              </a:spcAft>
            </a:pPr>
            <a:r>
              <a:rPr sz="3600" b="1" i="0" dirty="0">
                <a:solidFill>
                  <a:srgbClr val="FFFFFF"/>
                </a:solidFill>
                <a:latin typeface="+mj-lt"/>
              </a:rPr>
              <a:t>01</a:t>
            </a:r>
          </a:p>
        </p:txBody>
      </p:sp>
      <p:sp>
        <p:nvSpPr>
          <p:cNvPr id="9" name="TextBox 8"/>
          <p:cNvSpPr txBox="1"/>
          <p:nvPr/>
        </p:nvSpPr>
        <p:spPr>
          <a:xfrm>
            <a:off x="1693293" y="4102654"/>
            <a:ext cx="10440000" cy="626701"/>
          </a:xfrm>
          <a:prstGeom prst="rect">
            <a:avLst/>
          </a:prstGeom>
          <a:noFill/>
        </p:spPr>
        <p:txBody>
          <a:bodyPr wrap="square" lIns="36000" tIns="36000" rIns="36000" bIns="36000" anchor="ctr">
            <a:spAutoFit/>
          </a:bodyPr>
          <a:lstStyle/>
          <a:p>
            <a:pPr algn="l">
              <a:lnSpc>
                <a:spcPct val="100000"/>
              </a:lnSpc>
              <a:spcBef>
                <a:spcPts val="0"/>
              </a:spcBef>
              <a:spcAft>
                <a:spcPts val="0"/>
              </a:spcAft>
            </a:pPr>
            <a:r>
              <a:rPr sz="3600" b="1" i="0" dirty="0">
                <a:solidFill>
                  <a:srgbClr val="3D4A1F"/>
                </a:solidFill>
                <a:latin typeface="+mj-lt"/>
              </a:rPr>
              <a:t>Motivation</a:t>
            </a:r>
          </a:p>
        </p:txBody>
      </p:sp>
      <p:sp>
        <p:nvSpPr>
          <p:cNvPr id="10" name="Rectangle 9"/>
          <p:cNvSpPr/>
          <p:nvPr/>
        </p:nvSpPr>
        <p:spPr>
          <a:xfrm>
            <a:off x="955293" y="4777604"/>
            <a:ext cx="11087999" cy="16200"/>
          </a:xfrm>
          <a:prstGeom prst="rect">
            <a:avLst/>
          </a:prstGeom>
          <a:solidFill>
            <a:srgbClr val="A5B5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b="1" dirty="0"/>
          </a:p>
        </p:txBody>
      </p:sp>
      <p:sp>
        <p:nvSpPr>
          <p:cNvPr id="11" name="TextBox 10"/>
          <p:cNvSpPr txBox="1"/>
          <p:nvPr/>
        </p:nvSpPr>
        <p:spPr>
          <a:xfrm>
            <a:off x="973293" y="4890553"/>
            <a:ext cx="11087999" cy="2405201"/>
          </a:xfrm>
          <a:prstGeom prst="rect">
            <a:avLst/>
          </a:prstGeom>
          <a:noFill/>
        </p:spPr>
        <p:txBody>
          <a:bodyPr wrap="square" lIns="36000" tIns="36000" rIns="36000" bIns="36000" anchor="t">
            <a:spAutoFit/>
          </a:bodyPr>
          <a:lstStyle/>
          <a:p>
            <a:pPr>
              <a:lnSpc>
                <a:spcPct val="106000"/>
              </a:lnSpc>
              <a:spcAft>
                <a:spcPts val="500"/>
              </a:spcAft>
            </a:pPr>
            <a:r>
              <a:rPr lang="en-US" sz="2400" dirty="0">
                <a:solidFill>
                  <a:schemeClr val="tx2">
                    <a:lumMod val="75000"/>
                  </a:schemeClr>
                </a:solidFill>
              </a:rPr>
              <a:t>Root-zone pH and EC affect nutrient availability, salinity stress, and fertilizer efficiency.</a:t>
            </a:r>
            <a:br>
              <a:rPr lang="en-US" sz="2400" dirty="0">
                <a:solidFill>
                  <a:schemeClr val="tx2">
                    <a:lumMod val="75000"/>
                  </a:schemeClr>
                </a:solidFill>
              </a:rPr>
            </a:br>
            <a:r>
              <a:rPr lang="en-US" sz="2400" dirty="0">
                <a:solidFill>
                  <a:schemeClr val="tx2">
                    <a:lumMod val="75000"/>
                  </a:schemeClr>
                </a:solidFill>
              </a:rPr>
              <a:t>In greenhouses, they are typically monitored through accurate but infrequent manual samples, leaving gaps where changes from irrigation, fertigation, climate, and plant uptake may be missed. </a:t>
            </a:r>
            <a:br>
              <a:rPr lang="en-US" sz="2400" dirty="0">
                <a:solidFill>
                  <a:schemeClr val="tx2">
                    <a:lumMod val="75000"/>
                  </a:schemeClr>
                </a:solidFill>
              </a:rPr>
            </a:br>
            <a:r>
              <a:rPr lang="en-US" sz="2400" dirty="0">
                <a:solidFill>
                  <a:schemeClr val="tx2">
                    <a:lumMod val="75000"/>
                  </a:schemeClr>
                </a:solidFill>
              </a:rPr>
              <a:t>Predicting pH and EC from greenhouse data can give growers earlier insight, support faster corrections, and improve crop management.</a:t>
            </a:r>
          </a:p>
        </p:txBody>
      </p:sp>
      <p:sp>
        <p:nvSpPr>
          <p:cNvPr id="12" name="Rounded Rectangle 11"/>
          <p:cNvSpPr/>
          <p:nvPr/>
        </p:nvSpPr>
        <p:spPr>
          <a:xfrm>
            <a:off x="667293" y="7936729"/>
            <a:ext cx="11664000" cy="3814473"/>
          </a:xfrm>
          <a:prstGeom prst="roundRect">
            <a:avLst>
              <a:gd name="adj" fmla="val 3500"/>
            </a:avLst>
          </a:prstGeom>
          <a:solidFill>
            <a:srgbClr val="FCFCF7"/>
          </a:solidFill>
          <a:ln w="15875">
            <a:solidFill>
              <a:srgbClr val="A5B59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3" name="Rounded Rectangle 12"/>
          <p:cNvSpPr/>
          <p:nvPr/>
        </p:nvSpPr>
        <p:spPr>
          <a:xfrm>
            <a:off x="937292" y="8172309"/>
            <a:ext cx="612000" cy="612000"/>
          </a:xfrm>
          <a:prstGeom prst="roundRect">
            <a:avLst>
              <a:gd name="adj" fmla="val 22000"/>
            </a:avLst>
          </a:prstGeom>
          <a:solidFill>
            <a:srgbClr val="E0A82E"/>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lnSpc>
                <a:spcPct val="105000"/>
              </a:lnSpc>
              <a:spcBef>
                <a:spcPts val="0"/>
              </a:spcBef>
              <a:spcAft>
                <a:spcPts val="0"/>
              </a:spcAft>
            </a:pPr>
            <a:r>
              <a:rPr sz="3600" b="1" i="0" dirty="0">
                <a:solidFill>
                  <a:srgbClr val="FFFFFF"/>
                </a:solidFill>
                <a:latin typeface="+mj-lt"/>
              </a:rPr>
              <a:t>02</a:t>
            </a:r>
          </a:p>
        </p:txBody>
      </p:sp>
      <p:sp>
        <p:nvSpPr>
          <p:cNvPr id="14" name="TextBox 13"/>
          <p:cNvSpPr txBox="1"/>
          <p:nvPr/>
        </p:nvSpPr>
        <p:spPr>
          <a:xfrm>
            <a:off x="1693293" y="8163159"/>
            <a:ext cx="10440000" cy="626701"/>
          </a:xfrm>
          <a:prstGeom prst="rect">
            <a:avLst/>
          </a:prstGeom>
          <a:noFill/>
        </p:spPr>
        <p:txBody>
          <a:bodyPr wrap="square" lIns="36000" tIns="36000" rIns="36000" bIns="36000" anchor="ctr">
            <a:spAutoFit/>
          </a:bodyPr>
          <a:lstStyle/>
          <a:p>
            <a:pPr algn="l">
              <a:lnSpc>
                <a:spcPct val="100000"/>
              </a:lnSpc>
              <a:spcBef>
                <a:spcPts val="0"/>
              </a:spcBef>
              <a:spcAft>
                <a:spcPts val="0"/>
              </a:spcAft>
            </a:pPr>
            <a:r>
              <a:rPr sz="3600" b="1" i="0" dirty="0">
                <a:solidFill>
                  <a:srgbClr val="3D4A1F"/>
                </a:solidFill>
                <a:latin typeface="+mj-lt"/>
              </a:rPr>
              <a:t>Project Goal</a:t>
            </a:r>
          </a:p>
        </p:txBody>
      </p:sp>
      <p:sp>
        <p:nvSpPr>
          <p:cNvPr id="15" name="Rectangle 14"/>
          <p:cNvSpPr/>
          <p:nvPr/>
        </p:nvSpPr>
        <p:spPr>
          <a:xfrm>
            <a:off x="955293" y="8838109"/>
            <a:ext cx="11087999" cy="16200"/>
          </a:xfrm>
          <a:prstGeom prst="rect">
            <a:avLst/>
          </a:prstGeom>
          <a:solidFill>
            <a:srgbClr val="A5B5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37292" y="8942091"/>
            <a:ext cx="11087999" cy="1699110"/>
          </a:xfrm>
          <a:prstGeom prst="rect">
            <a:avLst/>
          </a:prstGeom>
          <a:noFill/>
        </p:spPr>
        <p:txBody>
          <a:bodyPr wrap="square" lIns="36000" tIns="36000" rIns="36000" bIns="36000" anchor="t">
            <a:spAutoFit/>
          </a:bodyPr>
          <a:lstStyle/>
          <a:p>
            <a:pPr>
              <a:lnSpc>
                <a:spcPct val="106000"/>
              </a:lnSpc>
              <a:spcAft>
                <a:spcPts val="600"/>
              </a:spcAft>
            </a:pPr>
            <a:r>
              <a:rPr lang="en-US" sz="2400" dirty="0">
                <a:solidFill>
                  <a:schemeClr val="tx2">
                    <a:lumMod val="75000"/>
                  </a:schemeClr>
                </a:solidFill>
              </a:rPr>
              <a:t>▪ Develop a soft sensor that predicts future root-zone pH and EC from the latest measurement, forecasted climate, planned irrigation/fertigation and crop-state data.</a:t>
            </a:r>
          </a:p>
          <a:p>
            <a:pPr>
              <a:lnSpc>
                <a:spcPct val="106000"/>
              </a:lnSpc>
              <a:spcAft>
                <a:spcPts val="600"/>
              </a:spcAft>
            </a:pPr>
            <a:r>
              <a:rPr lang="en-US" sz="2400" dirty="0">
                <a:solidFill>
                  <a:schemeClr val="tx2">
                    <a:lumMod val="75000"/>
                  </a:schemeClr>
                </a:solidFill>
              </a:rPr>
              <a:t>▪ Estimate the t₀ → t₁ change so growers can test a planned irrigation/fertigation strategy, see expected future pH/EC values, and adjust before conditions drift.</a:t>
            </a:r>
          </a:p>
        </p:txBody>
      </p:sp>
      <p:sp>
        <p:nvSpPr>
          <p:cNvPr id="17" name="Rounded Rectangle 16"/>
          <p:cNvSpPr/>
          <p:nvPr/>
        </p:nvSpPr>
        <p:spPr>
          <a:xfrm>
            <a:off x="667293" y="11995804"/>
            <a:ext cx="11664000" cy="5256000"/>
          </a:xfrm>
          <a:prstGeom prst="roundRect">
            <a:avLst>
              <a:gd name="adj" fmla="val 3500"/>
            </a:avLst>
          </a:prstGeom>
          <a:solidFill>
            <a:srgbClr val="FCFCF7"/>
          </a:solidFill>
          <a:ln w="15875">
            <a:solidFill>
              <a:srgbClr val="A5B59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937292" y="12247803"/>
            <a:ext cx="612000" cy="612000"/>
          </a:xfrm>
          <a:prstGeom prst="roundRect">
            <a:avLst>
              <a:gd name="adj" fmla="val 22000"/>
            </a:avLst>
          </a:prstGeom>
          <a:solidFill>
            <a:srgbClr val="E0A82E"/>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lnSpc>
                <a:spcPct val="105000"/>
              </a:lnSpc>
              <a:spcBef>
                <a:spcPts val="0"/>
              </a:spcBef>
              <a:spcAft>
                <a:spcPts val="0"/>
              </a:spcAft>
            </a:pPr>
            <a:r>
              <a:rPr sz="3600" b="1" i="0" dirty="0">
                <a:solidFill>
                  <a:srgbClr val="FFFFFF"/>
                </a:solidFill>
                <a:latin typeface="+mj-lt"/>
              </a:rPr>
              <a:t>03</a:t>
            </a:r>
          </a:p>
        </p:txBody>
      </p:sp>
      <p:sp>
        <p:nvSpPr>
          <p:cNvPr id="19" name="TextBox 18"/>
          <p:cNvSpPr txBox="1"/>
          <p:nvPr/>
        </p:nvSpPr>
        <p:spPr>
          <a:xfrm>
            <a:off x="1693293" y="12238654"/>
            <a:ext cx="10440000" cy="626701"/>
          </a:xfrm>
          <a:prstGeom prst="rect">
            <a:avLst/>
          </a:prstGeom>
          <a:noFill/>
        </p:spPr>
        <p:txBody>
          <a:bodyPr wrap="square" lIns="36000" tIns="36000" rIns="36000" bIns="36000" anchor="ctr">
            <a:spAutoFit/>
          </a:bodyPr>
          <a:lstStyle/>
          <a:p>
            <a:pPr algn="l">
              <a:lnSpc>
                <a:spcPct val="100000"/>
              </a:lnSpc>
              <a:spcBef>
                <a:spcPts val="0"/>
              </a:spcBef>
              <a:spcAft>
                <a:spcPts val="0"/>
              </a:spcAft>
            </a:pPr>
            <a:r>
              <a:rPr sz="3600" b="1" i="0" dirty="0">
                <a:solidFill>
                  <a:srgbClr val="3D4A1F"/>
                </a:solidFill>
                <a:latin typeface="+mj-lt"/>
              </a:rPr>
              <a:t>Data</a:t>
            </a:r>
          </a:p>
        </p:txBody>
      </p:sp>
      <p:sp>
        <p:nvSpPr>
          <p:cNvPr id="20" name="Rectangle 19"/>
          <p:cNvSpPr/>
          <p:nvPr/>
        </p:nvSpPr>
        <p:spPr>
          <a:xfrm>
            <a:off x="955293" y="12939004"/>
            <a:ext cx="11087999" cy="16200"/>
          </a:xfrm>
          <a:prstGeom prst="rect">
            <a:avLst/>
          </a:prstGeom>
          <a:solidFill>
            <a:srgbClr val="A5B5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973293" y="13057803"/>
            <a:ext cx="3564000" cy="1224000"/>
          </a:xfrm>
          <a:prstGeom prst="roundRect">
            <a:avLst>
              <a:gd name="adj" fmla="val 10000"/>
            </a:avLst>
          </a:prstGeom>
          <a:solidFill>
            <a:srgbClr val="C9D4B5"/>
          </a:solidFill>
          <a:ln>
            <a:noFill/>
          </a:ln>
          <a:effectLst/>
        </p:spPr>
        <p:style>
          <a:lnRef idx="1">
            <a:schemeClr val="accent1"/>
          </a:lnRef>
          <a:fillRef idx="3">
            <a:schemeClr val="accent1"/>
          </a:fillRef>
          <a:effectRef idx="2">
            <a:schemeClr val="accent1"/>
          </a:effectRef>
          <a:fontRef idx="minor">
            <a:schemeClr val="lt1"/>
          </a:fontRef>
        </p:style>
        <p:txBody>
          <a:bodyPr wrap="square" lIns="18000" tIns="18000" rIns="18000" bIns="18000" rtlCol="0" anchor="ctr"/>
          <a:lstStyle/>
          <a:p>
            <a:pPr algn="ctr">
              <a:lnSpc>
                <a:spcPct val="95000"/>
              </a:lnSpc>
              <a:spcBef>
                <a:spcPts val="0"/>
              </a:spcBef>
              <a:spcAft>
                <a:spcPts val="0"/>
              </a:spcAft>
            </a:pPr>
            <a:r>
              <a:rPr sz="4800" b="1" i="0" dirty="0">
                <a:solidFill>
                  <a:srgbClr val="3D4A1F"/>
                </a:solidFill>
                <a:latin typeface="Calibri"/>
              </a:rPr>
              <a:t>16,682</a:t>
            </a:r>
          </a:p>
          <a:p>
            <a:pPr algn="ctr">
              <a:lnSpc>
                <a:spcPct val="95000"/>
              </a:lnSpc>
              <a:spcBef>
                <a:spcPts val="200"/>
              </a:spcBef>
              <a:spcAft>
                <a:spcPts val="0"/>
              </a:spcAft>
            </a:pPr>
            <a:r>
              <a:rPr sz="3200" b="1" i="0" dirty="0">
                <a:solidFill>
                  <a:srgbClr val="2E3517"/>
                </a:solidFill>
                <a:latin typeface="Calibri"/>
              </a:rPr>
              <a:t>10-min rows</a:t>
            </a:r>
          </a:p>
        </p:txBody>
      </p:sp>
      <p:sp>
        <p:nvSpPr>
          <p:cNvPr id="22" name="Rounded Rectangle 21"/>
          <p:cNvSpPr/>
          <p:nvPr/>
        </p:nvSpPr>
        <p:spPr>
          <a:xfrm>
            <a:off x="4717293" y="13057803"/>
            <a:ext cx="3564000" cy="1224000"/>
          </a:xfrm>
          <a:prstGeom prst="roundRect">
            <a:avLst>
              <a:gd name="adj" fmla="val 10000"/>
            </a:avLst>
          </a:prstGeom>
          <a:solidFill>
            <a:srgbClr val="C9D4B5"/>
          </a:solidFill>
          <a:ln>
            <a:noFill/>
          </a:ln>
          <a:effectLst/>
        </p:spPr>
        <p:style>
          <a:lnRef idx="1">
            <a:schemeClr val="accent1"/>
          </a:lnRef>
          <a:fillRef idx="3">
            <a:schemeClr val="accent1"/>
          </a:fillRef>
          <a:effectRef idx="2">
            <a:schemeClr val="accent1"/>
          </a:effectRef>
          <a:fontRef idx="minor">
            <a:schemeClr val="lt1"/>
          </a:fontRef>
        </p:style>
        <p:txBody>
          <a:bodyPr wrap="square" lIns="18000" tIns="18000" rIns="18000" bIns="18000" rtlCol="0" anchor="ctr"/>
          <a:lstStyle/>
          <a:p>
            <a:pPr algn="ctr">
              <a:lnSpc>
                <a:spcPct val="95000"/>
              </a:lnSpc>
              <a:spcBef>
                <a:spcPts val="0"/>
              </a:spcBef>
              <a:spcAft>
                <a:spcPts val="0"/>
              </a:spcAft>
            </a:pPr>
            <a:r>
              <a:rPr sz="4800" b="1" i="0" dirty="0">
                <a:solidFill>
                  <a:srgbClr val="3D4A1F"/>
                </a:solidFill>
                <a:latin typeface="Calibri"/>
              </a:rPr>
              <a:t>109</a:t>
            </a:r>
          </a:p>
          <a:p>
            <a:pPr algn="ctr">
              <a:lnSpc>
                <a:spcPct val="95000"/>
              </a:lnSpc>
              <a:spcBef>
                <a:spcPts val="200"/>
              </a:spcBef>
              <a:spcAft>
                <a:spcPts val="0"/>
              </a:spcAft>
            </a:pPr>
            <a:r>
              <a:rPr sz="3200" b="1" i="0" dirty="0">
                <a:solidFill>
                  <a:srgbClr val="2E3517"/>
                </a:solidFill>
                <a:latin typeface="Calibri"/>
              </a:rPr>
              <a:t>pH/EC labels</a:t>
            </a:r>
          </a:p>
        </p:txBody>
      </p:sp>
      <p:sp>
        <p:nvSpPr>
          <p:cNvPr id="23" name="Rounded Rectangle 22"/>
          <p:cNvSpPr/>
          <p:nvPr/>
        </p:nvSpPr>
        <p:spPr>
          <a:xfrm>
            <a:off x="8461293" y="13057803"/>
            <a:ext cx="3564000" cy="1224000"/>
          </a:xfrm>
          <a:prstGeom prst="roundRect">
            <a:avLst>
              <a:gd name="adj" fmla="val 10000"/>
            </a:avLst>
          </a:prstGeom>
          <a:solidFill>
            <a:srgbClr val="C9D4B5"/>
          </a:solidFill>
          <a:ln>
            <a:noFill/>
          </a:ln>
          <a:effectLst/>
        </p:spPr>
        <p:style>
          <a:lnRef idx="1">
            <a:schemeClr val="accent1"/>
          </a:lnRef>
          <a:fillRef idx="3">
            <a:schemeClr val="accent1"/>
          </a:fillRef>
          <a:effectRef idx="2">
            <a:schemeClr val="accent1"/>
          </a:effectRef>
          <a:fontRef idx="minor">
            <a:schemeClr val="lt1"/>
          </a:fontRef>
        </p:style>
        <p:txBody>
          <a:bodyPr wrap="square" lIns="18000" tIns="18000" rIns="18000" bIns="18000" rtlCol="0" anchor="ctr"/>
          <a:lstStyle/>
          <a:p>
            <a:pPr algn="ctr">
              <a:lnSpc>
                <a:spcPct val="95000"/>
              </a:lnSpc>
              <a:spcBef>
                <a:spcPts val="0"/>
              </a:spcBef>
              <a:spcAft>
                <a:spcPts val="0"/>
              </a:spcAft>
            </a:pPr>
            <a:r>
              <a:rPr lang="he-IL" sz="4800" b="1" dirty="0">
                <a:solidFill>
                  <a:srgbClr val="3D4A1F"/>
                </a:solidFill>
                <a:latin typeface="+mj-lt"/>
              </a:rPr>
              <a:t>+</a:t>
            </a:r>
            <a:r>
              <a:rPr lang="he-IL" sz="4800" b="1" i="0" dirty="0">
                <a:solidFill>
                  <a:srgbClr val="3D4A1F"/>
                </a:solidFill>
                <a:latin typeface="+mj-lt"/>
              </a:rPr>
              <a:t>20</a:t>
            </a:r>
            <a:endParaRPr sz="4800" b="1" i="0" dirty="0">
              <a:solidFill>
                <a:srgbClr val="3D4A1F"/>
              </a:solidFill>
              <a:latin typeface="+mj-lt"/>
            </a:endParaRPr>
          </a:p>
          <a:p>
            <a:pPr algn="ctr">
              <a:lnSpc>
                <a:spcPct val="95000"/>
              </a:lnSpc>
              <a:spcBef>
                <a:spcPts val="200"/>
              </a:spcBef>
              <a:spcAft>
                <a:spcPts val="0"/>
              </a:spcAft>
            </a:pPr>
            <a:r>
              <a:rPr sz="3200" b="1" i="0" dirty="0">
                <a:solidFill>
                  <a:srgbClr val="2E3517"/>
                </a:solidFill>
                <a:latin typeface="Calibri"/>
              </a:rPr>
              <a:t>input features</a:t>
            </a:r>
          </a:p>
        </p:txBody>
      </p:sp>
      <p:sp>
        <p:nvSpPr>
          <p:cNvPr id="24" name="TextBox 23"/>
          <p:cNvSpPr txBox="1"/>
          <p:nvPr/>
        </p:nvSpPr>
        <p:spPr>
          <a:xfrm>
            <a:off x="973293" y="14502883"/>
            <a:ext cx="11160000" cy="2456497"/>
          </a:xfrm>
          <a:prstGeom prst="rect">
            <a:avLst/>
          </a:prstGeom>
          <a:noFill/>
        </p:spPr>
        <p:txBody>
          <a:bodyPr wrap="square" lIns="36000" tIns="36000" rIns="36000" bIns="36000" anchor="t">
            <a:spAutoFit/>
          </a:bodyPr>
          <a:lstStyle/>
          <a:p>
            <a:pPr>
              <a:lnSpc>
                <a:spcPct val="106000"/>
              </a:lnSpc>
              <a:spcAft>
                <a:spcPts val="400"/>
              </a:spcAft>
            </a:pPr>
            <a:r>
              <a:rPr lang="en-US" sz="2400" b="1" dirty="0">
                <a:solidFill>
                  <a:schemeClr val="tx2">
                    <a:lumMod val="75000"/>
                  </a:schemeClr>
                </a:solidFill>
              </a:rPr>
              <a:t>Unified 10-minute master dataset, May 29-Sep 21, 2025:</a:t>
            </a:r>
            <a:br>
              <a:rPr lang="en-US" sz="2400" dirty="0">
                <a:solidFill>
                  <a:schemeClr val="tx2">
                    <a:lumMod val="75000"/>
                  </a:schemeClr>
                </a:solidFill>
              </a:rPr>
            </a:br>
            <a:r>
              <a:rPr lang="he-IL" sz="2400" b="1" dirty="0">
                <a:solidFill>
                  <a:srgbClr val="5E6E2E"/>
                </a:solidFill>
              </a:rPr>
              <a:t>▪</a:t>
            </a:r>
            <a:r>
              <a:rPr lang="en-US" sz="2400" dirty="0">
                <a:solidFill>
                  <a:schemeClr val="tx2">
                    <a:lumMod val="75000"/>
                  </a:schemeClr>
                </a:solidFill>
              </a:rPr>
              <a:t> </a:t>
            </a:r>
            <a:r>
              <a:rPr lang="en-US" sz="2400" b="1" dirty="0">
                <a:solidFill>
                  <a:schemeClr val="tx2">
                    <a:lumMod val="75000"/>
                  </a:schemeClr>
                </a:solidFill>
              </a:rPr>
              <a:t>External weather &amp; solar radiation </a:t>
            </a:r>
            <a:r>
              <a:rPr lang="he-IL" sz="2400" b="1" dirty="0">
                <a:solidFill>
                  <a:schemeClr val="tx2">
                    <a:lumMod val="75000"/>
                  </a:schemeClr>
                </a:solidFill>
              </a:rPr>
              <a:t> </a:t>
            </a:r>
            <a:r>
              <a:rPr lang="he-IL" sz="2400" dirty="0"/>
              <a:t>—</a:t>
            </a:r>
            <a:r>
              <a:rPr lang="en-US" sz="2400" dirty="0">
                <a:solidFill>
                  <a:schemeClr val="tx2">
                    <a:lumMod val="75000"/>
                  </a:schemeClr>
                </a:solidFill>
              </a:rPr>
              <a:t>weather station / solar sensor</a:t>
            </a:r>
          </a:p>
          <a:p>
            <a:pPr>
              <a:lnSpc>
                <a:spcPct val="106000"/>
              </a:lnSpc>
              <a:spcAft>
                <a:spcPts val="400"/>
              </a:spcAft>
            </a:pPr>
            <a:r>
              <a:rPr lang="he-IL" sz="2400" b="1" dirty="0">
                <a:solidFill>
                  <a:srgbClr val="5E6E2E"/>
                </a:solidFill>
              </a:rPr>
              <a:t>▪</a:t>
            </a:r>
            <a:r>
              <a:rPr lang="en-US" sz="2400" dirty="0">
                <a:solidFill>
                  <a:schemeClr val="tx2">
                    <a:lumMod val="75000"/>
                  </a:schemeClr>
                </a:solidFill>
              </a:rPr>
              <a:t> </a:t>
            </a:r>
            <a:r>
              <a:rPr lang="en-US" sz="2400" b="1" dirty="0">
                <a:solidFill>
                  <a:schemeClr val="tx2">
                    <a:lumMod val="75000"/>
                  </a:schemeClr>
                </a:solidFill>
              </a:rPr>
              <a:t>Greenhouse micro-climate </a:t>
            </a:r>
            <a:r>
              <a:rPr lang="he-IL" sz="2400" dirty="0"/>
              <a:t>—</a:t>
            </a:r>
            <a:r>
              <a:rPr lang="en-US" sz="2400" dirty="0"/>
              <a:t> </a:t>
            </a:r>
            <a:r>
              <a:rPr lang="en-US" sz="2400" dirty="0">
                <a:solidFill>
                  <a:schemeClr val="tx2">
                    <a:lumMod val="75000"/>
                  </a:schemeClr>
                </a:solidFill>
              </a:rPr>
              <a:t>internal sensors</a:t>
            </a:r>
            <a:br>
              <a:rPr lang="en-US" sz="2400" dirty="0">
                <a:solidFill>
                  <a:schemeClr val="tx2">
                    <a:lumMod val="75000"/>
                  </a:schemeClr>
                </a:solidFill>
              </a:rPr>
            </a:br>
            <a:r>
              <a:rPr lang="he-IL" sz="2400" b="1" dirty="0">
                <a:solidFill>
                  <a:srgbClr val="5E6E2E"/>
                </a:solidFill>
              </a:rPr>
              <a:t>▪</a:t>
            </a:r>
            <a:r>
              <a:rPr lang="en-US" sz="2400" dirty="0">
                <a:solidFill>
                  <a:schemeClr val="tx2">
                    <a:lumMod val="75000"/>
                  </a:schemeClr>
                </a:solidFill>
              </a:rPr>
              <a:t> </a:t>
            </a:r>
            <a:r>
              <a:rPr lang="en-US" sz="2400" b="1" dirty="0">
                <a:solidFill>
                  <a:schemeClr val="tx2">
                    <a:lumMod val="75000"/>
                  </a:schemeClr>
                </a:solidFill>
              </a:rPr>
              <a:t>Irrigation &amp; fertigation </a:t>
            </a:r>
            <a:r>
              <a:rPr lang="he-IL" sz="2400" dirty="0"/>
              <a:t>—</a:t>
            </a:r>
            <a:r>
              <a:rPr lang="en-US" sz="2400" dirty="0"/>
              <a:t> </a:t>
            </a:r>
            <a:r>
              <a:rPr lang="en-US" sz="2400" dirty="0">
                <a:solidFill>
                  <a:schemeClr val="tx2">
                    <a:lumMod val="75000"/>
                  </a:schemeClr>
                </a:solidFill>
              </a:rPr>
              <a:t>management schedule</a:t>
            </a:r>
            <a:br>
              <a:rPr lang="en-US" sz="2400" dirty="0">
                <a:solidFill>
                  <a:schemeClr val="tx2">
                    <a:lumMod val="75000"/>
                  </a:schemeClr>
                </a:solidFill>
              </a:rPr>
            </a:br>
            <a:r>
              <a:rPr lang="he-IL" sz="2400" b="1" dirty="0">
                <a:solidFill>
                  <a:srgbClr val="5E6E2E"/>
                </a:solidFill>
              </a:rPr>
              <a:t>▪</a:t>
            </a:r>
            <a:r>
              <a:rPr lang="en-US" sz="2400" dirty="0">
                <a:solidFill>
                  <a:schemeClr val="tx2">
                    <a:lumMod val="75000"/>
                  </a:schemeClr>
                </a:solidFill>
              </a:rPr>
              <a:t> </a:t>
            </a:r>
            <a:r>
              <a:rPr lang="en-US" sz="2400" b="1" dirty="0">
                <a:solidFill>
                  <a:schemeClr val="tx2">
                    <a:lumMod val="75000"/>
                  </a:schemeClr>
                </a:solidFill>
              </a:rPr>
              <a:t>Crop-state features </a:t>
            </a:r>
            <a:r>
              <a:rPr lang="he-IL" sz="2400" dirty="0"/>
              <a:t>—</a:t>
            </a:r>
            <a:r>
              <a:rPr lang="en-US" sz="2400" dirty="0"/>
              <a:t> </a:t>
            </a:r>
            <a:r>
              <a:rPr lang="en-US" sz="2400" dirty="0">
                <a:solidFill>
                  <a:schemeClr val="tx2">
                    <a:lumMod val="75000"/>
                  </a:schemeClr>
                </a:solidFill>
              </a:rPr>
              <a:t>canopy-cover observations</a:t>
            </a:r>
            <a:br>
              <a:rPr lang="en-US" sz="2400" dirty="0">
                <a:solidFill>
                  <a:schemeClr val="tx2">
                    <a:lumMod val="75000"/>
                  </a:schemeClr>
                </a:solidFill>
              </a:rPr>
            </a:br>
            <a:r>
              <a:rPr lang="he-IL" sz="2400" b="1" dirty="0">
                <a:solidFill>
                  <a:srgbClr val="5E6E2E"/>
                </a:solidFill>
              </a:rPr>
              <a:t>▪</a:t>
            </a:r>
            <a:r>
              <a:rPr lang="en-US" sz="2400" dirty="0">
                <a:solidFill>
                  <a:schemeClr val="tx2">
                    <a:lumMod val="75000"/>
                  </a:schemeClr>
                </a:solidFill>
              </a:rPr>
              <a:t> </a:t>
            </a:r>
            <a:r>
              <a:rPr lang="en-US" sz="2400" b="1" dirty="0">
                <a:solidFill>
                  <a:schemeClr val="tx2">
                    <a:lumMod val="75000"/>
                  </a:schemeClr>
                </a:solidFill>
              </a:rPr>
              <a:t>Manual pH &amp; EC measurements </a:t>
            </a:r>
            <a:r>
              <a:rPr lang="he-IL" sz="2400" dirty="0"/>
              <a:t>—</a:t>
            </a:r>
            <a:r>
              <a:rPr lang="en-US" sz="2400" dirty="0"/>
              <a:t> </a:t>
            </a:r>
            <a:r>
              <a:rPr lang="en-US" sz="2400" dirty="0">
                <a:solidFill>
                  <a:schemeClr val="tx2">
                    <a:lumMod val="75000"/>
                  </a:schemeClr>
                </a:solidFill>
              </a:rPr>
              <a:t>lab samples</a:t>
            </a:r>
            <a:endParaRPr sz="2400" dirty="0">
              <a:solidFill>
                <a:schemeClr val="tx2">
                  <a:lumMod val="75000"/>
                </a:schemeClr>
              </a:solidFill>
              <a:latin typeface="Calibri"/>
            </a:endParaRPr>
          </a:p>
        </p:txBody>
      </p:sp>
      <p:sp>
        <p:nvSpPr>
          <p:cNvPr id="25" name="Rounded Rectangle 24"/>
          <p:cNvSpPr/>
          <p:nvPr/>
        </p:nvSpPr>
        <p:spPr>
          <a:xfrm>
            <a:off x="667293" y="17469603"/>
            <a:ext cx="11664000" cy="7200000"/>
          </a:xfrm>
          <a:prstGeom prst="roundRect">
            <a:avLst>
              <a:gd name="adj" fmla="val 3500"/>
            </a:avLst>
          </a:prstGeom>
          <a:solidFill>
            <a:srgbClr val="FCFCF7"/>
          </a:solidFill>
          <a:ln w="15875">
            <a:solidFill>
              <a:srgbClr val="A5B59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ounded Rectangle 25"/>
          <p:cNvSpPr/>
          <p:nvPr/>
        </p:nvSpPr>
        <p:spPr>
          <a:xfrm>
            <a:off x="937292" y="17721604"/>
            <a:ext cx="612000" cy="612000"/>
          </a:xfrm>
          <a:prstGeom prst="roundRect">
            <a:avLst>
              <a:gd name="adj" fmla="val 22000"/>
            </a:avLst>
          </a:prstGeom>
          <a:solidFill>
            <a:srgbClr val="E0A82E"/>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lnSpc>
                <a:spcPct val="105000"/>
              </a:lnSpc>
              <a:spcBef>
                <a:spcPts val="0"/>
              </a:spcBef>
              <a:spcAft>
                <a:spcPts val="0"/>
              </a:spcAft>
            </a:pPr>
            <a:r>
              <a:rPr sz="3600" b="1" i="0">
                <a:solidFill>
                  <a:srgbClr val="FFFFFF"/>
                </a:solidFill>
                <a:latin typeface="+mj-lt"/>
              </a:rPr>
              <a:t>04</a:t>
            </a:r>
          </a:p>
        </p:txBody>
      </p:sp>
      <p:sp>
        <p:nvSpPr>
          <p:cNvPr id="27" name="TextBox 26"/>
          <p:cNvSpPr txBox="1"/>
          <p:nvPr/>
        </p:nvSpPr>
        <p:spPr>
          <a:xfrm>
            <a:off x="1693293" y="17712453"/>
            <a:ext cx="10440000" cy="626701"/>
          </a:xfrm>
          <a:prstGeom prst="rect">
            <a:avLst/>
          </a:prstGeom>
          <a:noFill/>
        </p:spPr>
        <p:txBody>
          <a:bodyPr wrap="square" lIns="36000" tIns="36000" rIns="36000" bIns="36000" anchor="ctr">
            <a:spAutoFit/>
          </a:bodyPr>
          <a:lstStyle/>
          <a:p>
            <a:pPr algn="l">
              <a:lnSpc>
                <a:spcPct val="100000"/>
              </a:lnSpc>
              <a:spcBef>
                <a:spcPts val="0"/>
              </a:spcBef>
              <a:spcAft>
                <a:spcPts val="0"/>
              </a:spcAft>
            </a:pPr>
            <a:r>
              <a:rPr sz="3600" b="1" i="0">
                <a:solidFill>
                  <a:srgbClr val="3D4A1F"/>
                </a:solidFill>
                <a:latin typeface="+mj-lt"/>
              </a:rPr>
              <a:t>Method</a:t>
            </a:r>
          </a:p>
        </p:txBody>
      </p:sp>
      <p:sp>
        <p:nvSpPr>
          <p:cNvPr id="28" name="Rectangle 27"/>
          <p:cNvSpPr/>
          <p:nvPr/>
        </p:nvSpPr>
        <p:spPr>
          <a:xfrm>
            <a:off x="955293" y="18412803"/>
            <a:ext cx="11087999" cy="16200"/>
          </a:xfrm>
          <a:prstGeom prst="rect">
            <a:avLst/>
          </a:prstGeom>
          <a:solidFill>
            <a:srgbClr val="A5B5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73293" y="18531604"/>
            <a:ext cx="11052000" cy="4195307"/>
          </a:xfrm>
          <a:prstGeom prst="rect">
            <a:avLst/>
          </a:prstGeom>
          <a:noFill/>
        </p:spPr>
        <p:txBody>
          <a:bodyPr wrap="square" lIns="36000" tIns="36000" rIns="36000" bIns="36000" anchor="t">
            <a:spAutoFit/>
          </a:bodyPr>
          <a:lstStyle/>
          <a:p>
            <a:pPr>
              <a:lnSpc>
                <a:spcPct val="106000"/>
              </a:lnSpc>
              <a:spcAft>
                <a:spcPts val="600"/>
              </a:spcAft>
            </a:pPr>
            <a:r>
              <a:rPr lang="en-US" sz="2400" b="1" dirty="0">
                <a:solidFill>
                  <a:schemeClr val="tx2">
                    <a:lumMod val="75000"/>
                  </a:schemeClr>
                </a:solidFill>
              </a:rPr>
              <a:t>Two-stage prediction pipeline:</a:t>
            </a:r>
          </a:p>
          <a:p>
            <a:pPr>
              <a:lnSpc>
                <a:spcPct val="106000"/>
              </a:lnSpc>
              <a:spcAft>
                <a:spcPts val="600"/>
              </a:spcAft>
            </a:pPr>
            <a:r>
              <a:rPr lang="en-US" sz="2400" dirty="0">
                <a:solidFill>
                  <a:schemeClr val="tx2">
                    <a:lumMod val="75000"/>
                  </a:schemeClr>
                </a:solidFill>
              </a:rPr>
              <a:t>1. Forecast internal greenhouse micro-climate from external weather and radiation.</a:t>
            </a:r>
          </a:p>
          <a:p>
            <a:pPr>
              <a:lnSpc>
                <a:spcPct val="106000"/>
              </a:lnSpc>
              <a:spcAft>
                <a:spcPts val="600"/>
              </a:spcAft>
            </a:pPr>
            <a:r>
              <a:rPr lang="en-US" sz="2400" dirty="0">
                <a:solidFill>
                  <a:schemeClr val="tx2">
                    <a:lumMod val="75000"/>
                  </a:schemeClr>
                </a:solidFill>
              </a:rPr>
              <a:t>2. Predict t₀ → t₁ root-zone pH/EC change using climate, crop state and planned events.</a:t>
            </a:r>
          </a:p>
          <a:p>
            <a:pPr>
              <a:lnSpc>
                <a:spcPct val="106000"/>
              </a:lnSpc>
              <a:spcAft>
                <a:spcPts val="600"/>
              </a:spcAft>
            </a:pPr>
            <a:endParaRPr lang="en-US" sz="2400" dirty="0">
              <a:solidFill>
                <a:schemeClr val="tx2">
                  <a:lumMod val="75000"/>
                </a:schemeClr>
              </a:solidFill>
            </a:endParaRPr>
          </a:p>
          <a:p>
            <a:pPr>
              <a:lnSpc>
                <a:spcPct val="106000"/>
              </a:lnSpc>
              <a:spcAft>
                <a:spcPts val="600"/>
              </a:spcAft>
            </a:pPr>
            <a:endParaRPr lang="en-US" sz="2400" dirty="0">
              <a:solidFill>
                <a:schemeClr val="tx2">
                  <a:lumMod val="75000"/>
                </a:schemeClr>
              </a:solidFill>
            </a:endParaRPr>
          </a:p>
          <a:p>
            <a:pPr>
              <a:lnSpc>
                <a:spcPct val="106000"/>
              </a:lnSpc>
              <a:spcAft>
                <a:spcPts val="600"/>
              </a:spcAft>
            </a:pPr>
            <a:endParaRPr lang="en-US" sz="2400" dirty="0">
              <a:solidFill>
                <a:schemeClr val="tx2">
                  <a:lumMod val="75000"/>
                </a:schemeClr>
              </a:solidFill>
            </a:endParaRPr>
          </a:p>
          <a:p>
            <a:pPr>
              <a:lnSpc>
                <a:spcPct val="106000"/>
              </a:lnSpc>
              <a:spcAft>
                <a:spcPts val="600"/>
              </a:spcAft>
            </a:pPr>
            <a:endParaRPr lang="en-US" sz="2400" dirty="0">
              <a:solidFill>
                <a:schemeClr val="tx2">
                  <a:lumMod val="75000"/>
                </a:schemeClr>
              </a:solidFill>
            </a:endParaRPr>
          </a:p>
          <a:p>
            <a:pPr>
              <a:lnSpc>
                <a:spcPct val="106000"/>
              </a:lnSpc>
              <a:spcAft>
                <a:spcPts val="600"/>
              </a:spcAft>
            </a:pPr>
            <a:endParaRPr lang="en-US" sz="2400" dirty="0">
              <a:solidFill>
                <a:schemeClr val="tx2">
                  <a:lumMod val="75000"/>
                </a:schemeClr>
              </a:solidFill>
            </a:endParaRPr>
          </a:p>
          <a:p>
            <a:pPr>
              <a:lnSpc>
                <a:spcPct val="106000"/>
              </a:lnSpc>
              <a:spcAft>
                <a:spcPts val="600"/>
              </a:spcAft>
            </a:pPr>
            <a:endParaRPr lang="en-US" sz="2400" dirty="0">
              <a:solidFill>
                <a:schemeClr val="tx2">
                  <a:lumMod val="75000"/>
                </a:schemeClr>
              </a:solidFill>
            </a:endParaRPr>
          </a:p>
        </p:txBody>
      </p:sp>
      <p:sp>
        <p:nvSpPr>
          <p:cNvPr id="31" name="Rounded Rectangle 30"/>
          <p:cNvSpPr/>
          <p:nvPr/>
        </p:nvSpPr>
        <p:spPr>
          <a:xfrm>
            <a:off x="667293" y="24883803"/>
            <a:ext cx="11664000" cy="10440000"/>
          </a:xfrm>
          <a:prstGeom prst="roundRect">
            <a:avLst>
              <a:gd name="adj" fmla="val 3500"/>
            </a:avLst>
          </a:prstGeom>
          <a:solidFill>
            <a:srgbClr val="FCFCF7"/>
          </a:solidFill>
          <a:ln w="15875">
            <a:solidFill>
              <a:srgbClr val="A5B59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ounded Rectangle 31"/>
          <p:cNvSpPr/>
          <p:nvPr/>
        </p:nvSpPr>
        <p:spPr>
          <a:xfrm>
            <a:off x="937292" y="25135803"/>
            <a:ext cx="612000" cy="612000"/>
          </a:xfrm>
          <a:prstGeom prst="roundRect">
            <a:avLst>
              <a:gd name="adj" fmla="val 22000"/>
            </a:avLst>
          </a:prstGeom>
          <a:solidFill>
            <a:srgbClr val="E0A82E"/>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lnSpc>
                <a:spcPct val="105000"/>
              </a:lnSpc>
              <a:spcBef>
                <a:spcPts val="0"/>
              </a:spcBef>
              <a:spcAft>
                <a:spcPts val="0"/>
              </a:spcAft>
            </a:pPr>
            <a:r>
              <a:rPr sz="3600" b="1" i="0">
                <a:solidFill>
                  <a:srgbClr val="FFFFFF"/>
                </a:solidFill>
                <a:latin typeface="+mj-lt"/>
              </a:rPr>
              <a:t>05</a:t>
            </a:r>
          </a:p>
        </p:txBody>
      </p:sp>
      <p:sp>
        <p:nvSpPr>
          <p:cNvPr id="33" name="TextBox 32"/>
          <p:cNvSpPr txBox="1"/>
          <p:nvPr/>
        </p:nvSpPr>
        <p:spPr>
          <a:xfrm>
            <a:off x="1693293" y="25126653"/>
            <a:ext cx="10440000" cy="626701"/>
          </a:xfrm>
          <a:prstGeom prst="rect">
            <a:avLst/>
          </a:prstGeom>
          <a:noFill/>
        </p:spPr>
        <p:txBody>
          <a:bodyPr wrap="square" lIns="36000" tIns="36000" rIns="36000" bIns="36000" anchor="ctr">
            <a:spAutoFit/>
          </a:bodyPr>
          <a:lstStyle/>
          <a:p>
            <a:pPr algn="l">
              <a:lnSpc>
                <a:spcPct val="100000"/>
              </a:lnSpc>
              <a:spcBef>
                <a:spcPts val="0"/>
              </a:spcBef>
              <a:spcAft>
                <a:spcPts val="0"/>
              </a:spcAft>
            </a:pPr>
            <a:r>
              <a:rPr sz="3600" b="1" i="0">
                <a:solidFill>
                  <a:srgbClr val="3D4A1F"/>
                </a:solidFill>
                <a:latin typeface="+mj-lt"/>
              </a:rPr>
              <a:t>Algorithms &amp; Model Choice</a:t>
            </a:r>
          </a:p>
        </p:txBody>
      </p:sp>
      <p:sp>
        <p:nvSpPr>
          <p:cNvPr id="34" name="Rectangle 33"/>
          <p:cNvSpPr/>
          <p:nvPr/>
        </p:nvSpPr>
        <p:spPr>
          <a:xfrm>
            <a:off x="955293" y="25827003"/>
            <a:ext cx="11087999" cy="16200"/>
          </a:xfrm>
          <a:prstGeom prst="rect">
            <a:avLst/>
          </a:prstGeom>
          <a:solidFill>
            <a:srgbClr val="A5B5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ounded Rectangle 34"/>
          <p:cNvSpPr/>
          <p:nvPr/>
        </p:nvSpPr>
        <p:spPr>
          <a:xfrm>
            <a:off x="973293" y="26760303"/>
            <a:ext cx="5418000" cy="2649599"/>
          </a:xfrm>
          <a:prstGeom prst="roundRect">
            <a:avLst>
              <a:gd name="adj" fmla="val 8000"/>
            </a:avLst>
          </a:prstGeom>
          <a:solidFill>
            <a:srgbClr val="FFFFFF"/>
          </a:solidFill>
          <a:ln w="12700">
            <a:solidFill>
              <a:srgbClr val="C9D4B5"/>
            </a:solidFill>
          </a:ln>
          <a:effectLst/>
        </p:spPr>
        <p:style>
          <a:lnRef idx="1">
            <a:schemeClr val="accent1"/>
          </a:lnRef>
          <a:fillRef idx="3">
            <a:schemeClr val="accent1"/>
          </a:fillRef>
          <a:effectRef idx="2">
            <a:schemeClr val="accent1"/>
          </a:effectRef>
          <a:fontRef idx="minor">
            <a:schemeClr val="lt1"/>
          </a:fontRef>
        </p:style>
        <p:txBody>
          <a:bodyPr wrap="square" lIns="72000" tIns="72000" rIns="72000" bIns="72000" rtlCol="0" anchor="t"/>
          <a:lstStyle/>
          <a:p>
            <a:pPr algn="l">
              <a:lnSpc>
                <a:spcPct val="100000"/>
              </a:lnSpc>
              <a:spcBef>
                <a:spcPts val="0"/>
              </a:spcBef>
              <a:spcAft>
                <a:spcPts val="300"/>
              </a:spcAft>
            </a:pPr>
            <a:r>
              <a:rPr sz="2800" b="1" dirty="0">
                <a:solidFill>
                  <a:srgbClr val="5E6E2E"/>
                </a:solidFill>
                <a:latin typeface="Calibri"/>
              </a:rPr>
              <a:t>Gradient Boosting</a:t>
            </a:r>
          </a:p>
          <a:p>
            <a:pPr>
              <a:lnSpc>
                <a:spcPct val="104000"/>
              </a:lnSpc>
            </a:pPr>
            <a:r>
              <a:rPr lang="en-US" sz="2400" dirty="0">
                <a:solidFill>
                  <a:srgbClr val="2E3517"/>
                </a:solidFill>
              </a:rPr>
              <a:t>Main nonlinear model for tabular greenhouse data.</a:t>
            </a:r>
          </a:p>
          <a:p>
            <a:pPr>
              <a:lnSpc>
                <a:spcPct val="104000"/>
              </a:lnSpc>
            </a:pPr>
            <a:r>
              <a:rPr lang="en-US" sz="2400" dirty="0">
                <a:solidFill>
                  <a:srgbClr val="2E3517"/>
                </a:solidFill>
              </a:rPr>
              <a:t>Captures interactions between climate, irrigation, fertigation, crop state and baseline pH/EC.</a:t>
            </a:r>
            <a:endParaRPr lang="en-US" sz="2400" b="0" dirty="0">
              <a:solidFill>
                <a:srgbClr val="2E3517"/>
              </a:solidFill>
              <a:latin typeface="Calibri"/>
            </a:endParaRPr>
          </a:p>
        </p:txBody>
      </p:sp>
      <p:sp>
        <p:nvSpPr>
          <p:cNvPr id="38" name="Rounded Rectangle 37"/>
          <p:cNvSpPr/>
          <p:nvPr/>
        </p:nvSpPr>
        <p:spPr>
          <a:xfrm>
            <a:off x="6607293" y="26760303"/>
            <a:ext cx="5418000" cy="2649599"/>
          </a:xfrm>
          <a:prstGeom prst="roundRect">
            <a:avLst>
              <a:gd name="adj" fmla="val 8000"/>
            </a:avLst>
          </a:prstGeom>
          <a:solidFill>
            <a:srgbClr val="FFFFFF"/>
          </a:solidFill>
          <a:ln w="12700">
            <a:solidFill>
              <a:srgbClr val="C9D4B5"/>
            </a:solidFill>
          </a:ln>
          <a:effectLst/>
        </p:spPr>
        <p:style>
          <a:lnRef idx="1">
            <a:schemeClr val="accent1"/>
          </a:lnRef>
          <a:fillRef idx="3">
            <a:schemeClr val="accent1"/>
          </a:fillRef>
          <a:effectRef idx="2">
            <a:schemeClr val="accent1"/>
          </a:effectRef>
          <a:fontRef idx="minor">
            <a:schemeClr val="lt1"/>
          </a:fontRef>
        </p:style>
        <p:txBody>
          <a:bodyPr wrap="square" lIns="72000" tIns="72000" rIns="72000" bIns="72000" rtlCol="0" anchor="t"/>
          <a:lstStyle/>
          <a:p>
            <a:pPr algn="l">
              <a:lnSpc>
                <a:spcPct val="100000"/>
              </a:lnSpc>
              <a:spcBef>
                <a:spcPts val="0"/>
              </a:spcBef>
              <a:spcAft>
                <a:spcPts val="300"/>
              </a:spcAft>
            </a:pPr>
            <a:r>
              <a:rPr sz="2800" b="1" dirty="0">
                <a:solidFill>
                  <a:srgbClr val="5E6E2E"/>
                </a:solidFill>
                <a:latin typeface="Calibri"/>
              </a:rPr>
              <a:t>Huber Regressor</a:t>
            </a:r>
          </a:p>
          <a:p>
            <a:pPr>
              <a:lnSpc>
                <a:spcPct val="104000"/>
              </a:lnSpc>
            </a:pPr>
            <a:r>
              <a:rPr lang="en-US" sz="2400" dirty="0">
                <a:solidFill>
                  <a:srgbClr val="2E3517"/>
                </a:solidFill>
              </a:rPr>
              <a:t>Robust companion model for sharp pH/EC shifts.</a:t>
            </a:r>
          </a:p>
          <a:p>
            <a:pPr>
              <a:lnSpc>
                <a:spcPct val="104000"/>
              </a:lnSpc>
            </a:pPr>
            <a:r>
              <a:rPr lang="en-US" sz="2400" dirty="0">
                <a:solidFill>
                  <a:srgbClr val="2E3517"/>
                </a:solidFill>
              </a:rPr>
              <a:t>Reduces sensitivity to outliers caused by acid injection, fertigation and salinity events.</a:t>
            </a:r>
            <a:endParaRPr lang="en-US" sz="2400" b="0" dirty="0">
              <a:solidFill>
                <a:srgbClr val="2E3517"/>
              </a:solidFill>
              <a:latin typeface="Calibri"/>
            </a:endParaRPr>
          </a:p>
        </p:txBody>
      </p:sp>
      <p:sp>
        <p:nvSpPr>
          <p:cNvPr id="39" name="Rounded Rectangle 38"/>
          <p:cNvSpPr/>
          <p:nvPr/>
        </p:nvSpPr>
        <p:spPr>
          <a:xfrm>
            <a:off x="12907292" y="11263904"/>
            <a:ext cx="11664000" cy="7848000"/>
          </a:xfrm>
          <a:prstGeom prst="roundRect">
            <a:avLst>
              <a:gd name="adj" fmla="val 3500"/>
            </a:avLst>
          </a:prstGeom>
          <a:solidFill>
            <a:srgbClr val="FCFCF7"/>
          </a:solidFill>
          <a:ln w="15875">
            <a:solidFill>
              <a:srgbClr val="A5B59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ounded Rectangle 39"/>
          <p:cNvSpPr/>
          <p:nvPr/>
        </p:nvSpPr>
        <p:spPr>
          <a:xfrm>
            <a:off x="13177292" y="11515904"/>
            <a:ext cx="612000" cy="612000"/>
          </a:xfrm>
          <a:prstGeom prst="roundRect">
            <a:avLst>
              <a:gd name="adj" fmla="val 22000"/>
            </a:avLst>
          </a:prstGeom>
          <a:solidFill>
            <a:srgbClr val="E0A82E"/>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lnSpc>
                <a:spcPct val="105000"/>
              </a:lnSpc>
              <a:spcBef>
                <a:spcPts val="0"/>
              </a:spcBef>
              <a:spcAft>
                <a:spcPts val="0"/>
              </a:spcAft>
            </a:pPr>
            <a:r>
              <a:rPr lang="he-IL" sz="3600" b="1" i="0" dirty="0">
                <a:solidFill>
                  <a:srgbClr val="FFFFFF"/>
                </a:solidFill>
                <a:latin typeface="+mj-lt"/>
              </a:rPr>
              <a:t>07</a:t>
            </a:r>
            <a:endParaRPr sz="3600" b="1" i="0" dirty="0">
              <a:solidFill>
                <a:srgbClr val="FFFFFF"/>
              </a:solidFill>
              <a:latin typeface="+mj-lt"/>
            </a:endParaRPr>
          </a:p>
        </p:txBody>
      </p:sp>
      <p:sp>
        <p:nvSpPr>
          <p:cNvPr id="41" name="TextBox 40"/>
          <p:cNvSpPr txBox="1"/>
          <p:nvPr/>
        </p:nvSpPr>
        <p:spPr>
          <a:xfrm>
            <a:off x="13933293" y="11506754"/>
            <a:ext cx="10440000" cy="626701"/>
          </a:xfrm>
          <a:prstGeom prst="rect">
            <a:avLst/>
          </a:prstGeom>
          <a:noFill/>
        </p:spPr>
        <p:txBody>
          <a:bodyPr wrap="square" lIns="36000" tIns="36000" rIns="36000" bIns="36000" anchor="ctr">
            <a:spAutoFit/>
          </a:bodyPr>
          <a:lstStyle/>
          <a:p>
            <a:pPr algn="l">
              <a:lnSpc>
                <a:spcPct val="100000"/>
              </a:lnSpc>
              <a:spcBef>
                <a:spcPts val="0"/>
              </a:spcBef>
              <a:spcAft>
                <a:spcPts val="0"/>
              </a:spcAft>
            </a:pPr>
            <a:r>
              <a:rPr sz="3600" b="1" i="0" dirty="0">
                <a:solidFill>
                  <a:srgbClr val="3D4A1F"/>
                </a:solidFill>
                <a:latin typeface="+mj-lt"/>
              </a:rPr>
              <a:t>Micro-Climate Model</a:t>
            </a:r>
          </a:p>
        </p:txBody>
      </p:sp>
      <p:sp>
        <p:nvSpPr>
          <p:cNvPr id="42" name="Rectangle 41"/>
          <p:cNvSpPr/>
          <p:nvPr/>
        </p:nvSpPr>
        <p:spPr>
          <a:xfrm>
            <a:off x="13195292" y="12207104"/>
            <a:ext cx="11087999" cy="16200"/>
          </a:xfrm>
          <a:prstGeom prst="rect">
            <a:avLst/>
          </a:prstGeom>
          <a:solidFill>
            <a:srgbClr val="A5B5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13213293" y="12325904"/>
            <a:ext cx="11052000" cy="1320417"/>
          </a:xfrm>
          <a:prstGeom prst="rect">
            <a:avLst/>
          </a:prstGeom>
          <a:noFill/>
        </p:spPr>
        <p:txBody>
          <a:bodyPr wrap="square" lIns="36000" tIns="36000" rIns="36000" bIns="36000" anchor="t">
            <a:spAutoFit/>
          </a:bodyPr>
          <a:lstStyle/>
          <a:p>
            <a:pPr>
              <a:lnSpc>
                <a:spcPct val="106000"/>
              </a:lnSpc>
              <a:spcAft>
                <a:spcPts val="700"/>
              </a:spcAft>
            </a:pPr>
            <a:r>
              <a:rPr lang="en-US" sz="2400" dirty="0">
                <a:solidFill>
                  <a:schemeClr val="tx2">
                    <a:lumMod val="75000"/>
                  </a:schemeClr>
                </a:solidFill>
              </a:rPr>
              <a:t>▪ Predicts internal greenhouse climate from external weather and radiation.</a:t>
            </a:r>
          </a:p>
          <a:p>
            <a:pPr>
              <a:lnSpc>
                <a:spcPct val="106000"/>
              </a:lnSpc>
              <a:spcAft>
                <a:spcPts val="700"/>
              </a:spcAft>
            </a:pPr>
            <a:r>
              <a:rPr lang="en-US" sz="2400" dirty="0">
                <a:solidFill>
                  <a:schemeClr val="tx2">
                    <a:lumMod val="75000"/>
                  </a:schemeClr>
                </a:solidFill>
              </a:rPr>
              <a:t>▪ Generates continuous climate inputs - temperature, RH, radiation, ET₀ and soil temperature - for the root-zone model.</a:t>
            </a:r>
          </a:p>
        </p:txBody>
      </p:sp>
      <p:pic>
        <p:nvPicPr>
          <p:cNvPr id="44" name="Picture 43" descr="microclimate.png"/>
          <p:cNvPicPr>
            <a:picLocks noChangeAspect="1"/>
          </p:cNvPicPr>
          <p:nvPr/>
        </p:nvPicPr>
        <p:blipFill>
          <a:blip r:embed="rId2"/>
          <a:stretch>
            <a:fillRect/>
          </a:stretch>
        </p:blipFill>
        <p:spPr>
          <a:xfrm>
            <a:off x="14035832" y="13658696"/>
            <a:ext cx="8754968" cy="5338780"/>
          </a:xfrm>
          <a:prstGeom prst="rect">
            <a:avLst/>
          </a:prstGeom>
        </p:spPr>
      </p:pic>
      <p:sp>
        <p:nvSpPr>
          <p:cNvPr id="50" name="Rounded Rectangle 49"/>
          <p:cNvSpPr/>
          <p:nvPr/>
        </p:nvSpPr>
        <p:spPr>
          <a:xfrm>
            <a:off x="12907292" y="19339803"/>
            <a:ext cx="11664000" cy="8100000"/>
          </a:xfrm>
          <a:prstGeom prst="roundRect">
            <a:avLst>
              <a:gd name="adj" fmla="val 3500"/>
            </a:avLst>
          </a:prstGeom>
          <a:solidFill>
            <a:srgbClr val="FCFCF7"/>
          </a:solidFill>
          <a:ln w="15875">
            <a:solidFill>
              <a:srgbClr val="A5B59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Rounded Rectangle 50"/>
          <p:cNvSpPr/>
          <p:nvPr/>
        </p:nvSpPr>
        <p:spPr>
          <a:xfrm>
            <a:off x="13177292" y="19591804"/>
            <a:ext cx="612000" cy="612000"/>
          </a:xfrm>
          <a:prstGeom prst="roundRect">
            <a:avLst>
              <a:gd name="adj" fmla="val 22000"/>
            </a:avLst>
          </a:prstGeom>
          <a:solidFill>
            <a:srgbClr val="E0A82E"/>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lnSpc>
                <a:spcPct val="105000"/>
              </a:lnSpc>
              <a:spcBef>
                <a:spcPts val="0"/>
              </a:spcBef>
              <a:spcAft>
                <a:spcPts val="0"/>
              </a:spcAft>
            </a:pPr>
            <a:r>
              <a:rPr sz="3600" b="1" i="0">
                <a:solidFill>
                  <a:srgbClr val="FFFFFF"/>
                </a:solidFill>
                <a:latin typeface="+mj-lt"/>
              </a:rPr>
              <a:t>08</a:t>
            </a:r>
          </a:p>
        </p:txBody>
      </p:sp>
      <p:sp>
        <p:nvSpPr>
          <p:cNvPr id="52" name="TextBox 51"/>
          <p:cNvSpPr txBox="1"/>
          <p:nvPr/>
        </p:nvSpPr>
        <p:spPr>
          <a:xfrm>
            <a:off x="13933293" y="19582653"/>
            <a:ext cx="10440000" cy="626701"/>
          </a:xfrm>
          <a:prstGeom prst="rect">
            <a:avLst/>
          </a:prstGeom>
          <a:noFill/>
        </p:spPr>
        <p:txBody>
          <a:bodyPr wrap="square" lIns="36000" tIns="36000" rIns="36000" bIns="36000" anchor="ctr">
            <a:spAutoFit/>
          </a:bodyPr>
          <a:lstStyle/>
          <a:p>
            <a:r>
              <a:rPr lang="en-US" sz="3600" b="1" dirty="0">
                <a:solidFill>
                  <a:srgbClr val="3D4A1F"/>
                </a:solidFill>
                <a:latin typeface="+mj-lt"/>
              </a:rPr>
              <a:t>Root-zone Model Results - Walk-forward Test</a:t>
            </a:r>
          </a:p>
        </p:txBody>
      </p:sp>
      <p:sp>
        <p:nvSpPr>
          <p:cNvPr id="53" name="Rectangle 52"/>
          <p:cNvSpPr/>
          <p:nvPr/>
        </p:nvSpPr>
        <p:spPr>
          <a:xfrm>
            <a:off x="13195292" y="20283003"/>
            <a:ext cx="11087999" cy="16200"/>
          </a:xfrm>
          <a:prstGeom prst="rect">
            <a:avLst/>
          </a:prstGeom>
          <a:solidFill>
            <a:srgbClr val="A5B5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Rounded Rectangle 53"/>
          <p:cNvSpPr>
            <a:spLocks noChangeAspect="1"/>
          </p:cNvSpPr>
          <p:nvPr/>
        </p:nvSpPr>
        <p:spPr>
          <a:xfrm>
            <a:off x="13217943" y="20400046"/>
            <a:ext cx="2837928" cy="518653"/>
          </a:xfrm>
          <a:prstGeom prst="roundRect">
            <a:avLst>
              <a:gd name="adj" fmla="val 10000"/>
            </a:avLst>
          </a:prstGeom>
          <a:solidFill>
            <a:srgbClr val="C9D4B5"/>
          </a:solidFill>
          <a:ln>
            <a:noFill/>
          </a:ln>
          <a:effectLst/>
        </p:spPr>
        <p:style>
          <a:lnRef idx="1">
            <a:schemeClr val="accent1"/>
          </a:lnRef>
          <a:fillRef idx="3">
            <a:schemeClr val="accent1"/>
          </a:fillRef>
          <a:effectRef idx="2">
            <a:schemeClr val="accent1"/>
          </a:effectRef>
          <a:fontRef idx="minor">
            <a:schemeClr val="lt1"/>
          </a:fontRef>
        </p:style>
        <p:txBody>
          <a:bodyPr wrap="square" lIns="18000" tIns="18000" rIns="18000" bIns="18000" numCol="1" rtlCol="0" anchor="ctr"/>
          <a:lstStyle/>
          <a:p>
            <a:pPr algn="ctr">
              <a:lnSpc>
                <a:spcPct val="95000"/>
              </a:lnSpc>
              <a:spcBef>
                <a:spcPts val="0"/>
              </a:spcBef>
              <a:spcAft>
                <a:spcPts val="0"/>
              </a:spcAft>
            </a:pPr>
            <a:r>
              <a:rPr sz="3600" b="1" i="0" dirty="0">
                <a:solidFill>
                  <a:srgbClr val="3D4A1F"/>
                </a:solidFill>
                <a:latin typeface="Calibri"/>
              </a:rPr>
              <a:t>0.33</a:t>
            </a:r>
            <a:r>
              <a:rPr lang="he-IL" sz="3600" b="1" i="0" dirty="0">
                <a:solidFill>
                  <a:srgbClr val="3D4A1F"/>
                </a:solidFill>
                <a:latin typeface="Calibri"/>
              </a:rPr>
              <a:t> </a:t>
            </a:r>
            <a:r>
              <a:rPr sz="3600" b="1" i="0" dirty="0">
                <a:solidFill>
                  <a:srgbClr val="2E3517"/>
                </a:solidFill>
                <a:latin typeface="Calibri"/>
              </a:rPr>
              <a:t>pH MAE</a:t>
            </a:r>
          </a:p>
        </p:txBody>
      </p:sp>
      <p:sp>
        <p:nvSpPr>
          <p:cNvPr id="55" name="Rounded Rectangle 54"/>
          <p:cNvSpPr>
            <a:spLocks noChangeAspect="1"/>
          </p:cNvSpPr>
          <p:nvPr/>
        </p:nvSpPr>
        <p:spPr>
          <a:xfrm>
            <a:off x="16219818" y="20413118"/>
            <a:ext cx="2837928" cy="518653"/>
          </a:xfrm>
          <a:prstGeom prst="roundRect">
            <a:avLst>
              <a:gd name="adj" fmla="val 10000"/>
            </a:avLst>
          </a:prstGeom>
          <a:solidFill>
            <a:srgbClr val="C9D4B5"/>
          </a:solidFill>
          <a:ln>
            <a:noFill/>
          </a:ln>
          <a:effectLst/>
        </p:spPr>
        <p:style>
          <a:lnRef idx="1">
            <a:schemeClr val="accent1"/>
          </a:lnRef>
          <a:fillRef idx="3">
            <a:schemeClr val="accent1"/>
          </a:fillRef>
          <a:effectRef idx="2">
            <a:schemeClr val="accent1"/>
          </a:effectRef>
          <a:fontRef idx="minor">
            <a:schemeClr val="lt1"/>
          </a:fontRef>
        </p:style>
        <p:txBody>
          <a:bodyPr wrap="square" lIns="18000" tIns="18000" rIns="18000" bIns="18000" numCol="1" rtlCol="0" anchor="ctr"/>
          <a:lstStyle/>
          <a:p>
            <a:pPr algn="ctr">
              <a:lnSpc>
                <a:spcPct val="95000"/>
              </a:lnSpc>
              <a:spcBef>
                <a:spcPts val="0"/>
              </a:spcBef>
              <a:spcAft>
                <a:spcPts val="0"/>
              </a:spcAft>
            </a:pPr>
            <a:r>
              <a:rPr sz="3600" b="1" i="0" dirty="0">
                <a:solidFill>
                  <a:srgbClr val="3D4A1F"/>
                </a:solidFill>
                <a:latin typeface="Calibri"/>
              </a:rPr>
              <a:t>0.93</a:t>
            </a:r>
            <a:r>
              <a:rPr lang="he-IL" sz="3600" b="1" i="0" dirty="0">
                <a:solidFill>
                  <a:srgbClr val="3D4A1F"/>
                </a:solidFill>
                <a:latin typeface="Calibri"/>
              </a:rPr>
              <a:t> </a:t>
            </a:r>
            <a:r>
              <a:rPr sz="3600" b="1" i="0" dirty="0">
                <a:solidFill>
                  <a:srgbClr val="2E3517"/>
                </a:solidFill>
                <a:latin typeface="Calibri"/>
              </a:rPr>
              <a:t>pH R²</a:t>
            </a:r>
          </a:p>
        </p:txBody>
      </p:sp>
      <p:sp>
        <p:nvSpPr>
          <p:cNvPr id="56" name="Rounded Rectangle 55"/>
          <p:cNvSpPr>
            <a:spLocks noChangeAspect="1"/>
          </p:cNvSpPr>
          <p:nvPr/>
        </p:nvSpPr>
        <p:spPr>
          <a:xfrm>
            <a:off x="19221693" y="20383805"/>
            <a:ext cx="5048250" cy="533728"/>
          </a:xfrm>
          <a:prstGeom prst="roundRect">
            <a:avLst>
              <a:gd name="adj" fmla="val 10000"/>
            </a:avLst>
          </a:prstGeom>
          <a:solidFill>
            <a:srgbClr val="F5EAD2"/>
          </a:solidFill>
          <a:ln>
            <a:noFill/>
          </a:ln>
          <a:effectLst/>
        </p:spPr>
        <p:style>
          <a:lnRef idx="1">
            <a:schemeClr val="accent1"/>
          </a:lnRef>
          <a:fillRef idx="3">
            <a:schemeClr val="accent1"/>
          </a:fillRef>
          <a:effectRef idx="2">
            <a:schemeClr val="accent1"/>
          </a:effectRef>
          <a:fontRef idx="minor">
            <a:schemeClr val="lt1"/>
          </a:fontRef>
        </p:style>
        <p:txBody>
          <a:bodyPr wrap="square" lIns="18000" tIns="18000" rIns="18000" bIns="18000" numCol="1" rtlCol="0" anchor="ctr"/>
          <a:lstStyle/>
          <a:p>
            <a:pPr algn="ctr">
              <a:lnSpc>
                <a:spcPct val="95000"/>
              </a:lnSpc>
              <a:spcBef>
                <a:spcPts val="0"/>
              </a:spcBef>
              <a:spcAft>
                <a:spcPts val="0"/>
              </a:spcAft>
            </a:pPr>
            <a:r>
              <a:rPr lang="en-US" sz="3600" b="1" i="0" dirty="0">
                <a:solidFill>
                  <a:srgbClr val="B98212"/>
                </a:solidFill>
                <a:latin typeface="Calibri"/>
              </a:rPr>
              <a:t>+62% </a:t>
            </a:r>
            <a:r>
              <a:rPr lang="en-US" sz="3600" b="1" i="0" dirty="0">
                <a:solidFill>
                  <a:srgbClr val="2E3517"/>
                </a:solidFill>
                <a:latin typeface="Calibri"/>
              </a:rPr>
              <a:t>pH MAE reduction</a:t>
            </a:r>
          </a:p>
        </p:txBody>
      </p:sp>
      <p:sp>
        <p:nvSpPr>
          <p:cNvPr id="57" name="Rounded Rectangle 56"/>
          <p:cNvSpPr>
            <a:spLocks noChangeAspect="1"/>
          </p:cNvSpPr>
          <p:nvPr/>
        </p:nvSpPr>
        <p:spPr>
          <a:xfrm>
            <a:off x="13213293" y="21022264"/>
            <a:ext cx="2842578" cy="517326"/>
          </a:xfrm>
          <a:prstGeom prst="roundRect">
            <a:avLst>
              <a:gd name="adj" fmla="val 10000"/>
            </a:avLst>
          </a:prstGeom>
          <a:solidFill>
            <a:srgbClr val="C9D4B5"/>
          </a:solidFill>
          <a:ln>
            <a:noFill/>
          </a:ln>
          <a:effectLst/>
        </p:spPr>
        <p:style>
          <a:lnRef idx="1">
            <a:schemeClr val="accent1"/>
          </a:lnRef>
          <a:fillRef idx="3">
            <a:schemeClr val="accent1"/>
          </a:fillRef>
          <a:effectRef idx="2">
            <a:schemeClr val="accent1"/>
          </a:effectRef>
          <a:fontRef idx="minor">
            <a:schemeClr val="lt1"/>
          </a:fontRef>
        </p:style>
        <p:txBody>
          <a:bodyPr wrap="square" lIns="18000" tIns="18000" rIns="18000" bIns="18000" numCol="1" rtlCol="0" anchor="ctr"/>
          <a:lstStyle/>
          <a:p>
            <a:pPr algn="ctr">
              <a:lnSpc>
                <a:spcPct val="95000"/>
              </a:lnSpc>
              <a:spcBef>
                <a:spcPts val="0"/>
              </a:spcBef>
              <a:spcAft>
                <a:spcPts val="0"/>
              </a:spcAft>
            </a:pPr>
            <a:r>
              <a:rPr sz="3600" b="1" i="0" dirty="0">
                <a:solidFill>
                  <a:srgbClr val="3D4A1F"/>
                </a:solidFill>
                <a:latin typeface="Calibri"/>
              </a:rPr>
              <a:t>0.1</a:t>
            </a:r>
            <a:r>
              <a:rPr lang="en-US" sz="3600" b="1" i="0" dirty="0">
                <a:solidFill>
                  <a:srgbClr val="3D4A1F"/>
                </a:solidFill>
                <a:latin typeface="Calibri"/>
              </a:rPr>
              <a:t>27 </a:t>
            </a:r>
            <a:r>
              <a:rPr sz="3600" b="1" i="0" dirty="0">
                <a:solidFill>
                  <a:srgbClr val="2E3517"/>
                </a:solidFill>
                <a:latin typeface="Calibri"/>
              </a:rPr>
              <a:t>EC</a:t>
            </a:r>
            <a:r>
              <a:rPr lang="he-IL" sz="3600" b="1" i="0" dirty="0">
                <a:solidFill>
                  <a:srgbClr val="2E3517"/>
                </a:solidFill>
                <a:latin typeface="Calibri"/>
              </a:rPr>
              <a:t> </a:t>
            </a:r>
            <a:r>
              <a:rPr sz="3600" b="1" i="0" dirty="0">
                <a:solidFill>
                  <a:srgbClr val="2E3517"/>
                </a:solidFill>
                <a:latin typeface="Calibri"/>
              </a:rPr>
              <a:t>MA</a:t>
            </a:r>
            <a:r>
              <a:rPr lang="en-US" sz="3600" b="1" i="0" dirty="0">
                <a:solidFill>
                  <a:srgbClr val="2E3517"/>
                </a:solidFill>
                <a:latin typeface="Calibri"/>
              </a:rPr>
              <a:t>E</a:t>
            </a:r>
            <a:endParaRPr sz="3600" b="1" i="0" dirty="0">
              <a:solidFill>
                <a:srgbClr val="2E3517"/>
              </a:solidFill>
              <a:latin typeface="Calibri"/>
            </a:endParaRPr>
          </a:p>
        </p:txBody>
      </p:sp>
      <p:sp>
        <p:nvSpPr>
          <p:cNvPr id="58" name="Rounded Rectangle 57"/>
          <p:cNvSpPr>
            <a:spLocks noChangeAspect="1"/>
          </p:cNvSpPr>
          <p:nvPr/>
        </p:nvSpPr>
        <p:spPr>
          <a:xfrm>
            <a:off x="16219818" y="21035336"/>
            <a:ext cx="2837928" cy="517326"/>
          </a:xfrm>
          <a:prstGeom prst="roundRect">
            <a:avLst>
              <a:gd name="adj" fmla="val 10000"/>
            </a:avLst>
          </a:prstGeom>
          <a:solidFill>
            <a:srgbClr val="C9D4B5"/>
          </a:solidFill>
          <a:ln>
            <a:noFill/>
          </a:ln>
          <a:effectLst/>
        </p:spPr>
        <p:style>
          <a:lnRef idx="1">
            <a:schemeClr val="accent1"/>
          </a:lnRef>
          <a:fillRef idx="3">
            <a:schemeClr val="accent1"/>
          </a:fillRef>
          <a:effectRef idx="2">
            <a:schemeClr val="accent1"/>
          </a:effectRef>
          <a:fontRef idx="minor">
            <a:schemeClr val="lt1"/>
          </a:fontRef>
        </p:style>
        <p:txBody>
          <a:bodyPr wrap="square" lIns="18000" tIns="18000" rIns="18000" bIns="18000" numCol="1" rtlCol="0" anchor="ctr"/>
          <a:lstStyle/>
          <a:p>
            <a:pPr algn="ctr">
              <a:lnSpc>
                <a:spcPct val="95000"/>
              </a:lnSpc>
              <a:spcBef>
                <a:spcPts val="0"/>
              </a:spcBef>
              <a:spcAft>
                <a:spcPts val="0"/>
              </a:spcAft>
            </a:pPr>
            <a:r>
              <a:rPr sz="3600" b="1" i="0" dirty="0">
                <a:solidFill>
                  <a:srgbClr val="3D4A1F"/>
                </a:solidFill>
                <a:latin typeface="Calibri"/>
              </a:rPr>
              <a:t>0.98</a:t>
            </a:r>
            <a:r>
              <a:rPr lang="he-IL" sz="3600" b="1" i="0" dirty="0">
                <a:solidFill>
                  <a:srgbClr val="3D4A1F"/>
                </a:solidFill>
                <a:latin typeface="Calibri"/>
              </a:rPr>
              <a:t> </a:t>
            </a:r>
            <a:r>
              <a:rPr sz="3600" b="1" i="0" dirty="0">
                <a:solidFill>
                  <a:srgbClr val="2E3517"/>
                </a:solidFill>
                <a:latin typeface="Calibri"/>
              </a:rPr>
              <a:t>EC R²</a:t>
            </a:r>
          </a:p>
        </p:txBody>
      </p:sp>
      <p:sp>
        <p:nvSpPr>
          <p:cNvPr id="59" name="Rounded Rectangle 58"/>
          <p:cNvSpPr>
            <a:spLocks noChangeAspect="1"/>
          </p:cNvSpPr>
          <p:nvPr/>
        </p:nvSpPr>
        <p:spPr>
          <a:xfrm>
            <a:off x="19221693" y="21022264"/>
            <a:ext cx="5066248" cy="533728"/>
          </a:xfrm>
          <a:prstGeom prst="roundRect">
            <a:avLst>
              <a:gd name="adj" fmla="val 10000"/>
            </a:avLst>
          </a:prstGeom>
          <a:solidFill>
            <a:srgbClr val="F5EAD2"/>
          </a:solidFill>
          <a:ln>
            <a:noFill/>
          </a:ln>
          <a:effectLst/>
        </p:spPr>
        <p:style>
          <a:lnRef idx="1">
            <a:schemeClr val="accent1"/>
          </a:lnRef>
          <a:fillRef idx="3">
            <a:schemeClr val="accent1"/>
          </a:fillRef>
          <a:effectRef idx="2">
            <a:schemeClr val="accent1"/>
          </a:effectRef>
          <a:fontRef idx="minor">
            <a:schemeClr val="lt1"/>
          </a:fontRef>
        </p:style>
        <p:txBody>
          <a:bodyPr wrap="square" lIns="18000" tIns="18000" rIns="18000" bIns="18000" numCol="1" rtlCol="0" anchor="ctr"/>
          <a:lstStyle/>
          <a:p>
            <a:pPr algn="ctr">
              <a:lnSpc>
                <a:spcPct val="95000"/>
              </a:lnSpc>
              <a:spcBef>
                <a:spcPts val="0"/>
              </a:spcBef>
              <a:spcAft>
                <a:spcPts val="0"/>
              </a:spcAft>
            </a:pPr>
            <a:r>
              <a:rPr sz="3600" b="1" i="0" dirty="0">
                <a:solidFill>
                  <a:srgbClr val="B98212"/>
                </a:solidFill>
                <a:latin typeface="Calibri"/>
              </a:rPr>
              <a:t>+35%</a:t>
            </a:r>
            <a:r>
              <a:rPr lang="he-IL" sz="3600" b="1" i="0" dirty="0">
                <a:solidFill>
                  <a:srgbClr val="B98212"/>
                </a:solidFill>
                <a:latin typeface="Calibri"/>
              </a:rPr>
              <a:t> </a:t>
            </a:r>
            <a:r>
              <a:rPr lang="en-US" sz="3600" b="1" i="0" dirty="0">
                <a:solidFill>
                  <a:srgbClr val="2E3517"/>
                </a:solidFill>
                <a:latin typeface="Calibri"/>
              </a:rPr>
              <a:t>EC MAE reduction</a:t>
            </a:r>
            <a:endParaRPr sz="3600" b="1" i="0" dirty="0">
              <a:solidFill>
                <a:srgbClr val="2E3517"/>
              </a:solidFill>
              <a:latin typeface="Calibri"/>
            </a:endParaRPr>
          </a:p>
        </p:txBody>
      </p:sp>
      <p:pic>
        <p:nvPicPr>
          <p:cNvPr id="60" name="Picture 59" descr="parity_ph.png"/>
          <p:cNvPicPr>
            <a:picLocks noChangeAspect="1"/>
          </p:cNvPicPr>
          <p:nvPr/>
        </p:nvPicPr>
        <p:blipFill>
          <a:blip r:embed="rId3"/>
          <a:stretch>
            <a:fillRect/>
          </a:stretch>
        </p:blipFill>
        <p:spPr>
          <a:xfrm>
            <a:off x="13159293" y="22104831"/>
            <a:ext cx="5648818" cy="5295767"/>
          </a:xfrm>
          <a:prstGeom prst="rect">
            <a:avLst/>
          </a:prstGeom>
        </p:spPr>
      </p:pic>
      <p:pic>
        <p:nvPicPr>
          <p:cNvPr id="61" name="Picture 60" descr="parity_ec.png"/>
          <p:cNvPicPr>
            <a:picLocks noChangeAspect="1"/>
          </p:cNvPicPr>
          <p:nvPr/>
        </p:nvPicPr>
        <p:blipFill>
          <a:blip r:embed="rId4"/>
          <a:stretch>
            <a:fillRect/>
          </a:stretch>
        </p:blipFill>
        <p:spPr>
          <a:xfrm>
            <a:off x="18808111" y="22104831"/>
            <a:ext cx="5645364" cy="5292529"/>
          </a:xfrm>
          <a:prstGeom prst="rect">
            <a:avLst/>
          </a:prstGeom>
        </p:spPr>
      </p:pic>
      <p:sp>
        <p:nvSpPr>
          <p:cNvPr id="62" name="Rounded Rectangle 61"/>
          <p:cNvSpPr/>
          <p:nvPr/>
        </p:nvSpPr>
        <p:spPr>
          <a:xfrm>
            <a:off x="12907292" y="27655802"/>
            <a:ext cx="11664000" cy="3717539"/>
          </a:xfrm>
          <a:prstGeom prst="roundRect">
            <a:avLst>
              <a:gd name="adj" fmla="val 3500"/>
            </a:avLst>
          </a:prstGeom>
          <a:solidFill>
            <a:srgbClr val="FCFCF7"/>
          </a:solidFill>
          <a:ln w="15875">
            <a:solidFill>
              <a:srgbClr val="A5B59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Rounded Rectangle 62"/>
          <p:cNvSpPr/>
          <p:nvPr/>
        </p:nvSpPr>
        <p:spPr>
          <a:xfrm>
            <a:off x="13177292" y="27907803"/>
            <a:ext cx="612000" cy="612000"/>
          </a:xfrm>
          <a:prstGeom prst="roundRect">
            <a:avLst>
              <a:gd name="adj" fmla="val 22000"/>
            </a:avLst>
          </a:prstGeom>
          <a:solidFill>
            <a:srgbClr val="E0A82E"/>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lnSpc>
                <a:spcPct val="105000"/>
              </a:lnSpc>
              <a:spcBef>
                <a:spcPts val="0"/>
              </a:spcBef>
              <a:spcAft>
                <a:spcPts val="0"/>
              </a:spcAft>
            </a:pPr>
            <a:r>
              <a:rPr sz="3600" b="1" i="0">
                <a:solidFill>
                  <a:srgbClr val="FFFFFF"/>
                </a:solidFill>
                <a:latin typeface="+mj-lt"/>
              </a:rPr>
              <a:t>09</a:t>
            </a:r>
          </a:p>
        </p:txBody>
      </p:sp>
      <p:sp>
        <p:nvSpPr>
          <p:cNvPr id="64" name="TextBox 63"/>
          <p:cNvSpPr txBox="1"/>
          <p:nvPr/>
        </p:nvSpPr>
        <p:spPr>
          <a:xfrm>
            <a:off x="13933293" y="27898653"/>
            <a:ext cx="10440000" cy="626701"/>
          </a:xfrm>
          <a:prstGeom prst="rect">
            <a:avLst/>
          </a:prstGeom>
          <a:noFill/>
        </p:spPr>
        <p:txBody>
          <a:bodyPr wrap="square" lIns="36000" tIns="36000" rIns="36000" bIns="36000" anchor="ctr">
            <a:spAutoFit/>
          </a:bodyPr>
          <a:lstStyle/>
          <a:p>
            <a:pPr algn="l">
              <a:lnSpc>
                <a:spcPct val="100000"/>
              </a:lnSpc>
              <a:spcBef>
                <a:spcPts val="0"/>
              </a:spcBef>
              <a:spcAft>
                <a:spcPts val="0"/>
              </a:spcAft>
            </a:pPr>
            <a:r>
              <a:rPr sz="3600" b="1" i="0">
                <a:solidFill>
                  <a:srgbClr val="3D4A1F"/>
                </a:solidFill>
                <a:latin typeface="+mj-lt"/>
              </a:rPr>
              <a:t>Conclusions</a:t>
            </a:r>
          </a:p>
        </p:txBody>
      </p:sp>
      <p:sp>
        <p:nvSpPr>
          <p:cNvPr id="65" name="Rectangle 64"/>
          <p:cNvSpPr/>
          <p:nvPr/>
        </p:nvSpPr>
        <p:spPr>
          <a:xfrm>
            <a:off x="13195292" y="28599003"/>
            <a:ext cx="11087999" cy="16200"/>
          </a:xfrm>
          <a:prstGeom prst="rect">
            <a:avLst/>
          </a:prstGeom>
          <a:solidFill>
            <a:srgbClr val="A5B5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13213293" y="28731894"/>
            <a:ext cx="11286000" cy="2559089"/>
          </a:xfrm>
          <a:prstGeom prst="rect">
            <a:avLst/>
          </a:prstGeom>
          <a:noFill/>
        </p:spPr>
        <p:txBody>
          <a:bodyPr wrap="square" lIns="36000" tIns="36000" rIns="36000" bIns="36000" anchor="t">
            <a:spAutoFit/>
          </a:bodyPr>
          <a:lstStyle/>
          <a:p>
            <a:pPr>
              <a:lnSpc>
                <a:spcPct val="106000"/>
              </a:lnSpc>
              <a:spcAft>
                <a:spcPts val="600"/>
              </a:spcAft>
            </a:pPr>
            <a:r>
              <a:rPr lang="en-US" sz="2400" dirty="0">
                <a:solidFill>
                  <a:schemeClr val="tx2">
                    <a:lumMod val="75000"/>
                  </a:schemeClr>
                </a:solidFill>
              </a:rPr>
              <a:t>▪ </a:t>
            </a:r>
            <a:r>
              <a:rPr lang="en-US" sz="2400" b="1" dirty="0">
                <a:solidFill>
                  <a:schemeClr val="tx2">
                    <a:lumMod val="75000"/>
                  </a:schemeClr>
                </a:solidFill>
              </a:rPr>
              <a:t>Prediction value </a:t>
            </a:r>
            <a:r>
              <a:rPr lang="en-US" sz="2400" dirty="0">
                <a:solidFill>
                  <a:schemeClr val="tx2">
                    <a:lumMod val="75000"/>
                  </a:schemeClr>
                </a:solidFill>
              </a:rPr>
              <a:t>→ The model improved over the last-measurement baseline (+62% pH, +35% EC) and supports earlier pH/EC drift detection.</a:t>
            </a:r>
          </a:p>
          <a:p>
            <a:pPr>
              <a:lnSpc>
                <a:spcPct val="106000"/>
              </a:lnSpc>
              <a:spcAft>
                <a:spcPts val="600"/>
              </a:spcAft>
            </a:pPr>
            <a:r>
              <a:rPr lang="en-US" sz="2400" dirty="0">
                <a:solidFill>
                  <a:schemeClr val="tx2">
                    <a:lumMod val="75000"/>
                  </a:schemeClr>
                </a:solidFill>
              </a:rPr>
              <a:t>▪ </a:t>
            </a:r>
            <a:r>
              <a:rPr lang="en-US" sz="2400" b="1" dirty="0">
                <a:solidFill>
                  <a:schemeClr val="tx2">
                    <a:lumMod val="75000"/>
                  </a:schemeClr>
                </a:solidFill>
              </a:rPr>
              <a:t>Decision-support platform </a:t>
            </a:r>
            <a:r>
              <a:rPr lang="en-US" sz="2400" dirty="0">
                <a:solidFill>
                  <a:schemeClr val="tx2">
                    <a:lumMod val="75000"/>
                  </a:schemeClr>
                </a:solidFill>
              </a:rPr>
              <a:t>→ built a user platform where growers can test planned irrigation/fertigation actions before applying them.</a:t>
            </a:r>
          </a:p>
          <a:p>
            <a:pPr>
              <a:lnSpc>
                <a:spcPct val="106000"/>
              </a:lnSpc>
              <a:spcAft>
                <a:spcPts val="600"/>
              </a:spcAft>
            </a:pPr>
            <a:r>
              <a:rPr lang="en-US" sz="2400" dirty="0">
                <a:solidFill>
                  <a:schemeClr val="tx2">
                    <a:lumMod val="75000"/>
                  </a:schemeClr>
                </a:solidFill>
              </a:rPr>
              <a:t>▪ </a:t>
            </a:r>
            <a:r>
              <a:rPr lang="en-US" sz="2400" b="1" dirty="0">
                <a:solidFill>
                  <a:schemeClr val="tx2">
                    <a:lumMod val="75000"/>
                  </a:schemeClr>
                </a:solidFill>
              </a:rPr>
              <a:t>Soft-sensor feasibility </a:t>
            </a:r>
            <a:r>
              <a:rPr lang="en-US" sz="2400" dirty="0">
                <a:solidFill>
                  <a:schemeClr val="tx2">
                    <a:lumMod val="75000"/>
                  </a:schemeClr>
                </a:solidFill>
              </a:rPr>
              <a:t>→ sparse samples can support useful forecasts when combined with dense operational data.</a:t>
            </a:r>
            <a:endParaRPr sz="2400" dirty="0">
              <a:solidFill>
                <a:schemeClr val="tx2">
                  <a:lumMod val="75000"/>
                </a:schemeClr>
              </a:solidFill>
              <a:latin typeface="Calibri"/>
            </a:endParaRPr>
          </a:p>
        </p:txBody>
      </p:sp>
      <p:sp>
        <p:nvSpPr>
          <p:cNvPr id="67" name="Rounded Rectangle 66"/>
          <p:cNvSpPr/>
          <p:nvPr/>
        </p:nvSpPr>
        <p:spPr>
          <a:xfrm>
            <a:off x="12907292" y="31589340"/>
            <a:ext cx="11664000" cy="3662463"/>
          </a:xfrm>
          <a:prstGeom prst="roundRect">
            <a:avLst>
              <a:gd name="adj" fmla="val 3500"/>
            </a:avLst>
          </a:prstGeom>
          <a:solidFill>
            <a:srgbClr val="FCFCF7"/>
          </a:solidFill>
          <a:ln w="15875">
            <a:solidFill>
              <a:srgbClr val="A5B59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68" name="Rounded Rectangle 67"/>
          <p:cNvSpPr/>
          <p:nvPr/>
        </p:nvSpPr>
        <p:spPr>
          <a:xfrm>
            <a:off x="13177292" y="31923051"/>
            <a:ext cx="612000" cy="612000"/>
          </a:xfrm>
          <a:prstGeom prst="roundRect">
            <a:avLst>
              <a:gd name="adj" fmla="val 22000"/>
            </a:avLst>
          </a:prstGeom>
          <a:solidFill>
            <a:srgbClr val="E0A82E"/>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lnSpc>
                <a:spcPct val="105000"/>
              </a:lnSpc>
              <a:spcBef>
                <a:spcPts val="0"/>
              </a:spcBef>
              <a:spcAft>
                <a:spcPts val="0"/>
              </a:spcAft>
            </a:pPr>
            <a:r>
              <a:rPr sz="3600" b="1" i="0" dirty="0">
                <a:solidFill>
                  <a:srgbClr val="FFFFFF"/>
                </a:solidFill>
                <a:latin typeface="+mj-lt"/>
              </a:rPr>
              <a:t>10</a:t>
            </a:r>
          </a:p>
        </p:txBody>
      </p:sp>
      <p:sp>
        <p:nvSpPr>
          <p:cNvPr id="69" name="TextBox 68"/>
          <p:cNvSpPr txBox="1"/>
          <p:nvPr/>
        </p:nvSpPr>
        <p:spPr>
          <a:xfrm>
            <a:off x="13933293" y="31913901"/>
            <a:ext cx="10440000" cy="626701"/>
          </a:xfrm>
          <a:prstGeom prst="rect">
            <a:avLst/>
          </a:prstGeom>
          <a:noFill/>
        </p:spPr>
        <p:txBody>
          <a:bodyPr wrap="square" lIns="36000" tIns="36000" rIns="36000" bIns="36000" anchor="ctr">
            <a:spAutoFit/>
          </a:bodyPr>
          <a:lstStyle/>
          <a:p>
            <a:pPr algn="l">
              <a:lnSpc>
                <a:spcPct val="100000"/>
              </a:lnSpc>
              <a:spcBef>
                <a:spcPts val="0"/>
              </a:spcBef>
              <a:spcAft>
                <a:spcPts val="0"/>
              </a:spcAft>
            </a:pPr>
            <a:r>
              <a:rPr sz="3600" b="1" i="0" dirty="0">
                <a:solidFill>
                  <a:srgbClr val="3D4A1F"/>
                </a:solidFill>
                <a:latin typeface="+mj-lt"/>
              </a:rPr>
              <a:t>Challenges &amp; Limitations</a:t>
            </a:r>
          </a:p>
        </p:txBody>
      </p:sp>
      <p:sp>
        <p:nvSpPr>
          <p:cNvPr id="70" name="Rectangle 69"/>
          <p:cNvSpPr/>
          <p:nvPr/>
        </p:nvSpPr>
        <p:spPr>
          <a:xfrm>
            <a:off x="13195292" y="32661143"/>
            <a:ext cx="11087999" cy="16200"/>
          </a:xfrm>
          <a:prstGeom prst="rect">
            <a:avLst/>
          </a:prstGeom>
          <a:solidFill>
            <a:srgbClr val="A5B5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TextBox 70"/>
          <p:cNvSpPr txBox="1"/>
          <p:nvPr/>
        </p:nvSpPr>
        <p:spPr>
          <a:xfrm>
            <a:off x="13181942" y="32811275"/>
            <a:ext cx="11105999" cy="2167572"/>
          </a:xfrm>
          <a:prstGeom prst="rect">
            <a:avLst/>
          </a:prstGeom>
          <a:noFill/>
        </p:spPr>
        <p:txBody>
          <a:bodyPr wrap="square" lIns="36000" tIns="36000" rIns="36000" bIns="36000" anchor="t">
            <a:spAutoFit/>
          </a:bodyPr>
          <a:lstStyle/>
          <a:p>
            <a:pPr algn="l">
              <a:lnSpc>
                <a:spcPct val="106000"/>
              </a:lnSpc>
              <a:spcBef>
                <a:spcPts val="0"/>
              </a:spcBef>
              <a:spcAft>
                <a:spcPts val="300"/>
              </a:spcAft>
            </a:pPr>
            <a:r>
              <a:rPr lang="en-US" sz="2400" b="1" dirty="0">
                <a:solidFill>
                  <a:schemeClr val="tx2">
                    <a:lumMod val="75000"/>
                  </a:schemeClr>
                </a:solidFill>
                <a:latin typeface="Calibri"/>
              </a:rPr>
              <a:t>▪  </a:t>
            </a:r>
            <a:r>
              <a:rPr lang="da-DK" sz="2400" b="1" dirty="0">
                <a:solidFill>
                  <a:schemeClr val="tx2">
                    <a:lumMod val="75000"/>
                  </a:schemeClr>
                </a:solidFill>
                <a:latin typeface="Calibri"/>
              </a:rPr>
              <a:t>Sparse labels </a:t>
            </a:r>
            <a:r>
              <a:rPr lang="da-DK" sz="2400" b="0" dirty="0">
                <a:solidFill>
                  <a:schemeClr val="tx2">
                    <a:lumMod val="75000"/>
                  </a:schemeClr>
                </a:solidFill>
                <a:latin typeface="Calibri"/>
              </a:rPr>
              <a:t>→ </a:t>
            </a:r>
            <a:r>
              <a:rPr lang="en-US" sz="2400" b="0" dirty="0">
                <a:solidFill>
                  <a:schemeClr val="tx2">
                    <a:lumMod val="75000"/>
                  </a:schemeClr>
                </a:solidFill>
                <a:latin typeface="Calibri"/>
              </a:rPr>
              <a:t>modeled measured t₀–t₁ changes using accumulated inputs</a:t>
            </a:r>
          </a:p>
          <a:p>
            <a:pPr algn="l">
              <a:lnSpc>
                <a:spcPct val="106000"/>
              </a:lnSpc>
              <a:spcBef>
                <a:spcPts val="0"/>
              </a:spcBef>
              <a:spcAft>
                <a:spcPts val="300"/>
              </a:spcAft>
            </a:pPr>
            <a:r>
              <a:rPr lang="en-US" sz="2400" b="1" dirty="0">
                <a:solidFill>
                  <a:schemeClr val="tx2">
                    <a:lumMod val="75000"/>
                  </a:schemeClr>
                </a:solidFill>
                <a:latin typeface="Calibri"/>
              </a:rPr>
              <a:t>▪  Missing climate inputs </a:t>
            </a:r>
            <a:r>
              <a:rPr lang="en-US" sz="2400" b="0" dirty="0">
                <a:solidFill>
                  <a:schemeClr val="tx2">
                    <a:lumMod val="75000"/>
                  </a:schemeClr>
                </a:solidFill>
                <a:latin typeface="Calibri"/>
              </a:rPr>
              <a:t>→ filled greenhouse gaps with a micro-climate model</a:t>
            </a:r>
            <a:endParaRPr lang="he-IL" sz="2400" b="0" dirty="0">
              <a:solidFill>
                <a:schemeClr val="tx2">
                  <a:lumMod val="75000"/>
                </a:schemeClr>
              </a:solidFill>
              <a:latin typeface="Calibri"/>
            </a:endParaRPr>
          </a:p>
          <a:p>
            <a:pPr algn="l">
              <a:lnSpc>
                <a:spcPct val="106000"/>
              </a:lnSpc>
              <a:spcBef>
                <a:spcPts val="0"/>
              </a:spcBef>
              <a:spcAft>
                <a:spcPts val="300"/>
              </a:spcAft>
            </a:pPr>
            <a:r>
              <a:rPr sz="2400" b="1" dirty="0">
                <a:solidFill>
                  <a:schemeClr val="tx2">
                    <a:lumMod val="75000"/>
                  </a:schemeClr>
                </a:solidFill>
                <a:latin typeface="Calibri"/>
              </a:rPr>
              <a:t>▪  </a:t>
            </a:r>
            <a:r>
              <a:rPr lang="en-US" sz="2400" b="1" dirty="0">
                <a:solidFill>
                  <a:schemeClr val="tx2">
                    <a:lumMod val="75000"/>
                  </a:schemeClr>
                </a:solidFill>
                <a:latin typeface="Calibri"/>
              </a:rPr>
              <a:t>Irregular sampling </a:t>
            </a:r>
            <a:r>
              <a:rPr lang="en-US" sz="2400" b="0" dirty="0">
                <a:solidFill>
                  <a:schemeClr val="tx2">
                    <a:lumMod val="75000"/>
                  </a:schemeClr>
                </a:solidFill>
                <a:latin typeface="Calibri"/>
              </a:rPr>
              <a:t>→ added time-gap and window-based aggregation features</a:t>
            </a:r>
            <a:endParaRPr lang="he-IL" sz="2400" b="0" dirty="0">
              <a:solidFill>
                <a:schemeClr val="tx2">
                  <a:lumMod val="75000"/>
                </a:schemeClr>
              </a:solidFill>
              <a:latin typeface="Calibri"/>
            </a:endParaRPr>
          </a:p>
          <a:p>
            <a:pPr algn="l">
              <a:lnSpc>
                <a:spcPct val="106000"/>
              </a:lnSpc>
              <a:spcBef>
                <a:spcPts val="0"/>
              </a:spcBef>
              <a:spcAft>
                <a:spcPts val="300"/>
              </a:spcAft>
            </a:pPr>
            <a:r>
              <a:rPr sz="2400" b="1" dirty="0">
                <a:solidFill>
                  <a:schemeClr val="tx2">
                    <a:lumMod val="75000"/>
                  </a:schemeClr>
                </a:solidFill>
                <a:latin typeface="Calibri"/>
              </a:rPr>
              <a:t>▪  </a:t>
            </a:r>
            <a:r>
              <a:rPr lang="en-US" sz="2400" b="1" dirty="0">
                <a:solidFill>
                  <a:schemeClr val="tx2">
                    <a:lumMod val="75000"/>
                  </a:schemeClr>
                </a:solidFill>
                <a:latin typeface="Calibri"/>
              </a:rPr>
              <a:t>Low EC sensitivity </a:t>
            </a:r>
            <a:r>
              <a:rPr lang="en-US" sz="2400" b="0" dirty="0">
                <a:solidFill>
                  <a:schemeClr val="tx2">
                    <a:lumMod val="75000"/>
                  </a:schemeClr>
                </a:solidFill>
                <a:latin typeface="Calibri"/>
              </a:rPr>
              <a:t>→ used log-transformed EC change and absolute-error metrics</a:t>
            </a:r>
            <a:endParaRPr lang="he-IL" sz="2400" b="0" dirty="0">
              <a:solidFill>
                <a:schemeClr val="tx2">
                  <a:lumMod val="75000"/>
                </a:schemeClr>
              </a:solidFill>
              <a:latin typeface="Calibri"/>
            </a:endParaRPr>
          </a:p>
          <a:p>
            <a:pPr algn="l">
              <a:lnSpc>
                <a:spcPct val="106000"/>
              </a:lnSpc>
              <a:spcBef>
                <a:spcPts val="0"/>
              </a:spcBef>
              <a:spcAft>
                <a:spcPts val="300"/>
              </a:spcAft>
            </a:pPr>
            <a:r>
              <a:rPr sz="2400" b="1" dirty="0">
                <a:solidFill>
                  <a:schemeClr val="tx2">
                    <a:lumMod val="75000"/>
                  </a:schemeClr>
                </a:solidFill>
                <a:latin typeface="Calibri"/>
              </a:rPr>
              <a:t>▪  </a:t>
            </a:r>
            <a:r>
              <a:rPr lang="en-US" sz="2400" b="1" dirty="0">
                <a:solidFill>
                  <a:schemeClr val="tx2">
                    <a:lumMod val="75000"/>
                  </a:schemeClr>
                </a:solidFill>
                <a:latin typeface="Calibri"/>
              </a:rPr>
              <a:t>Limited generalization </a:t>
            </a:r>
            <a:r>
              <a:rPr lang="en-US" sz="2400" b="0" dirty="0">
                <a:solidFill>
                  <a:schemeClr val="tx2">
                    <a:lumMod val="75000"/>
                  </a:schemeClr>
                </a:solidFill>
                <a:latin typeface="Calibri"/>
              </a:rPr>
              <a:t>→ validate across more seasons, crops, and conditions</a:t>
            </a:r>
          </a:p>
        </p:txBody>
      </p:sp>
      <p:pic>
        <p:nvPicPr>
          <p:cNvPr id="72" name="Picture 71" descr="download-Photoroom.png"/>
          <p:cNvPicPr>
            <a:picLocks noChangeAspect="1"/>
          </p:cNvPicPr>
          <p:nvPr/>
        </p:nvPicPr>
        <p:blipFill>
          <a:blip r:embed="rId5"/>
          <a:stretch>
            <a:fillRect/>
          </a:stretch>
        </p:blipFill>
        <p:spPr>
          <a:xfrm>
            <a:off x="523292" y="880486"/>
            <a:ext cx="2365200" cy="2375843"/>
          </a:xfrm>
          <a:prstGeom prst="rect">
            <a:avLst/>
          </a:prstGeom>
        </p:spPr>
      </p:pic>
      <p:pic>
        <p:nvPicPr>
          <p:cNvPr id="73" name="Picture 72" descr="Volcani_logo.png"/>
          <p:cNvPicPr>
            <a:picLocks noChangeAspect="1"/>
          </p:cNvPicPr>
          <p:nvPr/>
        </p:nvPicPr>
        <p:blipFill>
          <a:blip r:embed="rId6"/>
          <a:stretch>
            <a:fillRect/>
          </a:stretch>
        </p:blipFill>
        <p:spPr>
          <a:xfrm>
            <a:off x="22242093" y="880486"/>
            <a:ext cx="2467800" cy="2375997"/>
          </a:xfrm>
          <a:prstGeom prst="rect">
            <a:avLst/>
          </a:prstGeom>
        </p:spPr>
      </p:pic>
      <p:sp>
        <p:nvSpPr>
          <p:cNvPr id="30" name="Rounded Rectangle 44"/>
          <p:cNvSpPr/>
          <p:nvPr/>
        </p:nvSpPr>
        <p:spPr>
          <a:xfrm>
            <a:off x="12911942" y="3856129"/>
            <a:ext cx="11664000" cy="7200000"/>
          </a:xfrm>
          <a:prstGeom prst="roundRect">
            <a:avLst>
              <a:gd name="adj" fmla="val 3500"/>
            </a:avLst>
          </a:prstGeom>
          <a:solidFill>
            <a:srgbClr val="FCFCF7"/>
          </a:solidFill>
          <a:ln w="15875">
            <a:solidFill>
              <a:srgbClr val="A5B59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7" name="Rounded Rectangle 45"/>
          <p:cNvSpPr/>
          <p:nvPr/>
        </p:nvSpPr>
        <p:spPr>
          <a:xfrm>
            <a:off x="13181942" y="4108129"/>
            <a:ext cx="612000" cy="612000"/>
          </a:xfrm>
          <a:prstGeom prst="roundRect">
            <a:avLst>
              <a:gd name="adj" fmla="val 22000"/>
            </a:avLst>
          </a:prstGeom>
          <a:solidFill>
            <a:srgbClr val="E0A82E"/>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lnSpc>
                <a:spcPct val="105000"/>
              </a:lnSpc>
              <a:spcBef>
                <a:spcPts val="0"/>
              </a:spcBef>
              <a:spcAft>
                <a:spcPts val="0"/>
              </a:spcAft>
            </a:pPr>
            <a:r>
              <a:rPr lang="he-IL" sz="3600" b="1" i="0" dirty="0">
                <a:solidFill>
                  <a:srgbClr val="FFFFFF"/>
                </a:solidFill>
                <a:latin typeface="+mj-lt"/>
              </a:rPr>
              <a:t>06</a:t>
            </a:r>
            <a:endParaRPr sz="3600" b="1" i="0" dirty="0">
              <a:solidFill>
                <a:srgbClr val="FFFFFF"/>
              </a:solidFill>
              <a:latin typeface="+mj-lt"/>
            </a:endParaRPr>
          </a:p>
        </p:txBody>
      </p:sp>
      <p:sp>
        <p:nvSpPr>
          <p:cNvPr id="74" name="TextBox 46"/>
          <p:cNvSpPr txBox="1"/>
          <p:nvPr/>
        </p:nvSpPr>
        <p:spPr>
          <a:xfrm>
            <a:off x="13937943" y="4098979"/>
            <a:ext cx="10440000" cy="626701"/>
          </a:xfrm>
          <a:prstGeom prst="rect">
            <a:avLst/>
          </a:prstGeom>
          <a:noFill/>
        </p:spPr>
        <p:txBody>
          <a:bodyPr wrap="square" lIns="36000" tIns="36000" rIns="36000" bIns="36000" anchor="ctr">
            <a:spAutoFit/>
          </a:bodyPr>
          <a:lstStyle/>
          <a:p>
            <a:pPr algn="l">
              <a:lnSpc>
                <a:spcPct val="100000"/>
              </a:lnSpc>
              <a:spcBef>
                <a:spcPts val="0"/>
              </a:spcBef>
              <a:spcAft>
                <a:spcPts val="0"/>
              </a:spcAft>
            </a:pPr>
            <a:r>
              <a:rPr sz="3600" b="1" i="0" dirty="0">
                <a:solidFill>
                  <a:srgbClr val="3D4A1F"/>
                </a:solidFill>
                <a:latin typeface="+mj-lt"/>
              </a:rPr>
              <a:t>Validation Strategy</a:t>
            </a:r>
          </a:p>
        </p:txBody>
      </p:sp>
      <p:sp>
        <p:nvSpPr>
          <p:cNvPr id="77" name="Rectangle 47"/>
          <p:cNvSpPr/>
          <p:nvPr/>
        </p:nvSpPr>
        <p:spPr>
          <a:xfrm>
            <a:off x="13199942" y="4799329"/>
            <a:ext cx="11087999" cy="16200"/>
          </a:xfrm>
          <a:prstGeom prst="rect">
            <a:avLst/>
          </a:prstGeom>
          <a:solidFill>
            <a:srgbClr val="A5B5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TextBox 48"/>
          <p:cNvSpPr txBox="1"/>
          <p:nvPr/>
        </p:nvSpPr>
        <p:spPr>
          <a:xfrm>
            <a:off x="13217943" y="4918129"/>
            <a:ext cx="11052000" cy="1711934"/>
          </a:xfrm>
          <a:prstGeom prst="rect">
            <a:avLst/>
          </a:prstGeom>
          <a:noFill/>
        </p:spPr>
        <p:txBody>
          <a:bodyPr wrap="square" lIns="36000" tIns="36000" rIns="36000" bIns="36000" anchor="t">
            <a:spAutoFit/>
          </a:bodyPr>
          <a:lstStyle/>
          <a:p>
            <a:pPr>
              <a:lnSpc>
                <a:spcPct val="106000"/>
              </a:lnSpc>
              <a:spcAft>
                <a:spcPts val="700"/>
              </a:spcAft>
            </a:pPr>
            <a:r>
              <a:rPr lang="en-US" sz="2400" dirty="0">
                <a:solidFill>
                  <a:schemeClr val="tx2">
                    <a:lumMod val="75000"/>
                  </a:schemeClr>
                </a:solidFill>
              </a:rPr>
              <a:t>▪ Walk-forward validation matches deployment: future pH/EC is predicted from past labels, forecasted climate and planned irrigation/fertigation.</a:t>
            </a:r>
          </a:p>
          <a:p>
            <a:pPr>
              <a:lnSpc>
                <a:spcPct val="106000"/>
              </a:lnSpc>
              <a:spcAft>
                <a:spcPts val="700"/>
              </a:spcAft>
            </a:pPr>
            <a:r>
              <a:rPr lang="en-US" sz="2400" dirty="0">
                <a:solidFill>
                  <a:schemeClr val="tx2">
                    <a:lumMod val="75000"/>
                  </a:schemeClr>
                </a:solidFill>
              </a:rPr>
              <a:t>▪ Future pH/EC labels are never used for training until after that sample becomes available.</a:t>
            </a:r>
            <a:endParaRPr sz="2400" i="0" dirty="0">
              <a:solidFill>
                <a:schemeClr val="tx2">
                  <a:lumMod val="75000"/>
                </a:schemeClr>
              </a:solidFill>
            </a:endParaRPr>
          </a:p>
        </p:txBody>
      </p:sp>
      <p:pic>
        <p:nvPicPr>
          <p:cNvPr id="79" name="Picture 75" descr="walkforward.png"/>
          <p:cNvPicPr>
            <a:picLocks noChangeAspect="1"/>
          </p:cNvPicPr>
          <p:nvPr/>
        </p:nvPicPr>
        <p:blipFill>
          <a:blip r:embed="rId7"/>
          <a:stretch>
            <a:fillRect/>
          </a:stretch>
        </p:blipFill>
        <p:spPr>
          <a:xfrm>
            <a:off x="14968292" y="6419345"/>
            <a:ext cx="7582755" cy="4623963"/>
          </a:xfrm>
          <a:prstGeom prst="rect">
            <a:avLst/>
          </a:prstGeom>
        </p:spPr>
      </p:pic>
      <p:sp>
        <p:nvSpPr>
          <p:cNvPr id="36" name="TextBox 28">
            <a:extLst>
              <a:ext uri="{FF2B5EF4-FFF2-40B4-BE49-F238E27FC236}">
                <a16:creationId xmlns:a16="http://schemas.microsoft.com/office/drawing/2014/main" id="{D7029A2C-F3E0-AE8F-8357-D486234A18DE}"/>
              </a:ext>
            </a:extLst>
          </p:cNvPr>
          <p:cNvSpPr txBox="1"/>
          <p:nvPr/>
        </p:nvSpPr>
        <p:spPr>
          <a:xfrm>
            <a:off x="955293" y="26057403"/>
            <a:ext cx="11052000" cy="447614"/>
          </a:xfrm>
          <a:prstGeom prst="rect">
            <a:avLst/>
          </a:prstGeom>
          <a:noFill/>
        </p:spPr>
        <p:txBody>
          <a:bodyPr wrap="square" lIns="36000" tIns="36000" rIns="36000" bIns="36000" anchor="t">
            <a:spAutoFit/>
          </a:bodyPr>
          <a:lstStyle/>
          <a:p>
            <a:pPr>
              <a:lnSpc>
                <a:spcPct val="106000"/>
              </a:lnSpc>
              <a:spcAft>
                <a:spcPts val="600"/>
              </a:spcAft>
            </a:pPr>
            <a:r>
              <a:rPr lang="en-US" sz="2400" b="1" dirty="0">
                <a:solidFill>
                  <a:schemeClr val="tx2">
                    <a:lumMod val="75000"/>
                  </a:schemeClr>
                </a:solidFill>
              </a:rPr>
              <a:t>Hybrid model choice: nonlinear learning + robust modeling of rare extreme intervals.</a:t>
            </a:r>
          </a:p>
        </p:txBody>
      </p:sp>
      <p:pic>
        <p:nvPicPr>
          <p:cNvPr id="48" name="תמונה 47">
            <a:extLst>
              <a:ext uri="{FF2B5EF4-FFF2-40B4-BE49-F238E27FC236}">
                <a16:creationId xmlns:a16="http://schemas.microsoft.com/office/drawing/2014/main" id="{5F5E2702-9552-1F99-49DA-25149C04CE57}"/>
              </a:ext>
            </a:extLst>
          </p:cNvPr>
          <p:cNvPicPr>
            <a:picLocks noChangeAspect="1"/>
          </p:cNvPicPr>
          <p:nvPr/>
        </p:nvPicPr>
        <p:blipFill>
          <a:blip r:embed="rId8"/>
          <a:stretch>
            <a:fillRect/>
          </a:stretch>
        </p:blipFill>
        <p:spPr>
          <a:xfrm>
            <a:off x="777149" y="20143502"/>
            <a:ext cx="11357998" cy="4391759"/>
          </a:xfrm>
          <a:prstGeom prst="rect">
            <a:avLst/>
          </a:prstGeom>
        </p:spPr>
      </p:pic>
      <p:sp>
        <p:nvSpPr>
          <p:cNvPr id="88" name="TextBox 65">
            <a:extLst>
              <a:ext uri="{FF2B5EF4-FFF2-40B4-BE49-F238E27FC236}">
                <a16:creationId xmlns:a16="http://schemas.microsoft.com/office/drawing/2014/main" id="{841AA824-C4E4-3F20-DC69-A52D5A79131B}"/>
              </a:ext>
            </a:extLst>
          </p:cNvPr>
          <p:cNvSpPr txBox="1"/>
          <p:nvPr/>
        </p:nvSpPr>
        <p:spPr>
          <a:xfrm>
            <a:off x="13103200" y="21583568"/>
            <a:ext cx="11039388" cy="447614"/>
          </a:xfrm>
          <a:prstGeom prst="rect">
            <a:avLst/>
          </a:prstGeom>
          <a:noFill/>
        </p:spPr>
        <p:txBody>
          <a:bodyPr wrap="square" lIns="36000" tIns="36000" rIns="36000" bIns="36000" anchor="t">
            <a:spAutoFit/>
          </a:bodyPr>
          <a:lstStyle/>
          <a:p>
            <a:pPr algn="ctr">
              <a:lnSpc>
                <a:spcPct val="106000"/>
              </a:lnSpc>
              <a:spcAft>
                <a:spcPts val="600"/>
              </a:spcAft>
            </a:pPr>
            <a:r>
              <a:rPr lang="en-US" sz="2400" dirty="0">
                <a:solidFill>
                  <a:schemeClr val="tx2">
                    <a:lumMod val="75000"/>
                  </a:schemeClr>
                </a:solidFill>
              </a:rPr>
              <a:t>MAE reduction is relative to a last-value baseline</a:t>
            </a:r>
            <a:endParaRPr sz="2400" dirty="0">
              <a:solidFill>
                <a:schemeClr val="tx2">
                  <a:lumMod val="75000"/>
                </a:schemeClr>
              </a:solidFill>
              <a:latin typeface="Calibri"/>
            </a:endParaRPr>
          </a:p>
        </p:txBody>
      </p:sp>
      <p:pic>
        <p:nvPicPr>
          <p:cNvPr id="47" name="תמונה 46" descr="Feature importance corrected color">
            <a:extLst>
              <a:ext uri="{FF2B5EF4-FFF2-40B4-BE49-F238E27FC236}">
                <a16:creationId xmlns:a16="http://schemas.microsoft.com/office/drawing/2014/main" id="{152C9FCE-3136-0B1D-DD49-7E74BEDDD993}"/>
              </a:ext>
            </a:extLst>
          </p:cNvPr>
          <p:cNvPicPr>
            <a:picLocks noChangeAspect="1"/>
          </p:cNvPicPr>
          <p:nvPr/>
        </p:nvPicPr>
        <p:blipFill>
          <a:blip r:embed="rId9"/>
          <a:stretch>
            <a:fillRect/>
          </a:stretch>
        </p:blipFill>
        <p:spPr>
          <a:xfrm>
            <a:off x="1705892" y="29469395"/>
            <a:ext cx="7812822" cy="5716699"/>
          </a:xfrm>
          <a:prstGeom prst="rect">
            <a:avLst/>
          </a:prstGeom>
        </p:spPr>
      </p:pic>
    </p:spTree>
    <p:extLst>
      <p:ext uri="{BB962C8B-B14F-4D97-AF65-F5344CB8AC3E}">
        <p14:creationId xmlns:p14="http://schemas.microsoft.com/office/powerpoint/2010/main" val="1587688478"/>
      </p:ext>
    </p:extLst>
  </p:cSld>
  <p:clrMapOvr>
    <a:masterClrMapping/>
  </p:clrMapOvr>
</p:sld>
</file>

<file path=ppt/theme/theme1.xml><?xml version="1.0" encoding="utf-8"?>
<a:theme xmlns:a="http://schemas.openxmlformats.org/drawingml/2006/main" name="PosterPresentations.com-70CMx100CM">
  <a:themeElements>
    <a:clrScheme name="Paper">
      <a:dk1>
        <a:sysClr val="windowText" lastClr="000000"/>
      </a:dk1>
      <a:lt1>
        <a:sysClr val="window" lastClr="FFFFFF"/>
      </a:lt1>
      <a:dk2>
        <a:srgbClr val="444D26"/>
      </a:dk2>
      <a:lt2>
        <a:srgbClr val="FEFAC9"/>
      </a:lt2>
      <a:accent1>
        <a:srgbClr val="A5B592"/>
      </a:accent1>
      <a:accent2>
        <a:srgbClr val="F3A447"/>
      </a:accent2>
      <a:accent3>
        <a:srgbClr val="E7BC29"/>
      </a:accent3>
      <a:accent4>
        <a:srgbClr val="D092A7"/>
      </a:accent4>
      <a:accent5>
        <a:srgbClr val="9C85C0"/>
      </a:accent5>
      <a:accent6>
        <a:srgbClr val="809EC2"/>
      </a:accent6>
      <a:hlink>
        <a:srgbClr val="8E58B6"/>
      </a:hlink>
      <a:folHlink>
        <a:srgbClr val="7F6F6F"/>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defRPr sz="2400" dirty="0">
            <a:latin typeface="Times New Roman" panose="02020603050405020304" pitchFamily="18" charset="0"/>
            <a:cs typeface="Times New Roman" panose="02020603050405020304" pitchFamily="18" charset="0"/>
          </a:defRPr>
        </a:defPPr>
      </a:lstStyle>
    </a:txDef>
  </a:objectDefaults>
  <a:extraClrSchemeLst/>
</a:theme>
</file>

<file path=ppt/theme/theme2.xml><?xml version="1.0" encoding="utf-8"?>
<a:theme xmlns:a="http://schemas.openxmlformats.org/drawingml/2006/main" name="Without Quick Guides">
  <a:themeElements>
    <a:clrScheme name="Paper">
      <a:dk1>
        <a:sysClr val="windowText" lastClr="000000"/>
      </a:dk1>
      <a:lt1>
        <a:sysClr val="window" lastClr="FFFFFF"/>
      </a:lt1>
      <a:dk2>
        <a:srgbClr val="444D26"/>
      </a:dk2>
      <a:lt2>
        <a:srgbClr val="FEFAC9"/>
      </a:lt2>
      <a:accent1>
        <a:srgbClr val="A5B592"/>
      </a:accent1>
      <a:accent2>
        <a:srgbClr val="F3A447"/>
      </a:accent2>
      <a:accent3>
        <a:srgbClr val="E7BC29"/>
      </a:accent3>
      <a:accent4>
        <a:srgbClr val="D092A7"/>
      </a:accent4>
      <a:accent5>
        <a:srgbClr val="9C85C0"/>
      </a:accent5>
      <a:accent6>
        <a:srgbClr val="809EC2"/>
      </a:accent6>
      <a:hlink>
        <a:srgbClr val="8E58B6"/>
      </a:hlink>
      <a:folHlink>
        <a:srgbClr val="7F6F6F"/>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defRPr sz="2400" dirty="0">
            <a:latin typeface="Times New Roman" panose="02020603050405020304" pitchFamily="18" charset="0"/>
            <a:cs typeface="Times New Roman" panose="02020603050405020304" pitchFamily="18" charset="0"/>
          </a:defRPr>
        </a:defPPr>
      </a:lstStyle>
    </a:txDef>
  </a:objectDefaults>
  <a:extraClrSchemeLst/>
</a:theme>
</file>

<file path=ppt/theme/theme3.xml><?xml version="1.0" encoding="utf-8"?>
<a:theme xmlns:a="http://schemas.openxmlformats.org/drawingml/2006/main" name="Classic - Wide Center">
  <a:themeElements>
    <a:clrScheme name="Paper">
      <a:dk1>
        <a:sysClr val="windowText" lastClr="000000"/>
      </a:dk1>
      <a:lt1>
        <a:sysClr val="window" lastClr="FFFFFF"/>
      </a:lt1>
      <a:dk2>
        <a:srgbClr val="444D26"/>
      </a:dk2>
      <a:lt2>
        <a:srgbClr val="FEFAC9"/>
      </a:lt2>
      <a:accent1>
        <a:srgbClr val="A5B592"/>
      </a:accent1>
      <a:accent2>
        <a:srgbClr val="F3A447"/>
      </a:accent2>
      <a:accent3>
        <a:srgbClr val="E7BC29"/>
      </a:accent3>
      <a:accent4>
        <a:srgbClr val="D092A7"/>
      </a:accent4>
      <a:accent5>
        <a:srgbClr val="9C85C0"/>
      </a:accent5>
      <a:accent6>
        <a:srgbClr val="809EC2"/>
      </a:accent6>
      <a:hlink>
        <a:srgbClr val="8E58B6"/>
      </a:hlink>
      <a:folHlink>
        <a:srgbClr val="7F6F6F"/>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defRPr sz="2400" dirty="0">
            <a:latin typeface="Times New Roman" panose="02020603050405020304" pitchFamily="18" charset="0"/>
            <a:cs typeface="Times New Roman" panose="02020603050405020304" pitchFamily="18" charset="0"/>
          </a:defRPr>
        </a:defPPr>
      </a:lstStyle>
    </a:txDef>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PosterPresentations.com-70CMx100CM</Template>
  <TotalTime>384</TotalTime>
  <Words>619</Words>
  <Application>Microsoft Office PowerPoint</Application>
  <PresentationFormat>מותאם אישית</PresentationFormat>
  <Paragraphs>68</Paragraphs>
  <Slides>1</Slides>
  <Notes>0</Notes>
  <HiddenSlides>0</HiddenSlides>
  <MMClips>0</MMClips>
  <ScaleCrop>false</ScaleCrop>
  <HeadingPairs>
    <vt:vector size="6" baseType="variant">
      <vt:variant>
        <vt:lpstr>גופנים בשימוש</vt:lpstr>
      </vt:variant>
      <vt:variant>
        <vt:i4>6</vt:i4>
      </vt:variant>
      <vt:variant>
        <vt:lpstr>ערכת נושא</vt:lpstr>
      </vt:variant>
      <vt:variant>
        <vt:i4>3</vt:i4>
      </vt:variant>
      <vt:variant>
        <vt:lpstr>כותרות שקופיות</vt:lpstr>
      </vt:variant>
      <vt:variant>
        <vt:i4>1</vt:i4>
      </vt:variant>
    </vt:vector>
  </HeadingPairs>
  <TitlesOfParts>
    <vt:vector size="10" baseType="lpstr">
      <vt:lpstr>Arial</vt:lpstr>
      <vt:lpstr>Arial Black</vt:lpstr>
      <vt:lpstr>Calibri</vt:lpstr>
      <vt:lpstr>Cambria</vt:lpstr>
      <vt:lpstr>Times New Roman</vt:lpstr>
      <vt:lpstr>Trebuchet MS</vt:lpstr>
      <vt:lpstr>PosterPresentations.com-70CMx100CM</vt:lpstr>
      <vt:lpstr>Without Quick Guides</vt:lpstr>
      <vt:lpstr>Classic - Wide Center</vt:lpstr>
      <vt:lpstr>מצגת של PowerPoint‏</vt:lpstr>
    </vt:vector>
  </TitlesOfParts>
  <Company>Hewlett-Packard Company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CanterburyMedia</dc:creator>
  <dc:description>This template is the property of PosterPresentations.com. Call us if you need help with this poster template._x000d_
1-866-649-3004           _x000d_
 (c)PosterPresentations.com</dc:description>
  <cp:lastModifiedBy>עדן אליהו</cp:lastModifiedBy>
  <cp:revision>94</cp:revision>
  <dcterms:created xsi:type="dcterms:W3CDTF">2012-02-10T00:10:15Z</dcterms:created>
  <dcterms:modified xsi:type="dcterms:W3CDTF">2026-06-24T10:26:15Z</dcterms:modified>
</cp:coreProperties>
</file>