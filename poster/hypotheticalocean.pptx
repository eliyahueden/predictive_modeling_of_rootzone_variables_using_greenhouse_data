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260" r:id="rId1"/>
  </p:sldMasterIdLst>
  <p:handoutMasterIdLst>
    <p:handoutMasterId r:id="rId3"/>
  </p:handoutMasterIdLst>
  <p:sldIdLst>
    <p:sldId id="256" r:id="rId2"/>
  </p:sldIdLst>
  <p:sldSz cx="32918400" cy="43891200"/>
  <p:notesSz cx="7010400" cy="9271000"/>
  <p:custDataLst>
    <p:tags r:id="rId4"/>
  </p:custDataLst>
  <p:defaultTextStyle>
    <a:defPPr>
      <a:defRPr lang="en-US"/>
    </a:defPPr>
    <a:lvl1pPr marL="0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1878198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3756396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5634594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7512797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9390995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1269197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3147394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5025593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144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9" autoAdjust="0"/>
    <p:restoredTop sz="94710" autoAdjust="0"/>
  </p:normalViewPr>
  <p:slideViewPr>
    <p:cSldViewPr snapToGrid="0">
      <p:cViewPr varScale="1">
        <p:scale>
          <a:sx n="25" d="100"/>
          <a:sy n="25" d="100"/>
        </p:scale>
        <p:origin x="4554" y="60"/>
      </p:cViewPr>
      <p:guideLst>
        <p:guide orient="horz"/>
        <p:guide pos="144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302F586B-0015-43FB-918D-31E1A09780E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5F29C2D4-4424-41A2-A90C-29D31B733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573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125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9" y="28204170"/>
            <a:ext cx="27980642" cy="8717280"/>
          </a:xfrm>
        </p:spPr>
        <p:txBody>
          <a:bodyPr anchor="t"/>
          <a:lstStyle>
            <a:defPPr>
              <a:defRPr kern="1200"/>
            </a:defPPr>
            <a:lvl1pPr algn="l">
              <a:defRPr sz="123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9" y="18602967"/>
            <a:ext cx="27980642" cy="960119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150">
                <a:solidFill>
                  <a:schemeClr val="tx1">
                    <a:tint val="75000"/>
                  </a:schemeClr>
                </a:solidFill>
              </a:defRPr>
            </a:lvl1pPr>
            <a:lvl2pPr marL="1410425" indent="0">
              <a:buNone/>
              <a:defRPr sz="5550">
                <a:solidFill>
                  <a:schemeClr val="tx1">
                    <a:tint val="75000"/>
                  </a:schemeClr>
                </a:solidFill>
              </a:defRPr>
            </a:lvl2pPr>
            <a:lvl3pPr marL="2820850" indent="0">
              <a:buNone/>
              <a:defRPr sz="4950">
                <a:solidFill>
                  <a:schemeClr val="tx1">
                    <a:tint val="75000"/>
                  </a:schemeClr>
                </a:solidFill>
              </a:defRPr>
            </a:lvl3pPr>
            <a:lvl4pPr marL="4231275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4pPr>
            <a:lvl5pPr marL="5641700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5pPr>
            <a:lvl6pPr marL="7052126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6pPr>
            <a:lvl7pPr marL="8462551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7pPr>
            <a:lvl8pPr marL="9872976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8pPr>
            <a:lvl9pPr marL="11283400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406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10241286"/>
            <a:ext cx="14538961" cy="28966164"/>
          </a:xfrm>
        </p:spPr>
        <p:txBody>
          <a:bodyPr/>
          <a:lstStyle>
            <a:defPPr>
              <a:defRPr kern="1200"/>
            </a:defPPr>
            <a:lvl1pPr>
              <a:defRPr sz="8626"/>
            </a:lvl1pPr>
            <a:lvl2pPr>
              <a:defRPr sz="7426"/>
            </a:lvl2pPr>
            <a:lvl3pPr>
              <a:defRPr sz="6150"/>
            </a:lvl3pPr>
            <a:lvl4pPr>
              <a:defRPr sz="5550"/>
            </a:lvl4pPr>
            <a:lvl5pPr>
              <a:defRPr sz="5550"/>
            </a:lvl5pPr>
            <a:lvl6pPr>
              <a:defRPr sz="5550"/>
            </a:lvl6pPr>
            <a:lvl7pPr>
              <a:defRPr sz="5550"/>
            </a:lvl7pPr>
            <a:lvl8pPr>
              <a:defRPr sz="5550"/>
            </a:lvl8pPr>
            <a:lvl9pPr>
              <a:defRPr sz="55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10241286"/>
            <a:ext cx="14538961" cy="28966164"/>
          </a:xfrm>
        </p:spPr>
        <p:txBody>
          <a:bodyPr/>
          <a:lstStyle>
            <a:defPPr>
              <a:defRPr kern="1200"/>
            </a:defPPr>
            <a:lvl1pPr>
              <a:defRPr sz="8626"/>
            </a:lvl1pPr>
            <a:lvl2pPr>
              <a:defRPr sz="7426"/>
            </a:lvl2pPr>
            <a:lvl3pPr>
              <a:defRPr sz="6150"/>
            </a:lvl3pPr>
            <a:lvl4pPr>
              <a:defRPr sz="5550"/>
            </a:lvl4pPr>
            <a:lvl5pPr>
              <a:defRPr sz="5550"/>
            </a:lvl5pPr>
            <a:lvl6pPr>
              <a:defRPr sz="5550"/>
            </a:lvl6pPr>
            <a:lvl7pPr>
              <a:defRPr sz="5550"/>
            </a:lvl7pPr>
            <a:lvl8pPr>
              <a:defRPr sz="5550"/>
            </a:lvl8pPr>
            <a:lvl9pPr>
              <a:defRPr sz="55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277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1" y="9824727"/>
            <a:ext cx="14544677" cy="409447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7426" b="1"/>
            </a:lvl1pPr>
            <a:lvl2pPr marL="1410425" indent="0">
              <a:buNone/>
              <a:defRPr sz="6150" b="1"/>
            </a:lvl2pPr>
            <a:lvl3pPr marL="2820850" indent="0">
              <a:buNone/>
              <a:defRPr sz="5550" b="1"/>
            </a:lvl3pPr>
            <a:lvl4pPr marL="4231275" indent="0">
              <a:buNone/>
              <a:defRPr sz="4950" b="1"/>
            </a:lvl4pPr>
            <a:lvl5pPr marL="5641700" indent="0">
              <a:buNone/>
              <a:defRPr sz="4950" b="1"/>
            </a:lvl5pPr>
            <a:lvl6pPr marL="7052126" indent="0">
              <a:buNone/>
              <a:defRPr sz="4950" b="1"/>
            </a:lvl6pPr>
            <a:lvl7pPr marL="8462551" indent="0">
              <a:buNone/>
              <a:defRPr sz="4950" b="1"/>
            </a:lvl7pPr>
            <a:lvl8pPr marL="9872976" indent="0">
              <a:buNone/>
              <a:defRPr sz="4950" b="1"/>
            </a:lvl8pPr>
            <a:lvl9pPr marL="11283400" indent="0">
              <a:buNone/>
              <a:defRPr sz="4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1" y="13919203"/>
            <a:ext cx="14544677" cy="25288244"/>
          </a:xfrm>
        </p:spPr>
        <p:txBody>
          <a:bodyPr/>
          <a:lstStyle>
            <a:defPPr>
              <a:defRPr kern="1200"/>
            </a:defPPr>
            <a:lvl1pPr>
              <a:defRPr sz="7426"/>
            </a:lvl1pPr>
            <a:lvl2pPr>
              <a:defRPr sz="6150"/>
            </a:lvl2pPr>
            <a:lvl3pPr>
              <a:defRPr sz="5550"/>
            </a:lvl3pPr>
            <a:lvl4pPr>
              <a:defRPr sz="4950"/>
            </a:lvl4pPr>
            <a:lvl5pPr>
              <a:defRPr sz="4950"/>
            </a:lvl5pPr>
            <a:lvl6pPr>
              <a:defRPr sz="4950"/>
            </a:lvl6pPr>
            <a:lvl7pPr>
              <a:defRPr sz="4950"/>
            </a:lvl7pPr>
            <a:lvl8pPr>
              <a:defRPr sz="4950"/>
            </a:lvl8pPr>
            <a:lvl9pPr>
              <a:defRPr sz="4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9824727"/>
            <a:ext cx="14550389" cy="409447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7426" b="1"/>
            </a:lvl1pPr>
            <a:lvl2pPr marL="1410425" indent="0">
              <a:buNone/>
              <a:defRPr sz="6150" b="1"/>
            </a:lvl2pPr>
            <a:lvl3pPr marL="2820850" indent="0">
              <a:buNone/>
              <a:defRPr sz="5550" b="1"/>
            </a:lvl3pPr>
            <a:lvl4pPr marL="4231275" indent="0">
              <a:buNone/>
              <a:defRPr sz="4950" b="1"/>
            </a:lvl4pPr>
            <a:lvl5pPr marL="5641700" indent="0">
              <a:buNone/>
              <a:defRPr sz="4950" b="1"/>
            </a:lvl5pPr>
            <a:lvl6pPr marL="7052126" indent="0">
              <a:buNone/>
              <a:defRPr sz="4950" b="1"/>
            </a:lvl6pPr>
            <a:lvl7pPr marL="8462551" indent="0">
              <a:buNone/>
              <a:defRPr sz="4950" b="1"/>
            </a:lvl7pPr>
            <a:lvl8pPr marL="9872976" indent="0">
              <a:buNone/>
              <a:defRPr sz="4950" b="1"/>
            </a:lvl8pPr>
            <a:lvl9pPr marL="11283400" indent="0">
              <a:buNone/>
              <a:defRPr sz="4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13919203"/>
            <a:ext cx="14550389" cy="25288244"/>
          </a:xfrm>
        </p:spPr>
        <p:txBody>
          <a:bodyPr/>
          <a:lstStyle>
            <a:defPPr>
              <a:defRPr kern="1200"/>
            </a:defPPr>
            <a:lvl1pPr>
              <a:defRPr sz="7426"/>
            </a:lvl1pPr>
            <a:lvl2pPr>
              <a:defRPr sz="6150"/>
            </a:lvl2pPr>
            <a:lvl3pPr>
              <a:defRPr sz="5550"/>
            </a:lvl3pPr>
            <a:lvl4pPr>
              <a:defRPr sz="4950"/>
            </a:lvl4pPr>
            <a:lvl5pPr>
              <a:defRPr sz="4950"/>
            </a:lvl5pPr>
            <a:lvl6pPr>
              <a:defRPr sz="4950"/>
            </a:lvl6pPr>
            <a:lvl7pPr>
              <a:defRPr sz="4950"/>
            </a:lvl7pPr>
            <a:lvl8pPr>
              <a:defRPr sz="4950"/>
            </a:lvl8pPr>
            <a:lvl9pPr>
              <a:defRPr sz="4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30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4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1478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6" y="1747520"/>
            <a:ext cx="10829927" cy="7437120"/>
          </a:xfrm>
        </p:spPr>
        <p:txBody>
          <a:bodyPr anchor="b"/>
          <a:lstStyle>
            <a:defPPr>
              <a:defRPr kern="1200"/>
            </a:defPPr>
            <a:lvl1pPr algn="l">
              <a:defRPr sz="6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79" y="1747521"/>
            <a:ext cx="18402300" cy="37459924"/>
          </a:xfrm>
        </p:spPr>
        <p:txBody>
          <a:bodyPr/>
          <a:lstStyle>
            <a:defPPr>
              <a:defRPr kern="1200"/>
            </a:defPPr>
            <a:lvl1pPr>
              <a:defRPr sz="9900"/>
            </a:lvl1pPr>
            <a:lvl2pPr>
              <a:defRPr sz="8626"/>
            </a:lvl2pPr>
            <a:lvl3pPr>
              <a:defRPr sz="7426"/>
            </a:lvl3pPr>
            <a:lvl4pPr>
              <a:defRPr sz="6150"/>
            </a:lvl4pPr>
            <a:lvl5pPr>
              <a:defRPr sz="6150"/>
            </a:lvl5pPr>
            <a:lvl6pPr>
              <a:defRPr sz="6150"/>
            </a:lvl6pPr>
            <a:lvl7pPr>
              <a:defRPr sz="6150"/>
            </a:lvl7pPr>
            <a:lvl8pPr>
              <a:defRPr sz="6150"/>
            </a:lvl8pPr>
            <a:lvl9pPr>
              <a:defRPr sz="6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6" y="9184643"/>
            <a:ext cx="10829927" cy="30022803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4350"/>
            </a:lvl1pPr>
            <a:lvl2pPr marL="1410425" indent="0">
              <a:buNone/>
              <a:defRPr sz="3676"/>
            </a:lvl2pPr>
            <a:lvl3pPr marL="2820850" indent="0">
              <a:buNone/>
              <a:defRPr sz="3076"/>
            </a:lvl3pPr>
            <a:lvl4pPr marL="4231275" indent="0">
              <a:buNone/>
              <a:defRPr sz="2776"/>
            </a:lvl4pPr>
            <a:lvl5pPr marL="5641700" indent="0">
              <a:buNone/>
              <a:defRPr sz="2776"/>
            </a:lvl5pPr>
            <a:lvl6pPr marL="7052126" indent="0">
              <a:buNone/>
              <a:defRPr sz="2776"/>
            </a:lvl6pPr>
            <a:lvl7pPr marL="8462551" indent="0">
              <a:buNone/>
              <a:defRPr sz="2776"/>
            </a:lvl7pPr>
            <a:lvl8pPr marL="9872976" indent="0">
              <a:buNone/>
              <a:defRPr sz="2776"/>
            </a:lvl8pPr>
            <a:lvl9pPr marL="11283400" indent="0">
              <a:buNone/>
              <a:defRPr sz="2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970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9" y="30723842"/>
            <a:ext cx="19751041" cy="3627124"/>
          </a:xfrm>
        </p:spPr>
        <p:txBody>
          <a:bodyPr anchor="b"/>
          <a:lstStyle>
            <a:defPPr>
              <a:defRPr kern="1200"/>
            </a:defPPr>
            <a:lvl1pPr algn="l">
              <a:defRPr sz="6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9" y="3921765"/>
            <a:ext cx="19751041" cy="2633471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900"/>
            </a:lvl1pPr>
            <a:lvl2pPr marL="1410425" indent="0">
              <a:buNone/>
              <a:defRPr sz="8626"/>
            </a:lvl2pPr>
            <a:lvl3pPr marL="2820850" indent="0">
              <a:buNone/>
              <a:defRPr sz="7426"/>
            </a:lvl3pPr>
            <a:lvl4pPr marL="4231275" indent="0">
              <a:buNone/>
              <a:defRPr sz="6150"/>
            </a:lvl4pPr>
            <a:lvl5pPr marL="5641700" indent="0">
              <a:buNone/>
              <a:defRPr sz="6150"/>
            </a:lvl5pPr>
            <a:lvl6pPr marL="7052126" indent="0">
              <a:buNone/>
              <a:defRPr sz="6150"/>
            </a:lvl6pPr>
            <a:lvl7pPr marL="8462551" indent="0">
              <a:buNone/>
              <a:defRPr sz="6150"/>
            </a:lvl7pPr>
            <a:lvl8pPr marL="9872976" indent="0">
              <a:buNone/>
              <a:defRPr sz="6150"/>
            </a:lvl8pPr>
            <a:lvl9pPr marL="11283400" indent="0">
              <a:buNone/>
              <a:defRPr sz="6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9" y="34350967"/>
            <a:ext cx="19751041" cy="5151116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4350"/>
            </a:lvl1pPr>
            <a:lvl2pPr marL="1410425" indent="0">
              <a:buNone/>
              <a:defRPr sz="3676"/>
            </a:lvl2pPr>
            <a:lvl3pPr marL="2820850" indent="0">
              <a:buNone/>
              <a:defRPr sz="3076"/>
            </a:lvl3pPr>
            <a:lvl4pPr marL="4231275" indent="0">
              <a:buNone/>
              <a:defRPr sz="2776"/>
            </a:lvl4pPr>
            <a:lvl5pPr marL="5641700" indent="0">
              <a:buNone/>
              <a:defRPr sz="2776"/>
            </a:lvl5pPr>
            <a:lvl6pPr marL="7052126" indent="0">
              <a:buNone/>
              <a:defRPr sz="2776"/>
            </a:lvl6pPr>
            <a:lvl7pPr marL="8462551" indent="0">
              <a:buNone/>
              <a:defRPr sz="2776"/>
            </a:lvl7pPr>
            <a:lvl8pPr marL="9872976" indent="0">
              <a:buNone/>
              <a:defRPr sz="2776"/>
            </a:lvl8pPr>
            <a:lvl9pPr marL="11283400" indent="0">
              <a:buNone/>
              <a:defRPr sz="2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61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248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1757688"/>
            <a:ext cx="7406640" cy="37449761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2" y="1757688"/>
            <a:ext cx="21671279" cy="37449761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722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2" y="1757684"/>
            <a:ext cx="29626558" cy="7315200"/>
          </a:xfrm>
          <a:prstGeom prst="rect">
            <a:avLst/>
          </a:prstGeom>
        </p:spPr>
        <p:txBody>
          <a:bodyPr vert="horz" lIns="376108" tIns="188056" rIns="376108" bIns="188056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10241286"/>
            <a:ext cx="29626558" cy="28966164"/>
          </a:xfrm>
          <a:prstGeom prst="rect">
            <a:avLst/>
          </a:prstGeom>
        </p:spPr>
        <p:txBody>
          <a:bodyPr vert="horz" lIns="376108" tIns="188056" rIns="376108" bIns="188056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52"/>
            <a:ext cx="768096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l">
              <a:defRPr sz="3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E5B7-680E-44FF-962F-3113FAB5030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1" y="40680652"/>
            <a:ext cx="1042416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ctr">
              <a:defRPr sz="3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1" y="40680652"/>
            <a:ext cx="768096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r">
              <a:defRPr sz="3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21945600"/>
            <a:ext cx="14274800" cy="3937000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21945600"/>
            <a:ext cx="14274800" cy="3937000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44399200"/>
            <a:ext cx="29997400" cy="1447800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hypotheticalocean  Size: 36x48</a:t>
            </a:r>
          </a:p>
        </p:txBody>
      </p:sp>
    </p:spTree>
    <p:extLst>
      <p:ext uri="{BB962C8B-B14F-4D97-AF65-F5344CB8AC3E}">
        <p14:creationId xmlns:p14="http://schemas.microsoft.com/office/powerpoint/2010/main" val="26592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ransition/>
  <p:txStyles>
    <p:titleStyle>
      <a:defPPr>
        <a:defRPr kern="1200"/>
      </a:defPPr>
      <a:lvl1pPr algn="ctr" defTabSz="2820850" rtl="0" eaLnBrk="1" latinLnBrk="0" hangingPunct="1">
        <a:spcBef>
          <a:spcPct val="0"/>
        </a:spcBef>
        <a:buNone/>
        <a:defRPr sz="135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1057817" indent="-1057817" algn="l" defTabSz="2820850" rtl="0" eaLnBrk="1" latinLnBrk="0" hangingPunct="1">
        <a:spcBef>
          <a:spcPct val="20000"/>
        </a:spcBef>
        <a:buFont typeface="Arial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1pPr>
      <a:lvl2pPr marL="2291942" indent="-881517" algn="l" defTabSz="2820850" rtl="0" eaLnBrk="1" latinLnBrk="0" hangingPunct="1">
        <a:spcBef>
          <a:spcPct val="20000"/>
        </a:spcBef>
        <a:buFont typeface="Arial" pitchFamily="34" charset="0"/>
        <a:buChar char="–"/>
        <a:defRPr sz="8626" kern="1200">
          <a:solidFill>
            <a:schemeClr val="tx1"/>
          </a:solidFill>
          <a:latin typeface="+mn-lt"/>
          <a:ea typeface="+mn-ea"/>
          <a:cs typeface="+mn-cs"/>
        </a:defRPr>
      </a:lvl2pPr>
      <a:lvl3pPr marL="3526062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7426" kern="1200">
          <a:solidFill>
            <a:schemeClr val="tx1"/>
          </a:solidFill>
          <a:latin typeface="+mn-lt"/>
          <a:ea typeface="+mn-ea"/>
          <a:cs typeface="+mn-cs"/>
        </a:defRPr>
      </a:lvl3pPr>
      <a:lvl4pPr marL="4936487" indent="-705212" algn="l" defTabSz="2820850" rtl="0" eaLnBrk="1" latinLnBrk="0" hangingPunct="1">
        <a:spcBef>
          <a:spcPct val="20000"/>
        </a:spcBef>
        <a:buFont typeface="Arial" pitchFamily="34" charset="0"/>
        <a:buChar char="–"/>
        <a:defRPr sz="6150" kern="1200">
          <a:solidFill>
            <a:schemeClr val="tx1"/>
          </a:solidFill>
          <a:latin typeface="+mn-lt"/>
          <a:ea typeface="+mn-ea"/>
          <a:cs typeface="+mn-cs"/>
        </a:defRPr>
      </a:lvl4pPr>
      <a:lvl5pPr marL="6346913" indent="-705212" algn="l" defTabSz="2820850" rtl="0" eaLnBrk="1" latinLnBrk="0" hangingPunct="1">
        <a:spcBef>
          <a:spcPct val="20000"/>
        </a:spcBef>
        <a:buFont typeface="Arial" pitchFamily="34" charset="0"/>
        <a:buChar char="»"/>
        <a:defRPr sz="6150" kern="1200">
          <a:solidFill>
            <a:schemeClr val="tx1"/>
          </a:solidFill>
          <a:latin typeface="+mn-lt"/>
          <a:ea typeface="+mn-ea"/>
          <a:cs typeface="+mn-cs"/>
        </a:defRPr>
      </a:lvl5pPr>
      <a:lvl6pPr marL="7757338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6pPr>
      <a:lvl7pPr marL="9167764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7pPr>
      <a:lvl8pPr marL="10578188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8pPr>
      <a:lvl9pPr marL="11988614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1pPr>
      <a:lvl2pPr marL="1410425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2pPr>
      <a:lvl3pPr marL="282085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3pPr>
      <a:lvl4pPr marL="4231275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4pPr>
      <a:lvl5pPr marL="564170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5pPr>
      <a:lvl6pPr marL="7052126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6pPr>
      <a:lvl7pPr marL="8462551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7pPr>
      <a:lvl8pPr marL="9872976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8pPr>
      <a:lvl9pPr marL="1128340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Document 34"/>
          <p:cNvSpPr/>
          <p:nvPr/>
        </p:nvSpPr>
        <p:spPr>
          <a:xfrm rot="10800000">
            <a:off x="3" y="3550839"/>
            <a:ext cx="32918397" cy="12909281"/>
          </a:xfrm>
          <a:prstGeom prst="flowChartDocument">
            <a:avLst/>
          </a:prstGeom>
          <a:solidFill>
            <a:srgbClr val="8CD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5550">
              <a:latin typeface="+mj-lt"/>
            </a:endParaRPr>
          </a:p>
        </p:txBody>
      </p:sp>
      <p:sp>
        <p:nvSpPr>
          <p:cNvPr id="38" name="Flowchart: Document 37"/>
          <p:cNvSpPr/>
          <p:nvPr/>
        </p:nvSpPr>
        <p:spPr>
          <a:xfrm rot="10800000">
            <a:off x="2" y="5321115"/>
            <a:ext cx="32918400" cy="12709977"/>
          </a:xfrm>
          <a:prstGeom prst="flowChartDocument">
            <a:avLst/>
          </a:pr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5550">
              <a:latin typeface="+mj-lt"/>
            </a:endParaRPr>
          </a:p>
        </p:txBody>
      </p:sp>
      <p:sp>
        <p:nvSpPr>
          <p:cNvPr id="39" name="Flowchart: Document 70"/>
          <p:cNvSpPr/>
          <p:nvPr/>
        </p:nvSpPr>
        <p:spPr>
          <a:xfrm rot="10800000" flipH="1">
            <a:off x="19374" y="3611961"/>
            <a:ext cx="32918400" cy="12787037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dup0dup1dup2dup3dup4dup5dup6dup7dup8dup9dup10dup11dup12dup13dup14" y="connsiteY0dup0dup1dup2dup3dup4dup5dup6dup7dup8dup9dup10dup11dup12dup13dup14"/>
              </a:cxn>
              <a:cxn ang="0">
                <a:pos x="connsiteX1dup0dup1dup2dup3dup4dup5dup6dup7dup8dup9dup10dup11dup12dup13dup14" y="connsiteY1dup0dup1dup2dup3dup4dup5dup6dup7dup8dup9dup10dup11dup12dup13dup14"/>
              </a:cxn>
              <a:cxn ang="0">
                <a:pos x="connsiteX2dup0dup1dup2dup3dup4dup5dup6dup7dup8dup9dup10dup11dup12dup13dup14" y="connsiteY2dup0dup1dup2dup3dup4dup5dup6dup7dup8dup9dup10dup11dup12dup13dup14"/>
              </a:cxn>
              <a:cxn ang="0">
                <a:pos x="connsiteX3dup0dup1dup2dup3dup4dup5dup6dup7dup8dup9dup10dup11dup12dup13dup14" y="connsiteY3dup0dup1dup2dup3dup4dup5dup6dup7dup8dup9dup10dup11dup12dup13dup14"/>
              </a:cxn>
              <a:cxn ang="0">
                <a:pos x="connsiteX4dup0dup1dup2dup3dup4dup5dup6dup7dup8dup9dup10dup11dup12dup13dup14" y="connsiteY4dup0dup1dup2dup3dup4dup5dup6dup7dup8dup9dup10dup11dup12dup13dup14"/>
              </a:cxn>
            </a:cxnLst>
            <a:rect l="l" t="t" r="r" b="b"/>
            <a:pathLst>
              <a:path w="15601" h="21351">
                <a:moveTo>
                  <a:pt x="0" y="29"/>
                </a:moveTo>
                <a:lnTo>
                  <a:pt x="15591" y="0"/>
                </a:lnTo>
                <a:cubicBezTo>
                  <a:pt x="15591" y="5774"/>
                  <a:pt x="15601" y="13467"/>
                  <a:pt x="15601" y="19241"/>
                </a:cubicBezTo>
                <a:cubicBezTo>
                  <a:pt x="10638" y="19328"/>
                  <a:pt x="7602" y="23020"/>
                  <a:pt x="0" y="20434"/>
                </a:cubicBezTo>
                <a:lnTo>
                  <a:pt x="0" y="29"/>
                </a:lnTo>
                <a:close/>
              </a:path>
            </a:pathLst>
          </a:cu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5550">
                <a:latin typeface="+mj-lt"/>
              </a:rPr>
              <a:t> </a:t>
            </a:r>
          </a:p>
        </p:txBody>
      </p:sp>
      <p:sp>
        <p:nvSpPr>
          <p:cNvPr id="40" name="Flowchart: Document 70"/>
          <p:cNvSpPr/>
          <p:nvPr/>
        </p:nvSpPr>
        <p:spPr>
          <a:xfrm rot="10800000" flipH="1">
            <a:off x="8013" y="4017692"/>
            <a:ext cx="32920511" cy="38866647"/>
          </a:xfrm>
          <a:custGeom>
            <a:avLst/>
            <a:gdLst>
              <a:gd name="connsiteX0" fmla="*/ 7 w 15602"/>
              <a:gd name="connsiteY0" fmla="*/ 0 h 42499"/>
              <a:gd name="connsiteX1" fmla="*/ 15596 w 15602"/>
              <a:gd name="connsiteY1" fmla="*/ 2 h 42499"/>
              <a:gd name="connsiteX2" fmla="*/ 15602 w 15602"/>
              <a:gd name="connsiteY2" fmla="*/ 40389 h 42499"/>
              <a:gd name="connsiteX3" fmla="*/ 1 w 15602"/>
              <a:gd name="connsiteY3" fmla="*/ 41582 h 42499"/>
              <a:gd name="connsiteX4" fmla="*/ 7 w 15602"/>
              <a:gd name="connsiteY4" fmla="*/ 0 h 42499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02" h="42499">
                <a:moveTo>
                  <a:pt x="7" y="0"/>
                </a:moveTo>
                <a:lnTo>
                  <a:pt x="15596" y="2"/>
                </a:lnTo>
                <a:cubicBezTo>
                  <a:pt x="15596" y="5776"/>
                  <a:pt x="15602" y="34615"/>
                  <a:pt x="15602" y="40389"/>
                </a:cubicBezTo>
                <a:cubicBezTo>
                  <a:pt x="10639" y="40476"/>
                  <a:pt x="7603" y="44168"/>
                  <a:pt x="1" y="41582"/>
                </a:cubicBezTo>
                <a:cubicBezTo>
                  <a:pt x="-5" y="27777"/>
                  <a:pt x="13" y="13805"/>
                  <a:pt x="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D1F2F7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r"/>
            <a:r>
              <a:rPr lang="en-US" sz="5550">
                <a:latin typeface="+mj-lt"/>
              </a:rPr>
              <a:t> </a:t>
            </a:r>
            <a:endParaRPr lang="en-US" sz="5550" dirty="0">
              <a:latin typeface="+mj-lt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42959265"/>
            <a:ext cx="32918400" cy="931933"/>
          </a:xfrm>
          <a:prstGeom prst="rect">
            <a:avLst/>
          </a:prstGeom>
          <a:solidFill>
            <a:srgbClr val="23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5550">
              <a:latin typeface="+mj-lt"/>
            </a:endParaRPr>
          </a:p>
        </p:txBody>
      </p:sp>
      <p:cxnSp>
        <p:nvCxnSpPr>
          <p:cNvPr id="57" name="Straight Connector 56"/>
          <p:cNvCxnSpPr>
            <a:cxnSpLocks/>
          </p:cNvCxnSpPr>
          <p:nvPr/>
        </p:nvCxnSpPr>
        <p:spPr>
          <a:xfrm>
            <a:off x="0" y="42945463"/>
            <a:ext cx="32918400" cy="0"/>
          </a:xfrm>
          <a:prstGeom prst="line">
            <a:avLst/>
          </a:prstGeom>
          <a:ln w="254000">
            <a:solidFill>
              <a:srgbClr val="8CD2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תמונה 1" descr="פורטל">
            <a:extLst>
              <a:ext uri="{FF2B5EF4-FFF2-40B4-BE49-F238E27FC236}">
                <a16:creationId xmlns:a16="http://schemas.microsoft.com/office/drawing/2014/main" id="{05FADE78-305E-C312-93AB-84DAA337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7700" y="322996"/>
            <a:ext cx="3567424" cy="3567424"/>
          </a:xfrm>
          <a:prstGeom prst="rect">
            <a:avLst/>
          </a:prstGeom>
        </p:spPr>
      </p:pic>
      <p:pic>
        <p:nvPicPr>
          <p:cNvPr id="3" name="תמונה 2" descr="Volcani Institute - YouTube">
            <a:extLst>
              <a:ext uri="{FF2B5EF4-FFF2-40B4-BE49-F238E27FC236}">
                <a16:creationId xmlns:a16="http://schemas.microsoft.com/office/drawing/2014/main" id="{791DA2AC-0E1E-6452-667C-93DCEB94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" y="352646"/>
            <a:ext cx="3508125" cy="3508125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5D1EB6B-C7BD-2589-0007-E304B510A79D}"/>
              </a:ext>
            </a:extLst>
          </p:cNvPr>
          <p:cNvSpPr txBox="1"/>
          <p:nvPr/>
        </p:nvSpPr>
        <p:spPr>
          <a:xfrm>
            <a:off x="5906101" y="5383"/>
            <a:ext cx="21144944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8000" b="1" dirty="0">
                <a:solidFill>
                  <a:schemeClr val="tx2"/>
                </a:solidFill>
                <a:latin typeface="+mj-lt"/>
              </a:rPr>
              <a:t>פיתוח מודל למידת מכונה לחיזוי משתני בית שורשים בחממה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810C55A-B201-6D4F-EA34-7ECEF28900C1}"/>
              </a:ext>
            </a:extLst>
          </p:cNvPr>
          <p:cNvSpPr txBox="1"/>
          <p:nvPr/>
        </p:nvSpPr>
        <p:spPr>
          <a:xfrm>
            <a:off x="3698998" y="2609690"/>
            <a:ext cx="25348916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200" b="1" dirty="0">
                <a:solidFill>
                  <a:schemeClr val="tx2"/>
                </a:solidFill>
                <a:latin typeface="+mj-lt"/>
              </a:rPr>
              <a:t>סטודנטים: </a:t>
            </a:r>
            <a:r>
              <a:rPr lang="he-IL" sz="4200" dirty="0">
                <a:solidFill>
                  <a:schemeClr val="tx2"/>
                </a:solidFill>
                <a:latin typeface="+mj-lt"/>
              </a:rPr>
              <a:t>עדן אליהו ואורן צ'אושו | </a:t>
            </a:r>
            <a:r>
              <a:rPr lang="he-IL" sz="4200" b="1" dirty="0">
                <a:solidFill>
                  <a:schemeClr val="tx2"/>
                </a:solidFill>
                <a:latin typeface="+mj-lt"/>
              </a:rPr>
              <a:t>מוסדות: </a:t>
            </a:r>
            <a:r>
              <a:rPr lang="he-IL" sz="4200" dirty="0">
                <a:solidFill>
                  <a:schemeClr val="tx2"/>
                </a:solidFill>
                <a:latin typeface="+mj-lt"/>
              </a:rPr>
              <a:t>המרכז האקדמי רופין ומכון וולקני | </a:t>
            </a:r>
            <a:r>
              <a:rPr lang="he-IL" sz="4200" b="1" dirty="0">
                <a:solidFill>
                  <a:schemeClr val="tx2"/>
                </a:solidFill>
                <a:latin typeface="+mj-lt"/>
              </a:rPr>
              <a:t>מנחים: </a:t>
            </a:r>
            <a:r>
              <a:rPr lang="he-IL" sz="4200" dirty="0">
                <a:solidFill>
                  <a:schemeClr val="tx2"/>
                </a:solidFill>
                <a:latin typeface="+mj-lt"/>
              </a:rPr>
              <a:t>ד"ר אבנר פריאל וד"ר עלאא ג'מאל</a:t>
            </a:r>
          </a:p>
        </p:txBody>
      </p:sp>
      <p:sp>
        <p:nvSpPr>
          <p:cNvPr id="4" name="background-challenge-panel">
            <a:extLst>
              <a:ext uri="{FF2B5EF4-FFF2-40B4-BE49-F238E27FC236}">
                <a16:creationId xmlns:a16="http://schemas.microsoft.com/office/drawing/2014/main" id="{677A5401-35FE-B301-1E66-B8989F07E4CD}"/>
              </a:ext>
            </a:extLst>
          </p:cNvPr>
          <p:cNvSpPr>
            <a:spLocks noGrp="1"/>
          </p:cNvSpPr>
          <p:nvPr/>
        </p:nvSpPr>
        <p:spPr>
          <a:xfrm>
            <a:off x="17516474" y="6169963"/>
            <a:ext cx="14792325" cy="4762500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רקע ואתגר</a:t>
            </a:r>
          </a:p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endParaRPr lang="he-IL" dirty="0"/>
          </a:p>
        </p:txBody>
      </p:sp>
      <p:sp>
        <p:nvSpPr>
          <p:cNvPr id="5" name="background-challenge-panel">
            <a:extLst>
              <a:ext uri="{FF2B5EF4-FFF2-40B4-BE49-F238E27FC236}">
                <a16:creationId xmlns:a16="http://schemas.microsoft.com/office/drawing/2014/main" id="{6FBCEF94-2BA4-733D-EE3B-FAC411C888BC}"/>
              </a:ext>
            </a:extLst>
          </p:cNvPr>
          <p:cNvSpPr>
            <a:spLocks noGrp="1"/>
          </p:cNvSpPr>
          <p:nvPr/>
        </p:nvSpPr>
        <p:spPr>
          <a:xfrm>
            <a:off x="1366081" y="6120139"/>
            <a:ext cx="14792325" cy="4762500"/>
          </a:xfrm>
          <a:prstGeom prst="roundRect">
            <a:avLst>
              <a:gd name="adj" fmla="val 3600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מטרת הפרויקט</a:t>
            </a:r>
          </a:p>
        </p:txBody>
      </p:sp>
      <p:sp>
        <p:nvSpPr>
          <p:cNvPr id="6" name="system-architecture-panel">
            <a:extLst>
              <a:ext uri="{FF2B5EF4-FFF2-40B4-BE49-F238E27FC236}">
                <a16:creationId xmlns:a16="http://schemas.microsoft.com/office/drawing/2014/main" id="{46CDB3B1-A536-063F-E7A7-DDA2960CBD01}"/>
              </a:ext>
            </a:extLst>
          </p:cNvPr>
          <p:cNvSpPr>
            <a:spLocks noGrp="1"/>
          </p:cNvSpPr>
          <p:nvPr/>
        </p:nvSpPr>
        <p:spPr>
          <a:xfrm>
            <a:off x="1366080" y="11226384"/>
            <a:ext cx="30937038" cy="7692366"/>
          </a:xfrm>
          <a:prstGeom prst="roundRect">
            <a:avLst>
              <a:gd name="adj" fmla="val 2278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4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ארכיטקטורת המערכת</a:t>
            </a:r>
          </a:p>
        </p:txBody>
      </p:sp>
      <p:sp>
        <p:nvSpPr>
          <p:cNvPr id="9" name="dataset-panel">
            <a:extLst>
              <a:ext uri="{FF2B5EF4-FFF2-40B4-BE49-F238E27FC236}">
                <a16:creationId xmlns:a16="http://schemas.microsoft.com/office/drawing/2014/main" id="{61E10936-F4A6-69CF-D848-9D803AAD8A5D}"/>
              </a:ext>
            </a:extLst>
          </p:cNvPr>
          <p:cNvSpPr>
            <a:spLocks noGrp="1"/>
          </p:cNvSpPr>
          <p:nvPr/>
        </p:nvSpPr>
        <p:spPr>
          <a:xfrm>
            <a:off x="17516474" y="19296971"/>
            <a:ext cx="14792325" cy="5810250"/>
          </a:xfrm>
          <a:prstGeom prst="roundRect">
            <a:avLst>
              <a:gd name="adj" fmla="val 2951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מסד הנתונים</a:t>
            </a:r>
          </a:p>
        </p:txBody>
      </p:sp>
      <p:sp>
        <p:nvSpPr>
          <p:cNvPr id="10" name="dataset-panel">
            <a:extLst>
              <a:ext uri="{FF2B5EF4-FFF2-40B4-BE49-F238E27FC236}">
                <a16:creationId xmlns:a16="http://schemas.microsoft.com/office/drawing/2014/main" id="{8A075416-7E34-9A5C-A51B-9B38EE58E66D}"/>
              </a:ext>
            </a:extLst>
          </p:cNvPr>
          <p:cNvSpPr>
            <a:spLocks noGrp="1"/>
          </p:cNvSpPr>
          <p:nvPr/>
        </p:nvSpPr>
        <p:spPr>
          <a:xfrm>
            <a:off x="1366081" y="19296971"/>
            <a:ext cx="14792325" cy="5810250"/>
          </a:xfrm>
          <a:prstGeom prst="roundRect">
            <a:avLst>
              <a:gd name="adj" fmla="val 2951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שיטת המודל</a:t>
            </a:r>
          </a:p>
        </p:txBody>
      </p:sp>
      <p:sp>
        <p:nvSpPr>
          <p:cNvPr id="12" name="key-results-panel">
            <a:extLst>
              <a:ext uri="{FF2B5EF4-FFF2-40B4-BE49-F238E27FC236}">
                <a16:creationId xmlns:a16="http://schemas.microsoft.com/office/drawing/2014/main" id="{621DF760-A73B-51B3-E69C-2BD7809B6142}"/>
              </a:ext>
            </a:extLst>
          </p:cNvPr>
          <p:cNvSpPr>
            <a:spLocks noGrp="1"/>
          </p:cNvSpPr>
          <p:nvPr/>
        </p:nvSpPr>
        <p:spPr>
          <a:xfrm>
            <a:off x="1366081" y="25468204"/>
            <a:ext cx="30937038" cy="10850502"/>
          </a:xfrm>
          <a:prstGeom prst="roundRect">
            <a:avLst>
              <a:gd name="adj" fmla="val 1856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4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תוצאות מרכזיות</a:t>
            </a:r>
          </a:p>
        </p:txBody>
      </p:sp>
      <p:sp>
        <p:nvSpPr>
          <p:cNvPr id="18" name="dataset-panel">
            <a:extLst>
              <a:ext uri="{FF2B5EF4-FFF2-40B4-BE49-F238E27FC236}">
                <a16:creationId xmlns:a16="http://schemas.microsoft.com/office/drawing/2014/main" id="{8C9039FA-9771-0D4D-51CF-7F13E43BFE16}"/>
              </a:ext>
            </a:extLst>
          </p:cNvPr>
          <p:cNvSpPr>
            <a:spLocks noGrp="1"/>
          </p:cNvSpPr>
          <p:nvPr/>
        </p:nvSpPr>
        <p:spPr>
          <a:xfrm>
            <a:off x="17510794" y="36679689"/>
            <a:ext cx="14792325" cy="5810250"/>
          </a:xfrm>
          <a:prstGeom prst="roundRect">
            <a:avLst>
              <a:gd name="adj" fmla="val 2951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מסקנות</a:t>
            </a:r>
          </a:p>
        </p:txBody>
      </p:sp>
      <p:sp>
        <p:nvSpPr>
          <p:cNvPr id="19" name="dataset-panel">
            <a:extLst>
              <a:ext uri="{FF2B5EF4-FFF2-40B4-BE49-F238E27FC236}">
                <a16:creationId xmlns:a16="http://schemas.microsoft.com/office/drawing/2014/main" id="{C42545D2-19FA-03EC-D5BB-C9473F9B6F76}"/>
              </a:ext>
            </a:extLst>
          </p:cNvPr>
          <p:cNvSpPr>
            <a:spLocks noGrp="1"/>
          </p:cNvSpPr>
          <p:nvPr/>
        </p:nvSpPr>
        <p:spPr>
          <a:xfrm>
            <a:off x="1581131" y="36710635"/>
            <a:ext cx="14792325" cy="5810250"/>
          </a:xfrm>
          <a:prstGeom prst="roundRect">
            <a:avLst>
              <a:gd name="adj" fmla="val 2951"/>
            </a:avLst>
          </a:prstGeom>
          <a:solidFill>
            <a:srgbClr val="FFFFFF">
              <a:alpha val="69804"/>
            </a:srgbClr>
          </a:solidFill>
          <a:ln w="1905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algn="r">
              <a:defRPr sz="4200" b="1">
                <a:solidFill>
                  <a:srgbClr val="235078"/>
                </a:solidFill>
                <a:latin typeface="Arial"/>
                <a:ea typeface="Arial"/>
                <a:cs typeface="Arial"/>
              </a:defRPr>
            </a:pPr>
            <a:r>
              <a:rPr lang="he-IL" sz="4400" dirty="0"/>
              <a:t>תרומה יישומית</a:t>
            </a:r>
          </a:p>
        </p:txBody>
      </p:sp>
    </p:spTree>
    <p:extLst>
      <p:ext uri="{BB962C8B-B14F-4D97-AF65-F5344CB8AC3E}">
        <p14:creationId xmlns:p14="http://schemas.microsoft.com/office/powerpoint/2010/main" val="403887106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hypotheticalocean|08-2022"/>
</p:tagLst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3718</TotalTime>
  <Words>49</Words>
  <Application>Microsoft Office PowerPoint</Application>
  <PresentationFormat>מותאם אישית</PresentationFormat>
  <Paragraphs>12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עדן אליהו</cp:lastModifiedBy>
  <cp:revision>40</cp:revision>
  <cp:lastPrinted>2011-01-21T18:13:44Z</cp:lastPrinted>
  <dcterms:modified xsi:type="dcterms:W3CDTF">2026-05-26T11:31:30Z</dcterms:modified>
  <cp:category>scientific poster powerpoint</cp:category>
</cp:coreProperties>
</file>